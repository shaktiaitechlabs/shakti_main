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528" r:id="rId3"/>
    <p:sldId id="559" r:id="rId4"/>
    <p:sldId id="575" r:id="rId5"/>
    <p:sldId id="279" r:id="rId6"/>
    <p:sldId id="258" r:id="rId7"/>
    <p:sldId id="259" r:id="rId8"/>
    <p:sldId id="274" r:id="rId9"/>
    <p:sldId id="272" r:id="rId10"/>
    <p:sldId id="563" r:id="rId11"/>
    <p:sldId id="265" r:id="rId12"/>
    <p:sldId id="280" r:id="rId13"/>
    <p:sldId id="565" r:id="rId14"/>
    <p:sldId id="260" r:id="rId15"/>
    <p:sldId id="261" r:id="rId16"/>
    <p:sldId id="262" r:id="rId17"/>
    <p:sldId id="558" r:id="rId18"/>
    <p:sldId id="557" r:id="rId19"/>
    <p:sldId id="264" r:id="rId20"/>
    <p:sldId id="574" r:id="rId21"/>
    <p:sldId id="269" r:id="rId22"/>
    <p:sldId id="468" r:id="rId23"/>
    <p:sldId id="569" r:id="rId24"/>
    <p:sldId id="469" r:id="rId25"/>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face-Welcome Screen" id="{E9C2FEB5-AEB9-4B26-8F3B-708705F3F30F}">
          <p14:sldIdLst/>
        </p14:section>
        <p14:section name="Our Company" id="{AFA68832-9AC7-4B56-832F-AD89619294C8}">
          <p14:sldIdLst>
            <p14:sldId id="256"/>
            <p14:sldId id="528"/>
            <p14:sldId id="559"/>
            <p14:sldId id="575"/>
            <p14:sldId id="279"/>
            <p14:sldId id="258"/>
            <p14:sldId id="259"/>
            <p14:sldId id="274"/>
            <p14:sldId id="272"/>
            <p14:sldId id="563"/>
            <p14:sldId id="265"/>
            <p14:sldId id="280"/>
            <p14:sldId id="565"/>
            <p14:sldId id="260"/>
            <p14:sldId id="261"/>
            <p14:sldId id="262"/>
          </p14:sldIdLst>
        </p14:section>
        <p14:section name="Who We are" id="{93916110-A90C-4700-90E0-0D5D631B329B}">
          <p14:sldIdLst>
            <p14:sldId id="558"/>
            <p14:sldId id="557"/>
            <p14:sldId id="264"/>
            <p14:sldId id="574"/>
            <p14:sldId id="269"/>
          </p14:sldIdLst>
        </p14:section>
        <p14:section name="Our Customer" id="{601225EB-6918-43A5-95FE-7297B7E0F125}">
          <p14:sldIdLst>
            <p14:sldId id="468"/>
            <p14:sldId id="569"/>
            <p14:sldId id="469"/>
          </p14:sldIdLst>
        </p14:section>
        <p14:section name="What We do" id="{EFBE0277-2314-47B2-B7BB-95B3334D6091}">
          <p14:sldIdLst/>
        </p14:section>
        <p14:section name="Our Key" id="{6A755396-343C-4295-8ADF-ECF5CAA17EBF}">
          <p14:sldIdLst/>
        </p14:section>
        <p14:section name="Biggest &amp; Fresh Infographic" id="{FF4AC359-C561-4023-9678-4A31D31BFF34}">
          <p14:sldIdLst/>
        </p14:section>
        <p14:section name="Business Model" id="{863406FF-8431-4C22-921F-A2562E1D7FF7}">
          <p14:sldIdLst/>
        </p14:section>
        <p14:section name="Flow Charts" id="{C6C4ACA8-D358-4C99-B2AB-A1FC53E84768}">
          <p14:sldIdLst/>
        </p14:section>
        <p14:section name="Data Driven Diagram" id="{ABEC1ED2-0563-4B9B-B0FF-531E35DE4D1A}">
          <p14:sldIdLst/>
        </p14:section>
        <p14:section name="Mindmaps" id="{46DF255D-C012-41C2-BE11-F97A758069D9}">
          <p14:sldIdLst/>
        </p14:section>
        <p14:section name="Process Diagrams" id="{1EFF0743-7733-463F-A617-B8852E59959F}">
          <p14:sldIdLst/>
        </p14:section>
        <p14:section name="Matrix Charts" id="{05B94B25-AE16-4A2F-8614-10530FFE37CE}">
          <p14:sldIdLst/>
        </p14:section>
        <p14:section name="Stage Diagrams" id="{C7D2CEB7-3DA1-48D9-A059-59D645BD5332}">
          <p14:sldIdLst/>
        </p14:section>
        <p14:section name="Tree Diagrams" id="{CA55A424-AADB-4808-9BC8-2D0062E4816A}">
          <p14:sldIdLst/>
        </p14:section>
        <p14:section name="Puzzle Diagrams" id="{3DA4E6FF-B9DB-4CEA-81CB-3D9651229C56}">
          <p14:sldIdLst/>
        </p14:section>
        <p14:section name="Map Infographics" id="{6FF53FA3-1091-4683-BFE6-16547EF32323}">
          <p14:sldIdLst/>
        </p14:section>
        <p14:section name="Smart Arts" id="{F92AD82D-ACBA-4B9C-8060-1952DB485ED7}">
          <p14:sldIdLst/>
        </p14:section>
        <p14:section name="Silhouettes" id="{1EE2B456-996F-491F-8E27-DEF0877C2D1B}">
          <p14:sldIdLst/>
        </p14:section>
        <p14:section name="Real Estate Agents" id="{BEA61332-6F39-49E8-AF60-E069E9504F41}">
          <p14:sldIdLst/>
        </p14:section>
        <p14:section name="Offshore" id="{EE6F4EF7-FF3A-4C16-94A2-07BA15D2856D}">
          <p14:sldIdLst/>
        </p14:section>
        <p14:section name="Sports" id="{C4175BF4-2D1E-404C-BFE7-BF50010B67B3}">
          <p14:sldIdLst/>
        </p14:section>
        <p14:section name="Healthcare &amp; Physician" id="{E5A4A578-1E04-4818-87DC-6F63FA2C4053}">
          <p14:sldIdLst/>
        </p14:section>
        <p14:section name="Closing" id="{225BA48E-CE7E-497D-88C7-3E86BBC4102E}">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uSina" initials="A" lastIdx="0" clrIdx="0">
    <p:extLst>
      <p:ext uri="{19B8F6BF-5375-455C-9EA6-DF929625EA0E}">
        <p15:presenceInfo xmlns:p15="http://schemas.microsoft.com/office/powerpoint/2012/main" userId="AbuSina" providerId="None"/>
      </p:ext>
    </p:extLst>
  </p:cmAuthor>
  <p:cmAuthor id="2" name="Contact Us - Orena Solutions" initials="CUOS" lastIdx="2" clrIdx="1">
    <p:extLst>
      <p:ext uri="{19B8F6BF-5375-455C-9EA6-DF929625EA0E}">
        <p15:presenceInfo xmlns:p15="http://schemas.microsoft.com/office/powerpoint/2012/main" userId="Contact Us - Orena Solution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D2515"/>
    <a:srgbClr val="0B2951"/>
    <a:srgbClr val="0E3466"/>
    <a:srgbClr val="051325"/>
    <a:srgbClr val="D75B5B"/>
    <a:srgbClr val="F39C12"/>
    <a:srgbClr val="F8C471"/>
    <a:srgbClr val="BA7609"/>
    <a:srgbClr val="071A33"/>
    <a:srgbClr val="0B2D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652" y="3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5-09-23T20:03:23.105" idx="1">
    <p:pos x="10" y="10"/>
    <p:text>should have all offices collage here</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5-09-23T20:04:59.814" idx="2">
    <p:pos x="5132" y="595"/>
    <p:text>need to write here for all 3 organizations - Nyinst for training and orena for staffing and recruitment</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DC24EA-8346-4C8B-943C-AD383301A03D}" type="datetimeFigureOut">
              <a:rPr lang="id-ID" smtClean="0"/>
              <a:pPr/>
              <a:t>24/09/2025</a:t>
            </a:fld>
            <a:endParaRPr lang="id-ID"/>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CE71F5-2935-4BFA-B369-9FA3FAF55664}" type="slidenum">
              <a:rPr lang="id-ID" smtClean="0"/>
              <a:pPr/>
              <a:t>‹#›</a:t>
            </a:fld>
            <a:endParaRPr lang="id-ID"/>
          </a:p>
        </p:txBody>
      </p:sp>
    </p:spTree>
    <p:extLst>
      <p:ext uri="{BB962C8B-B14F-4D97-AF65-F5344CB8AC3E}">
        <p14:creationId xmlns:p14="http://schemas.microsoft.com/office/powerpoint/2010/main" val="26950297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8D06E5-932C-4F36-8614-8789767FBCD2}" type="datetimeFigureOut">
              <a:rPr lang="id-ID" smtClean="0"/>
              <a:pPr/>
              <a:t>24/09/2025</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C38DD1-33AA-4996-977A-42B26A155BBE}" type="slidenum">
              <a:rPr lang="id-ID" smtClean="0"/>
              <a:pPr/>
              <a:t>‹#›</a:t>
            </a:fld>
            <a:endParaRPr lang="id-ID"/>
          </a:p>
        </p:txBody>
      </p:sp>
    </p:spTree>
    <p:extLst>
      <p:ext uri="{BB962C8B-B14F-4D97-AF65-F5344CB8AC3E}">
        <p14:creationId xmlns:p14="http://schemas.microsoft.com/office/powerpoint/2010/main" val="1305931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4" name="Google Shape;127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948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grpSp>
        <p:nvGrpSpPr>
          <p:cNvPr id="6" name="Group 5"/>
          <p:cNvGrpSpPr/>
          <p:nvPr userDrawn="1"/>
        </p:nvGrpSpPr>
        <p:grpSpPr>
          <a:xfrm>
            <a:off x="347419" y="6409324"/>
            <a:ext cx="224082" cy="221156"/>
            <a:chOff x="4328868" y="5502988"/>
            <a:chExt cx="500307" cy="493774"/>
          </a:xfrm>
        </p:grpSpPr>
        <p:sp>
          <p:nvSpPr>
            <p:cNvPr id="8" name="Freeform 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0" name="Group 9"/>
          <p:cNvGrpSpPr/>
          <p:nvPr userDrawn="1"/>
        </p:nvGrpSpPr>
        <p:grpSpPr>
          <a:xfrm flipH="1">
            <a:off x="933709" y="6409324"/>
            <a:ext cx="224082" cy="221156"/>
            <a:chOff x="4328868" y="5502988"/>
            <a:chExt cx="500307" cy="493774"/>
          </a:xfrm>
        </p:grpSpPr>
        <p:sp>
          <p:nvSpPr>
            <p:cNvPr id="11" name="Freeform 1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2" name="Freeform 1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4" name="Straight Connector 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73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Tree>
    <p:extLst>
      <p:ext uri="{BB962C8B-B14F-4D97-AF65-F5344CB8AC3E}">
        <p14:creationId xmlns:p14="http://schemas.microsoft.com/office/powerpoint/2010/main" val="327796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Rectangle 7"/>
          <p:cNvSpPr/>
          <p:nvPr userDrawn="1"/>
        </p:nvSpPr>
        <p:spPr>
          <a:xfrm>
            <a:off x="0" y="-1"/>
            <a:ext cx="12192000" cy="4152123"/>
          </a:xfrm>
          <a:prstGeom prst="rect">
            <a:avLst/>
          </a:prstGeom>
          <a:solidFill>
            <a:srgbClr val="0B2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
        <p:nvSpPr>
          <p:cNvPr id="6" name="Picture Placeholder 3"/>
          <p:cNvSpPr>
            <a:spLocks noGrp="1"/>
          </p:cNvSpPr>
          <p:nvPr>
            <p:ph type="pic" sz="quarter" idx="10"/>
          </p:nvPr>
        </p:nvSpPr>
        <p:spPr>
          <a:xfrm>
            <a:off x="5265737" y="921256"/>
            <a:ext cx="1660525" cy="165893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32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
        <p:nvSpPr>
          <p:cNvPr id="8" name="Picture Placeholder 3"/>
          <p:cNvSpPr>
            <a:spLocks noGrp="1"/>
          </p:cNvSpPr>
          <p:nvPr>
            <p:ph type="pic" sz="quarter" idx="11"/>
          </p:nvPr>
        </p:nvSpPr>
        <p:spPr>
          <a:xfrm>
            <a:off x="8116673" y="1993246"/>
            <a:ext cx="4059266" cy="2635316"/>
          </a:xfrm>
        </p:spPr>
        <p:txBody>
          <a:bodyPr>
            <a:normAutofit/>
          </a:bodyPr>
          <a:lstStyle>
            <a:lvl1pPr>
              <a:defRPr sz="1600">
                <a:solidFill>
                  <a:schemeClr val="accent2"/>
                </a:solidFill>
              </a:defRPr>
            </a:lvl1pPr>
          </a:lstStyle>
          <a:p>
            <a:endParaRPr lang="id-ID"/>
          </a:p>
        </p:txBody>
      </p:sp>
      <p:sp>
        <p:nvSpPr>
          <p:cNvPr id="11" name="Picture Placeholder 3"/>
          <p:cNvSpPr>
            <a:spLocks noGrp="1"/>
          </p:cNvSpPr>
          <p:nvPr>
            <p:ph type="pic" sz="quarter" idx="12"/>
          </p:nvPr>
        </p:nvSpPr>
        <p:spPr>
          <a:xfrm>
            <a:off x="0" y="1993246"/>
            <a:ext cx="4058337" cy="2635316"/>
          </a:xfrm>
        </p:spPr>
        <p:txBody>
          <a:bodyPr>
            <a:normAutofit/>
          </a:bodyPr>
          <a:lstStyle>
            <a:lvl1pPr>
              <a:defRPr sz="1600">
                <a:solidFill>
                  <a:schemeClr val="accent2"/>
                </a:solidFill>
              </a:defRPr>
            </a:lvl1pPr>
          </a:lstStyle>
          <a:p>
            <a:endParaRPr lang="id-ID"/>
          </a:p>
        </p:txBody>
      </p:sp>
      <p:grpSp>
        <p:nvGrpSpPr>
          <p:cNvPr id="17" name="Group 16"/>
          <p:cNvGrpSpPr/>
          <p:nvPr userDrawn="1"/>
        </p:nvGrpSpPr>
        <p:grpSpPr>
          <a:xfrm>
            <a:off x="347419" y="6409324"/>
            <a:ext cx="224082" cy="221156"/>
            <a:chOff x="4328868" y="5502988"/>
            <a:chExt cx="500307" cy="493774"/>
          </a:xfrm>
        </p:grpSpPr>
        <p:sp>
          <p:nvSpPr>
            <p:cNvPr id="18" name="Freeform 1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0" name="Group 19"/>
          <p:cNvGrpSpPr/>
          <p:nvPr userDrawn="1"/>
        </p:nvGrpSpPr>
        <p:grpSpPr>
          <a:xfrm flipH="1">
            <a:off x="933709" y="6409324"/>
            <a:ext cx="224082" cy="221156"/>
            <a:chOff x="4328868" y="5502988"/>
            <a:chExt cx="500307" cy="493774"/>
          </a:xfrm>
        </p:grpSpPr>
        <p:sp>
          <p:nvSpPr>
            <p:cNvPr id="21" name="Freeform 2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2" name="Freeform 2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3" name="Straight Connector 2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294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
        <p:nvSpPr>
          <p:cNvPr id="11" name="Picture Placeholder 3"/>
          <p:cNvSpPr>
            <a:spLocks noGrp="1"/>
          </p:cNvSpPr>
          <p:nvPr>
            <p:ph type="pic" sz="quarter" idx="12"/>
          </p:nvPr>
        </p:nvSpPr>
        <p:spPr>
          <a:xfrm>
            <a:off x="0" y="1993246"/>
            <a:ext cx="12192000" cy="2635316"/>
          </a:xfrm>
        </p:spPr>
        <p:txBody>
          <a:bodyPr>
            <a:normAutofit/>
          </a:bodyPr>
          <a:lstStyle>
            <a:lvl1pPr>
              <a:defRPr sz="1600">
                <a:solidFill>
                  <a:schemeClr val="accent2"/>
                </a:solidFill>
              </a:defRPr>
            </a:lvl1pPr>
          </a:lstStyle>
          <a:p>
            <a:endParaRPr lang="id-ID"/>
          </a:p>
        </p:txBody>
      </p:sp>
      <p:grpSp>
        <p:nvGrpSpPr>
          <p:cNvPr id="15" name="Group 14"/>
          <p:cNvGrpSpPr/>
          <p:nvPr userDrawn="1"/>
        </p:nvGrpSpPr>
        <p:grpSpPr>
          <a:xfrm>
            <a:off x="347419" y="6409324"/>
            <a:ext cx="224082" cy="221156"/>
            <a:chOff x="4328868" y="5502988"/>
            <a:chExt cx="500307" cy="493774"/>
          </a:xfrm>
        </p:grpSpPr>
        <p:sp>
          <p:nvSpPr>
            <p:cNvPr id="16" name="Freeform 1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7" name="Freeform 1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8" name="Group 17"/>
          <p:cNvGrpSpPr/>
          <p:nvPr userDrawn="1"/>
        </p:nvGrpSpPr>
        <p:grpSpPr>
          <a:xfrm flipH="1">
            <a:off x="933709" y="6409324"/>
            <a:ext cx="224082" cy="221156"/>
            <a:chOff x="4328868" y="5502988"/>
            <a:chExt cx="500307" cy="493774"/>
          </a:xfrm>
        </p:grpSpPr>
        <p:sp>
          <p:nvSpPr>
            <p:cNvPr id="19" name="Freeform 1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0" name="Freeform 1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1" name="Straight Connector 2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908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0" y="0"/>
            <a:ext cx="2034000" cy="2286000"/>
          </a:xfrm>
        </p:spPr>
        <p:txBody>
          <a:bodyPr/>
          <a:lstStyle>
            <a:lvl1pPr>
              <a:defRPr sz="1800">
                <a:solidFill>
                  <a:schemeClr val="accent2"/>
                </a:solidFill>
              </a:defRPr>
            </a:lvl1pPr>
          </a:lstStyle>
          <a:p>
            <a:endParaRPr lang="id-ID"/>
          </a:p>
        </p:txBody>
      </p:sp>
      <p:sp>
        <p:nvSpPr>
          <p:cNvPr id="8" name="Picture Placeholder 3"/>
          <p:cNvSpPr>
            <a:spLocks noGrp="1"/>
          </p:cNvSpPr>
          <p:nvPr>
            <p:ph type="pic" sz="quarter" idx="11"/>
          </p:nvPr>
        </p:nvSpPr>
        <p:spPr>
          <a:xfrm>
            <a:off x="0" y="2286000"/>
            <a:ext cx="2034000" cy="2286000"/>
          </a:xfrm>
        </p:spPr>
        <p:txBody>
          <a:bodyPr/>
          <a:lstStyle>
            <a:lvl1pPr>
              <a:defRPr sz="1800">
                <a:solidFill>
                  <a:schemeClr val="accent2"/>
                </a:solidFill>
              </a:defRPr>
            </a:lvl1pPr>
          </a:lstStyle>
          <a:p>
            <a:endParaRPr lang="id-ID"/>
          </a:p>
        </p:txBody>
      </p:sp>
      <p:sp>
        <p:nvSpPr>
          <p:cNvPr id="9" name="Picture Placeholder 3"/>
          <p:cNvSpPr>
            <a:spLocks noGrp="1"/>
          </p:cNvSpPr>
          <p:nvPr>
            <p:ph type="pic" sz="quarter" idx="12"/>
          </p:nvPr>
        </p:nvSpPr>
        <p:spPr>
          <a:xfrm>
            <a:off x="0" y="4572000"/>
            <a:ext cx="2034000" cy="2286000"/>
          </a:xfrm>
        </p:spPr>
        <p:txBody>
          <a:bodyPr/>
          <a:lstStyle>
            <a:lvl1pPr>
              <a:defRPr sz="1800">
                <a:solidFill>
                  <a:schemeClr val="accent2"/>
                </a:solidFill>
              </a:defRPr>
            </a:lvl1pPr>
          </a:lstStyle>
          <a:p>
            <a:endParaRPr lang="id-ID"/>
          </a:p>
        </p:txBody>
      </p:sp>
      <p:sp>
        <p:nvSpPr>
          <p:cNvPr id="10" name="Picture Placeholder 3"/>
          <p:cNvSpPr>
            <a:spLocks noGrp="1"/>
          </p:cNvSpPr>
          <p:nvPr>
            <p:ph type="pic" sz="quarter" idx="13"/>
          </p:nvPr>
        </p:nvSpPr>
        <p:spPr>
          <a:xfrm>
            <a:off x="2037319" y="0"/>
            <a:ext cx="2034000" cy="2286000"/>
          </a:xfrm>
        </p:spPr>
        <p:txBody>
          <a:bodyPr/>
          <a:lstStyle>
            <a:lvl1pPr>
              <a:defRPr sz="1800">
                <a:solidFill>
                  <a:schemeClr val="accent2"/>
                </a:solidFill>
              </a:defRPr>
            </a:lvl1pPr>
          </a:lstStyle>
          <a:p>
            <a:endParaRPr lang="id-ID"/>
          </a:p>
        </p:txBody>
      </p:sp>
      <p:sp>
        <p:nvSpPr>
          <p:cNvPr id="12" name="Picture Placeholder 3"/>
          <p:cNvSpPr>
            <a:spLocks noGrp="1"/>
          </p:cNvSpPr>
          <p:nvPr>
            <p:ph type="pic" sz="quarter" idx="14"/>
          </p:nvPr>
        </p:nvSpPr>
        <p:spPr>
          <a:xfrm>
            <a:off x="2037319" y="2286000"/>
            <a:ext cx="2034000" cy="2286000"/>
          </a:xfrm>
        </p:spPr>
        <p:txBody>
          <a:bodyPr/>
          <a:lstStyle>
            <a:lvl1pPr>
              <a:defRPr sz="1800">
                <a:solidFill>
                  <a:schemeClr val="accent2"/>
                </a:solidFill>
              </a:defRPr>
            </a:lvl1pPr>
          </a:lstStyle>
          <a:p>
            <a:endParaRPr lang="id-ID"/>
          </a:p>
        </p:txBody>
      </p:sp>
      <p:sp>
        <p:nvSpPr>
          <p:cNvPr id="13" name="Picture Placeholder 3"/>
          <p:cNvSpPr>
            <a:spLocks noGrp="1"/>
          </p:cNvSpPr>
          <p:nvPr>
            <p:ph type="pic" sz="quarter" idx="15"/>
          </p:nvPr>
        </p:nvSpPr>
        <p:spPr>
          <a:xfrm>
            <a:off x="2037319" y="4572000"/>
            <a:ext cx="2034000" cy="2286000"/>
          </a:xfrm>
        </p:spPr>
        <p:txBody>
          <a:bodyPr/>
          <a:lstStyle>
            <a:lvl1pPr>
              <a:defRPr sz="1800">
                <a:solidFill>
                  <a:schemeClr val="accent2"/>
                </a:solidFill>
              </a:defRPr>
            </a:lvl1pPr>
          </a:lstStyle>
          <a:p>
            <a:endParaRPr lang="id-ID"/>
          </a:p>
        </p:txBody>
      </p:sp>
      <p:sp>
        <p:nvSpPr>
          <p:cNvPr id="14" name="Picture Placeholder 3"/>
          <p:cNvSpPr>
            <a:spLocks noGrp="1"/>
          </p:cNvSpPr>
          <p:nvPr>
            <p:ph type="pic" sz="quarter" idx="16"/>
          </p:nvPr>
        </p:nvSpPr>
        <p:spPr>
          <a:xfrm>
            <a:off x="4071319" y="0"/>
            <a:ext cx="2034000" cy="2286000"/>
          </a:xfrm>
        </p:spPr>
        <p:txBody>
          <a:bodyPr/>
          <a:lstStyle>
            <a:lvl1pPr>
              <a:defRPr sz="1800">
                <a:solidFill>
                  <a:schemeClr val="accent2"/>
                </a:solidFill>
              </a:defRPr>
            </a:lvl1pPr>
          </a:lstStyle>
          <a:p>
            <a:endParaRPr lang="id-ID"/>
          </a:p>
        </p:txBody>
      </p:sp>
      <p:sp>
        <p:nvSpPr>
          <p:cNvPr id="15" name="Picture Placeholder 3"/>
          <p:cNvSpPr>
            <a:spLocks noGrp="1"/>
          </p:cNvSpPr>
          <p:nvPr>
            <p:ph type="pic" sz="quarter" idx="17"/>
          </p:nvPr>
        </p:nvSpPr>
        <p:spPr>
          <a:xfrm>
            <a:off x="4071319" y="2286000"/>
            <a:ext cx="2034000" cy="2286000"/>
          </a:xfrm>
        </p:spPr>
        <p:txBody>
          <a:bodyPr/>
          <a:lstStyle>
            <a:lvl1pPr>
              <a:defRPr sz="1800">
                <a:solidFill>
                  <a:schemeClr val="accent2"/>
                </a:solidFill>
              </a:defRPr>
            </a:lvl1pPr>
          </a:lstStyle>
          <a:p>
            <a:endParaRPr lang="id-ID"/>
          </a:p>
        </p:txBody>
      </p:sp>
      <p:sp>
        <p:nvSpPr>
          <p:cNvPr id="16" name="Picture Placeholder 3"/>
          <p:cNvSpPr>
            <a:spLocks noGrp="1"/>
          </p:cNvSpPr>
          <p:nvPr>
            <p:ph type="pic" sz="quarter" idx="18"/>
          </p:nvPr>
        </p:nvSpPr>
        <p:spPr>
          <a:xfrm>
            <a:off x="4071319" y="4572000"/>
            <a:ext cx="2034000" cy="2286000"/>
          </a:xfrm>
        </p:spPr>
        <p:txBody>
          <a:bodyPr/>
          <a:lstStyle>
            <a:lvl1pPr>
              <a:defRPr sz="1800">
                <a:solidFill>
                  <a:schemeClr val="accent2"/>
                </a:solidFill>
              </a:defRPr>
            </a:lvl1pPr>
          </a:lstStyle>
          <a:p>
            <a:endParaRPr lang="id-ID"/>
          </a:p>
        </p:txBody>
      </p:sp>
      <p:sp>
        <p:nvSpPr>
          <p:cNvPr id="17" name="Picture Placeholder 3"/>
          <p:cNvSpPr>
            <a:spLocks noGrp="1"/>
          </p:cNvSpPr>
          <p:nvPr>
            <p:ph type="pic" sz="quarter" idx="19"/>
          </p:nvPr>
        </p:nvSpPr>
        <p:spPr>
          <a:xfrm>
            <a:off x="6108638" y="0"/>
            <a:ext cx="2034000" cy="2286000"/>
          </a:xfrm>
        </p:spPr>
        <p:txBody>
          <a:bodyPr/>
          <a:lstStyle>
            <a:lvl1pPr>
              <a:defRPr sz="1800">
                <a:solidFill>
                  <a:schemeClr val="accent2"/>
                </a:solidFill>
              </a:defRPr>
            </a:lvl1pPr>
          </a:lstStyle>
          <a:p>
            <a:endParaRPr lang="id-ID"/>
          </a:p>
        </p:txBody>
      </p:sp>
      <p:sp>
        <p:nvSpPr>
          <p:cNvPr id="18" name="Picture Placeholder 3"/>
          <p:cNvSpPr>
            <a:spLocks noGrp="1"/>
          </p:cNvSpPr>
          <p:nvPr>
            <p:ph type="pic" sz="quarter" idx="20"/>
          </p:nvPr>
        </p:nvSpPr>
        <p:spPr>
          <a:xfrm>
            <a:off x="6108638" y="2286000"/>
            <a:ext cx="2034000" cy="2286000"/>
          </a:xfrm>
        </p:spPr>
        <p:txBody>
          <a:bodyPr/>
          <a:lstStyle>
            <a:lvl1pPr>
              <a:defRPr sz="1800">
                <a:solidFill>
                  <a:schemeClr val="accent2"/>
                </a:solidFill>
              </a:defRPr>
            </a:lvl1pPr>
          </a:lstStyle>
          <a:p>
            <a:endParaRPr lang="id-ID"/>
          </a:p>
        </p:txBody>
      </p:sp>
      <p:sp>
        <p:nvSpPr>
          <p:cNvPr id="19" name="Picture Placeholder 3"/>
          <p:cNvSpPr>
            <a:spLocks noGrp="1"/>
          </p:cNvSpPr>
          <p:nvPr>
            <p:ph type="pic" sz="quarter" idx="21"/>
          </p:nvPr>
        </p:nvSpPr>
        <p:spPr>
          <a:xfrm>
            <a:off x="6108638" y="4572000"/>
            <a:ext cx="2034000" cy="2286000"/>
          </a:xfrm>
        </p:spPr>
        <p:txBody>
          <a:bodyPr/>
          <a:lstStyle>
            <a:lvl1pPr>
              <a:defRPr sz="1800">
                <a:solidFill>
                  <a:schemeClr val="accent2"/>
                </a:solidFill>
              </a:defRPr>
            </a:lvl1pPr>
          </a:lstStyle>
          <a:p>
            <a:endParaRPr lang="id-ID"/>
          </a:p>
        </p:txBody>
      </p:sp>
      <p:sp>
        <p:nvSpPr>
          <p:cNvPr id="20" name="Picture Placeholder 3"/>
          <p:cNvSpPr>
            <a:spLocks noGrp="1"/>
          </p:cNvSpPr>
          <p:nvPr>
            <p:ph type="pic" sz="quarter" idx="22"/>
          </p:nvPr>
        </p:nvSpPr>
        <p:spPr>
          <a:xfrm>
            <a:off x="8139319" y="0"/>
            <a:ext cx="2034000" cy="2286000"/>
          </a:xfrm>
        </p:spPr>
        <p:txBody>
          <a:bodyPr/>
          <a:lstStyle>
            <a:lvl1pPr>
              <a:defRPr sz="1800">
                <a:solidFill>
                  <a:schemeClr val="accent2"/>
                </a:solidFill>
              </a:defRPr>
            </a:lvl1pPr>
          </a:lstStyle>
          <a:p>
            <a:endParaRPr lang="id-ID"/>
          </a:p>
        </p:txBody>
      </p:sp>
      <p:sp>
        <p:nvSpPr>
          <p:cNvPr id="21" name="Picture Placeholder 3"/>
          <p:cNvSpPr>
            <a:spLocks noGrp="1"/>
          </p:cNvSpPr>
          <p:nvPr>
            <p:ph type="pic" sz="quarter" idx="23"/>
          </p:nvPr>
        </p:nvSpPr>
        <p:spPr>
          <a:xfrm>
            <a:off x="8139319" y="2286000"/>
            <a:ext cx="2034000" cy="2286000"/>
          </a:xfrm>
        </p:spPr>
        <p:txBody>
          <a:bodyPr/>
          <a:lstStyle>
            <a:lvl1pPr>
              <a:defRPr sz="1800">
                <a:solidFill>
                  <a:schemeClr val="accent2"/>
                </a:solidFill>
              </a:defRPr>
            </a:lvl1pPr>
          </a:lstStyle>
          <a:p>
            <a:endParaRPr lang="id-ID"/>
          </a:p>
        </p:txBody>
      </p:sp>
      <p:sp>
        <p:nvSpPr>
          <p:cNvPr id="22" name="Picture Placeholder 3"/>
          <p:cNvSpPr>
            <a:spLocks noGrp="1"/>
          </p:cNvSpPr>
          <p:nvPr>
            <p:ph type="pic" sz="quarter" idx="24"/>
          </p:nvPr>
        </p:nvSpPr>
        <p:spPr>
          <a:xfrm>
            <a:off x="8139319" y="4572000"/>
            <a:ext cx="2034000" cy="2286000"/>
          </a:xfrm>
        </p:spPr>
        <p:txBody>
          <a:bodyPr/>
          <a:lstStyle>
            <a:lvl1pPr>
              <a:defRPr sz="1800">
                <a:solidFill>
                  <a:schemeClr val="accent2"/>
                </a:solidFill>
              </a:defRPr>
            </a:lvl1pPr>
          </a:lstStyle>
          <a:p>
            <a:endParaRPr lang="id-ID"/>
          </a:p>
        </p:txBody>
      </p:sp>
      <p:sp>
        <p:nvSpPr>
          <p:cNvPr id="23" name="Picture Placeholder 3"/>
          <p:cNvSpPr>
            <a:spLocks noGrp="1"/>
          </p:cNvSpPr>
          <p:nvPr>
            <p:ph type="pic" sz="quarter" idx="25"/>
          </p:nvPr>
        </p:nvSpPr>
        <p:spPr>
          <a:xfrm>
            <a:off x="10176638" y="0"/>
            <a:ext cx="2034000" cy="2286000"/>
          </a:xfrm>
        </p:spPr>
        <p:txBody>
          <a:bodyPr/>
          <a:lstStyle>
            <a:lvl1pPr>
              <a:defRPr sz="1800">
                <a:solidFill>
                  <a:schemeClr val="accent2"/>
                </a:solidFill>
              </a:defRPr>
            </a:lvl1pPr>
          </a:lstStyle>
          <a:p>
            <a:endParaRPr lang="id-ID"/>
          </a:p>
        </p:txBody>
      </p:sp>
      <p:sp>
        <p:nvSpPr>
          <p:cNvPr id="24" name="Picture Placeholder 3"/>
          <p:cNvSpPr>
            <a:spLocks noGrp="1"/>
          </p:cNvSpPr>
          <p:nvPr>
            <p:ph type="pic" sz="quarter" idx="26"/>
          </p:nvPr>
        </p:nvSpPr>
        <p:spPr>
          <a:xfrm>
            <a:off x="10176638" y="2286000"/>
            <a:ext cx="2034000" cy="2286000"/>
          </a:xfrm>
        </p:spPr>
        <p:txBody>
          <a:bodyPr/>
          <a:lstStyle>
            <a:lvl1pPr>
              <a:defRPr sz="1800">
                <a:solidFill>
                  <a:schemeClr val="accent2"/>
                </a:solidFill>
              </a:defRPr>
            </a:lvl1pPr>
          </a:lstStyle>
          <a:p>
            <a:endParaRPr lang="id-ID"/>
          </a:p>
        </p:txBody>
      </p:sp>
      <p:sp>
        <p:nvSpPr>
          <p:cNvPr id="25" name="Picture Placeholder 3"/>
          <p:cNvSpPr>
            <a:spLocks noGrp="1"/>
          </p:cNvSpPr>
          <p:nvPr>
            <p:ph type="pic" sz="quarter" idx="27"/>
          </p:nvPr>
        </p:nvSpPr>
        <p:spPr>
          <a:xfrm>
            <a:off x="10176638" y="4572000"/>
            <a:ext cx="2034000" cy="2286000"/>
          </a:xfrm>
        </p:spPr>
        <p:txBody>
          <a:bodyPr/>
          <a:lstStyle>
            <a:lvl1pPr>
              <a:defRPr sz="18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7" name="TextBox 6"/>
          <p:cNvSpPr txBox="1"/>
          <p:nvPr userDrawn="1"/>
        </p:nvSpPr>
        <p:spPr>
          <a:xfrm>
            <a:off x="11584250" y="305131"/>
            <a:ext cx="351378" cy="261610"/>
          </a:xfrm>
          <a:prstGeom prst="rect">
            <a:avLst/>
          </a:prstGeom>
          <a:noFill/>
        </p:spPr>
        <p:txBody>
          <a:bodyPr wrap="none" rtlCol="0">
            <a:spAutoFit/>
          </a:bodyPr>
          <a:lstStyle/>
          <a:p>
            <a:pPr algn="ctr"/>
            <a:fld id="{260E2A6B-A809-4840-BF14-8648BC0BDF87}" type="slidenum">
              <a:rPr lang="id-ID" sz="1050" b="1" smtClean="0">
                <a:solidFill>
                  <a:schemeClr val="accent2"/>
                </a:solidFill>
              </a:rPr>
              <a:pPr algn="ctr"/>
              <a:t>‹#›</a:t>
            </a:fld>
            <a:endParaRPr lang="id-ID" sz="1050">
              <a:solidFill>
                <a:schemeClr val="accent2"/>
              </a:solidFill>
            </a:endParaRPr>
          </a:p>
        </p:txBody>
      </p:sp>
    </p:spTree>
    <p:extLst>
      <p:ext uri="{BB962C8B-B14F-4D97-AF65-F5344CB8AC3E}">
        <p14:creationId xmlns:p14="http://schemas.microsoft.com/office/powerpoint/2010/main" val="202324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sp>
        <p:nvSpPr>
          <p:cNvPr id="26" name="Picture Placeholder 3"/>
          <p:cNvSpPr>
            <a:spLocks noGrp="1"/>
          </p:cNvSpPr>
          <p:nvPr>
            <p:ph type="pic" sz="quarter" idx="10"/>
          </p:nvPr>
        </p:nvSpPr>
        <p:spPr>
          <a:xfrm>
            <a:off x="1450174" y="228494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7" name="Picture Placeholder 3"/>
          <p:cNvSpPr>
            <a:spLocks noGrp="1"/>
          </p:cNvSpPr>
          <p:nvPr>
            <p:ph type="pic" sz="quarter" idx="11"/>
          </p:nvPr>
        </p:nvSpPr>
        <p:spPr>
          <a:xfrm>
            <a:off x="3971864" y="228494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8" name="Picture Placeholder 3"/>
          <p:cNvSpPr>
            <a:spLocks noGrp="1"/>
          </p:cNvSpPr>
          <p:nvPr>
            <p:ph type="pic" sz="quarter" idx="12"/>
          </p:nvPr>
        </p:nvSpPr>
        <p:spPr>
          <a:xfrm>
            <a:off x="6508785" y="228494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9" name="Picture Placeholder 3"/>
          <p:cNvSpPr>
            <a:spLocks noGrp="1"/>
          </p:cNvSpPr>
          <p:nvPr>
            <p:ph type="pic" sz="quarter" idx="13"/>
          </p:nvPr>
        </p:nvSpPr>
        <p:spPr>
          <a:xfrm>
            <a:off x="9030475" y="2284944"/>
            <a:ext cx="1697846" cy="169784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655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2" name="Picture Placeholder 3"/>
          <p:cNvSpPr>
            <a:spLocks noGrp="1"/>
          </p:cNvSpPr>
          <p:nvPr>
            <p:ph type="pic" sz="quarter" idx="10"/>
          </p:nvPr>
        </p:nvSpPr>
        <p:spPr>
          <a:xfrm>
            <a:off x="1244493" y="211349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14" name="Group 13"/>
          <p:cNvGrpSpPr/>
          <p:nvPr userDrawn="1"/>
        </p:nvGrpSpPr>
        <p:grpSpPr>
          <a:xfrm>
            <a:off x="347419" y="6409324"/>
            <a:ext cx="224082" cy="221156"/>
            <a:chOff x="4328868" y="5502988"/>
            <a:chExt cx="500307" cy="493774"/>
          </a:xfrm>
        </p:grpSpPr>
        <p:sp>
          <p:nvSpPr>
            <p:cNvPr id="15" name="Freeform 1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6" name="Freeform 1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7" name="Group 16"/>
          <p:cNvGrpSpPr/>
          <p:nvPr userDrawn="1"/>
        </p:nvGrpSpPr>
        <p:grpSpPr>
          <a:xfrm flipH="1">
            <a:off x="933709" y="6409324"/>
            <a:ext cx="224082" cy="221156"/>
            <a:chOff x="4328868" y="5502988"/>
            <a:chExt cx="500307" cy="493774"/>
          </a:xfrm>
        </p:grpSpPr>
        <p:sp>
          <p:nvSpPr>
            <p:cNvPr id="18" name="Freeform 1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0" name="Straight Connector 1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282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1450174"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8" name="Picture Placeholder 3"/>
          <p:cNvSpPr>
            <a:spLocks noGrp="1"/>
          </p:cNvSpPr>
          <p:nvPr>
            <p:ph type="pic" sz="quarter" idx="11"/>
          </p:nvPr>
        </p:nvSpPr>
        <p:spPr>
          <a:xfrm>
            <a:off x="3971864"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9" name="Picture Placeholder 3"/>
          <p:cNvSpPr>
            <a:spLocks noGrp="1"/>
          </p:cNvSpPr>
          <p:nvPr>
            <p:ph type="pic" sz="quarter" idx="12"/>
          </p:nvPr>
        </p:nvSpPr>
        <p:spPr>
          <a:xfrm>
            <a:off x="650878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0" name="Picture Placeholder 3"/>
          <p:cNvSpPr>
            <a:spLocks noGrp="1"/>
          </p:cNvSpPr>
          <p:nvPr>
            <p:ph type="pic" sz="quarter" idx="13"/>
          </p:nvPr>
        </p:nvSpPr>
        <p:spPr>
          <a:xfrm>
            <a:off x="903047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6" name="Rectangle 15"/>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7" name="Rectangle 16"/>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TextBox 24"/>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6" name="Group 25"/>
          <p:cNvGrpSpPr/>
          <p:nvPr userDrawn="1"/>
        </p:nvGrpSpPr>
        <p:grpSpPr>
          <a:xfrm>
            <a:off x="347419" y="6409324"/>
            <a:ext cx="224082" cy="221156"/>
            <a:chOff x="4328868" y="5502988"/>
            <a:chExt cx="500307" cy="493774"/>
          </a:xfrm>
        </p:grpSpPr>
        <p:sp>
          <p:nvSpPr>
            <p:cNvPr id="27" name="Freeform 2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9" name="Group 28"/>
          <p:cNvGrpSpPr/>
          <p:nvPr userDrawn="1"/>
        </p:nvGrpSpPr>
        <p:grpSpPr>
          <a:xfrm flipH="1">
            <a:off x="933709" y="6409324"/>
            <a:ext cx="224082" cy="221156"/>
            <a:chOff x="4328868" y="5502988"/>
            <a:chExt cx="500307" cy="493774"/>
          </a:xfrm>
        </p:grpSpPr>
        <p:sp>
          <p:nvSpPr>
            <p:cNvPr id="30" name="Freeform 2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3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2" name="Straight Connector 3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77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943475" y="1228725"/>
            <a:ext cx="2362200" cy="3260725"/>
          </a:xfrm>
        </p:spPr>
        <p:txBody>
          <a:bodyPr>
            <a:normAutofit/>
          </a:bodyPr>
          <a:lstStyle>
            <a:lvl1pPr>
              <a:defRPr sz="16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1" name="Rectangle 20"/>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401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1222375" y="1945431"/>
            <a:ext cx="3106738" cy="2016211"/>
          </a:xfrm>
        </p:spPr>
        <p:txBody>
          <a:bodyPr>
            <a:normAutofit/>
          </a:bodyPr>
          <a:lstStyle>
            <a:lvl1pPr>
              <a:defRPr sz="2000">
                <a:solidFill>
                  <a:schemeClr val="accent2"/>
                </a:solidFill>
              </a:defRPr>
            </a:lvl1pPr>
          </a:lstStyle>
          <a:p>
            <a:endParaRPr lang="id-ID"/>
          </a:p>
        </p:txBody>
      </p:sp>
      <p:sp>
        <p:nvSpPr>
          <p:cNvPr id="9" name="Picture Placeholder 2"/>
          <p:cNvSpPr>
            <a:spLocks noGrp="1"/>
          </p:cNvSpPr>
          <p:nvPr>
            <p:ph type="pic" sz="quarter" idx="11"/>
          </p:nvPr>
        </p:nvSpPr>
        <p:spPr>
          <a:xfrm>
            <a:off x="4533786" y="1945431"/>
            <a:ext cx="3106738" cy="2016211"/>
          </a:xfrm>
        </p:spPr>
        <p:txBody>
          <a:bodyPr>
            <a:normAutofit/>
          </a:bodyPr>
          <a:lstStyle>
            <a:lvl1pPr>
              <a:defRPr sz="2000">
                <a:solidFill>
                  <a:schemeClr val="accent2"/>
                </a:solidFill>
              </a:defRPr>
            </a:lvl1pPr>
          </a:lstStyle>
          <a:p>
            <a:endParaRPr lang="id-ID"/>
          </a:p>
        </p:txBody>
      </p:sp>
      <p:sp>
        <p:nvSpPr>
          <p:cNvPr id="10" name="Picture Placeholder 2"/>
          <p:cNvSpPr>
            <a:spLocks noGrp="1"/>
          </p:cNvSpPr>
          <p:nvPr>
            <p:ph type="pic" sz="quarter" idx="12"/>
          </p:nvPr>
        </p:nvSpPr>
        <p:spPr>
          <a:xfrm>
            <a:off x="7858048" y="1945431"/>
            <a:ext cx="3106738" cy="2016211"/>
          </a:xfrm>
        </p:spPr>
        <p:txBody>
          <a:bodyPr>
            <a:normAutofit/>
          </a:bodyPr>
          <a:lstStyle>
            <a:lvl1pPr>
              <a:defRPr sz="2000">
                <a:solidFill>
                  <a:schemeClr val="accent2"/>
                </a:solidFill>
              </a:defRPr>
            </a:lvl1pPr>
          </a:lstStyle>
          <a:p>
            <a:endParaRPr lang="id-ID"/>
          </a:p>
        </p:txBody>
      </p:sp>
      <p:sp>
        <p:nvSpPr>
          <p:cNvPr id="11" name="Picture Placeholder 2"/>
          <p:cNvSpPr>
            <a:spLocks noGrp="1"/>
          </p:cNvSpPr>
          <p:nvPr>
            <p:ph type="pic" sz="quarter" idx="13"/>
          </p:nvPr>
        </p:nvSpPr>
        <p:spPr>
          <a:xfrm>
            <a:off x="1222375" y="4177345"/>
            <a:ext cx="3106738" cy="2016211"/>
          </a:xfrm>
        </p:spPr>
        <p:txBody>
          <a:bodyPr>
            <a:normAutofit/>
          </a:bodyPr>
          <a:lstStyle>
            <a:lvl1pPr>
              <a:defRPr sz="2000">
                <a:solidFill>
                  <a:schemeClr val="accent2"/>
                </a:solidFill>
              </a:defRPr>
            </a:lvl1pPr>
          </a:lstStyle>
          <a:p>
            <a:endParaRPr lang="id-ID"/>
          </a:p>
        </p:txBody>
      </p:sp>
      <p:sp>
        <p:nvSpPr>
          <p:cNvPr id="12" name="Picture Placeholder 2"/>
          <p:cNvSpPr>
            <a:spLocks noGrp="1"/>
          </p:cNvSpPr>
          <p:nvPr>
            <p:ph type="pic" sz="quarter" idx="14"/>
          </p:nvPr>
        </p:nvSpPr>
        <p:spPr>
          <a:xfrm>
            <a:off x="4533786" y="4177345"/>
            <a:ext cx="3106738" cy="2016211"/>
          </a:xfrm>
        </p:spPr>
        <p:txBody>
          <a:bodyPr>
            <a:normAutofit/>
          </a:bodyPr>
          <a:lstStyle>
            <a:lvl1pPr>
              <a:defRPr sz="2000">
                <a:solidFill>
                  <a:schemeClr val="accent2"/>
                </a:solidFill>
              </a:defRPr>
            </a:lvl1pPr>
          </a:lstStyle>
          <a:p>
            <a:endParaRPr lang="id-ID"/>
          </a:p>
        </p:txBody>
      </p:sp>
      <p:sp>
        <p:nvSpPr>
          <p:cNvPr id="13" name="Picture Placeholder 2"/>
          <p:cNvSpPr>
            <a:spLocks noGrp="1"/>
          </p:cNvSpPr>
          <p:nvPr>
            <p:ph type="pic" sz="quarter" idx="15"/>
          </p:nvPr>
        </p:nvSpPr>
        <p:spPr>
          <a:xfrm>
            <a:off x="7858048" y="4177345"/>
            <a:ext cx="3106738" cy="2016211"/>
          </a:xfrm>
        </p:spPr>
        <p:txBody>
          <a:bodyPr>
            <a:normAutofit/>
          </a:bodyPr>
          <a:lstStyle>
            <a:lvl1pPr>
              <a:defRPr sz="2000">
                <a:solidFill>
                  <a:schemeClr val="accent2"/>
                </a:solidFill>
              </a:defRPr>
            </a:lvl1pPr>
          </a:lstStyle>
          <a:p>
            <a:endParaRPr lang="id-ID"/>
          </a:p>
        </p:txBody>
      </p:sp>
      <p:sp>
        <p:nvSpPr>
          <p:cNvPr id="14" name="Freeform 5"/>
          <p:cNvSpPr>
            <a:spLocks/>
          </p:cNvSpPr>
          <p:nvPr userDrawn="1"/>
        </p:nvSpPr>
        <p:spPr bwMode="auto">
          <a:xfrm flipH="1">
            <a:off x="9305255" y="2655843"/>
            <a:ext cx="1337469" cy="1337469"/>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8" name="Freeform 5"/>
          <p:cNvSpPr>
            <a:spLocks/>
          </p:cNvSpPr>
          <p:nvPr userDrawn="1"/>
        </p:nvSpPr>
        <p:spPr bwMode="auto">
          <a:xfrm flipH="1">
            <a:off x="10870156" y="3855256"/>
            <a:ext cx="521440" cy="521440"/>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9" name="Freeform 5"/>
          <p:cNvSpPr>
            <a:spLocks/>
          </p:cNvSpPr>
          <p:nvPr userDrawn="1"/>
        </p:nvSpPr>
        <p:spPr bwMode="auto">
          <a:xfrm flipH="1">
            <a:off x="8352858" y="2453988"/>
            <a:ext cx="521761" cy="521761"/>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21" name="Rectangle 20"/>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Rectangle 21"/>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31" name="Group 30"/>
          <p:cNvGrpSpPr/>
          <p:nvPr userDrawn="1"/>
        </p:nvGrpSpPr>
        <p:grpSpPr>
          <a:xfrm>
            <a:off x="347419" y="6409324"/>
            <a:ext cx="224082" cy="221156"/>
            <a:chOff x="4328868" y="5502988"/>
            <a:chExt cx="500307" cy="493774"/>
          </a:xfrm>
        </p:grpSpPr>
        <p:sp>
          <p:nvSpPr>
            <p:cNvPr id="32" name="Freeform 31">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4" name="Group 33"/>
          <p:cNvGrpSpPr/>
          <p:nvPr userDrawn="1"/>
        </p:nvGrpSpPr>
        <p:grpSpPr>
          <a:xfrm flipH="1">
            <a:off x="933709" y="6409324"/>
            <a:ext cx="224082" cy="221156"/>
            <a:chOff x="4328868" y="5502988"/>
            <a:chExt cx="500307" cy="493774"/>
          </a:xfrm>
        </p:grpSpPr>
        <p:sp>
          <p:nvSpPr>
            <p:cNvPr id="35" name="Freeform 34">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6" name="Freeform 35">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7" name="Straight Connector 36"/>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15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1192213" y="2152650"/>
            <a:ext cx="3206750" cy="3138488"/>
          </a:xfrm>
        </p:spPr>
        <p:txBody>
          <a:bodyPr>
            <a:normAutofit/>
          </a:bodyPr>
          <a:lstStyle>
            <a:lvl1pPr>
              <a:defRPr sz="1600">
                <a:solidFill>
                  <a:schemeClr val="accent2"/>
                </a:solidFill>
              </a:defRPr>
            </a:lvl1pPr>
          </a:lstStyle>
          <a:p>
            <a:endParaRPr lang="id-ID"/>
          </a:p>
        </p:txBody>
      </p:sp>
      <p:sp>
        <p:nvSpPr>
          <p:cNvPr id="16" name="Picture Placeholder 14"/>
          <p:cNvSpPr>
            <a:spLocks noGrp="1"/>
          </p:cNvSpPr>
          <p:nvPr>
            <p:ph type="pic" sz="quarter" idx="11"/>
          </p:nvPr>
        </p:nvSpPr>
        <p:spPr>
          <a:xfrm>
            <a:off x="4487822" y="2152650"/>
            <a:ext cx="3206750" cy="3138488"/>
          </a:xfrm>
        </p:spPr>
        <p:txBody>
          <a:bodyPr>
            <a:normAutofit/>
          </a:bodyPr>
          <a:lstStyle>
            <a:lvl1pPr>
              <a:defRPr sz="1600">
                <a:solidFill>
                  <a:schemeClr val="accent2"/>
                </a:solidFill>
              </a:defRPr>
            </a:lvl1pPr>
          </a:lstStyle>
          <a:p>
            <a:endParaRPr lang="id-ID"/>
          </a:p>
        </p:txBody>
      </p:sp>
      <p:sp>
        <p:nvSpPr>
          <p:cNvPr id="17" name="Picture Placeholder 14"/>
          <p:cNvSpPr>
            <a:spLocks noGrp="1"/>
          </p:cNvSpPr>
          <p:nvPr>
            <p:ph type="pic" sz="quarter" idx="12"/>
          </p:nvPr>
        </p:nvSpPr>
        <p:spPr>
          <a:xfrm>
            <a:off x="7809924" y="2152650"/>
            <a:ext cx="3206750" cy="3138488"/>
          </a:xfrm>
        </p:spPr>
        <p:txBody>
          <a:bodyPr>
            <a:normAutofit/>
          </a:bodyPr>
          <a:lstStyle>
            <a:lvl1pPr>
              <a:defRPr sz="1600">
                <a:solidFill>
                  <a:schemeClr val="accent2"/>
                </a:solidFill>
              </a:defRPr>
            </a:lvl1pPr>
          </a:lstStyle>
          <a:p>
            <a:endParaRPr lang="id-ID"/>
          </a:p>
        </p:txBody>
      </p:sp>
      <p:sp>
        <p:nvSpPr>
          <p:cNvPr id="25" name="Rectangle 2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Rectangle 2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7" name="TextBox 2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8" name="Group 27"/>
          <p:cNvGrpSpPr/>
          <p:nvPr userDrawn="1"/>
        </p:nvGrpSpPr>
        <p:grpSpPr>
          <a:xfrm>
            <a:off x="347419" y="6409324"/>
            <a:ext cx="224082" cy="221156"/>
            <a:chOff x="4328868" y="5502988"/>
            <a:chExt cx="500307" cy="493774"/>
          </a:xfrm>
        </p:grpSpPr>
        <p:sp>
          <p:nvSpPr>
            <p:cNvPr id="29" name="Freeform 28">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1" name="Group 30"/>
          <p:cNvGrpSpPr/>
          <p:nvPr userDrawn="1"/>
        </p:nvGrpSpPr>
        <p:grpSpPr>
          <a:xfrm flipH="1">
            <a:off x="933709" y="6409324"/>
            <a:ext cx="224082" cy="221156"/>
            <a:chOff x="4328868" y="5502988"/>
            <a:chExt cx="500307" cy="493774"/>
          </a:xfrm>
        </p:grpSpPr>
        <p:sp>
          <p:nvSpPr>
            <p:cNvPr id="32" name="Freeform 31">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4" name="Straight Connector 3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67341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8" name="Picture Placeholder 3"/>
          <p:cNvSpPr>
            <a:spLocks noGrp="1"/>
          </p:cNvSpPr>
          <p:nvPr>
            <p:ph type="pic" sz="quarter" idx="10"/>
          </p:nvPr>
        </p:nvSpPr>
        <p:spPr>
          <a:xfrm>
            <a:off x="1045466" y="2283008"/>
            <a:ext cx="4969744" cy="3753338"/>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1"/>
          </p:nvPr>
        </p:nvSpPr>
        <p:spPr>
          <a:xfrm>
            <a:off x="6516763" y="2283008"/>
            <a:ext cx="4969744" cy="3753338"/>
          </a:xfrm>
        </p:spPr>
        <p:txBody>
          <a:bodyPr>
            <a:normAutofit/>
          </a:bodyPr>
          <a:lstStyle>
            <a:lvl1pPr>
              <a:defRPr sz="18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3994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10" name="Picture Placeholder 3"/>
          <p:cNvSpPr>
            <a:spLocks noGrp="1"/>
          </p:cNvSpPr>
          <p:nvPr>
            <p:ph type="pic" sz="quarter" idx="10"/>
          </p:nvPr>
        </p:nvSpPr>
        <p:spPr>
          <a:xfrm>
            <a:off x="1045466" y="2283008"/>
            <a:ext cx="4969744" cy="3753338"/>
          </a:xfrm>
        </p:spPr>
        <p:txBody>
          <a:bodyPr>
            <a:normAutofit/>
          </a:bodyPr>
          <a:lstStyle>
            <a:lvl1pPr>
              <a:defRPr sz="20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247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3143250"/>
          </a:xfrm>
        </p:spPr>
        <p:txBody>
          <a:bodyPr>
            <a:normAutofit/>
          </a:bodyPr>
          <a:lstStyle>
            <a:lvl1pPr>
              <a:defRPr sz="2000">
                <a:solidFill>
                  <a:schemeClr val="accent2"/>
                </a:solidFill>
              </a:defRPr>
            </a:lvl1pPr>
          </a:lstStyle>
          <a:p>
            <a:endParaRPr lang="id-ID"/>
          </a:p>
        </p:txBody>
      </p:sp>
      <p:sp>
        <p:nvSpPr>
          <p:cNvPr id="8" name="Picture Placeholder 3"/>
          <p:cNvSpPr>
            <a:spLocks noGrp="1"/>
          </p:cNvSpPr>
          <p:nvPr>
            <p:ph type="pic" sz="quarter" idx="11"/>
          </p:nvPr>
        </p:nvSpPr>
        <p:spPr>
          <a:xfrm>
            <a:off x="1456589" y="1280867"/>
            <a:ext cx="1550340" cy="2598991"/>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0"/>
          </p:nvPr>
        </p:nvSpPr>
        <p:spPr>
          <a:xfrm>
            <a:off x="2855740" y="839411"/>
            <a:ext cx="1776413" cy="2977979"/>
          </a:xfrm>
        </p:spPr>
        <p:txBody>
          <a:bodyPr>
            <a:normAutofit/>
          </a:bodyPr>
          <a:lstStyle>
            <a:lvl1pPr>
              <a:defRPr sz="1800">
                <a:solidFill>
                  <a:schemeClr val="accent2"/>
                </a:solidFill>
              </a:defRPr>
            </a:lvl1pPr>
          </a:lstStyle>
          <a:p>
            <a:endParaRPr lang="id-ID"/>
          </a:p>
        </p:txBody>
      </p:sp>
      <p:sp>
        <p:nvSpPr>
          <p:cNvPr id="15" name="Rectangle 1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Rectangle 1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833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0" name="Picture Placeholder 3"/>
          <p:cNvSpPr>
            <a:spLocks noGrp="1"/>
          </p:cNvSpPr>
          <p:nvPr>
            <p:ph type="pic" sz="quarter" idx="11"/>
          </p:nvPr>
        </p:nvSpPr>
        <p:spPr>
          <a:xfrm>
            <a:off x="5266299" y="3164617"/>
            <a:ext cx="6819990" cy="4020519"/>
          </a:xfrm>
        </p:spPr>
        <p:txBody>
          <a:bodyPr>
            <a:normAutofit/>
          </a:bodyPr>
          <a:lstStyle>
            <a:lvl1pPr>
              <a:defRPr sz="18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0782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23813"/>
            <a:ext cx="12192000" cy="4117976"/>
          </a:xfrm>
        </p:spPr>
        <p:txBody>
          <a:bodyPr/>
          <a:lstStyle>
            <a:lvl1pPr>
              <a:defRPr>
                <a:solidFill>
                  <a:schemeClr val="accent2"/>
                </a:solidFill>
              </a:defRPr>
            </a:lvl1pPr>
          </a:lstStyle>
          <a:p>
            <a:endParaRPr lang="id-ID"/>
          </a:p>
        </p:txBody>
      </p:sp>
      <p:sp>
        <p:nvSpPr>
          <p:cNvPr id="8" name="Picture Placeholder 3"/>
          <p:cNvSpPr>
            <a:spLocks noGrp="1"/>
          </p:cNvSpPr>
          <p:nvPr>
            <p:ph type="pic" sz="quarter" idx="10"/>
          </p:nvPr>
        </p:nvSpPr>
        <p:spPr>
          <a:xfrm>
            <a:off x="6502324" y="662473"/>
            <a:ext cx="2734983" cy="2969860"/>
          </a:xfrm>
          <a:custGeom>
            <a:avLst/>
            <a:gdLst>
              <a:gd name="connsiteX0" fmla="*/ 0 w 2091170"/>
              <a:gd name="connsiteY0" fmla="*/ 0 h 3109819"/>
              <a:gd name="connsiteX1" fmla="*/ 2091170 w 2091170"/>
              <a:gd name="connsiteY1" fmla="*/ 0 h 3109819"/>
              <a:gd name="connsiteX2" fmla="*/ 2091170 w 2091170"/>
              <a:gd name="connsiteY2" fmla="*/ 3109819 h 3109819"/>
              <a:gd name="connsiteX3" fmla="*/ 0 w 2091170"/>
              <a:gd name="connsiteY3" fmla="*/ 3109819 h 3109819"/>
              <a:gd name="connsiteX4" fmla="*/ 0 w 2091170"/>
              <a:gd name="connsiteY4" fmla="*/ 0 h 3109819"/>
              <a:gd name="connsiteX0" fmla="*/ 0 w 2091170"/>
              <a:gd name="connsiteY0" fmla="*/ 317241 h 3427060"/>
              <a:gd name="connsiteX1" fmla="*/ 1363383 w 2091170"/>
              <a:gd name="connsiteY1" fmla="*/ 0 h 3427060"/>
              <a:gd name="connsiteX2" fmla="*/ 2091170 w 2091170"/>
              <a:gd name="connsiteY2" fmla="*/ 3427060 h 3427060"/>
              <a:gd name="connsiteX3" fmla="*/ 0 w 2091170"/>
              <a:gd name="connsiteY3" fmla="*/ 3427060 h 3427060"/>
              <a:gd name="connsiteX4" fmla="*/ 0 w 2091170"/>
              <a:gd name="connsiteY4" fmla="*/ 317241 h 3427060"/>
              <a:gd name="connsiteX0" fmla="*/ 0 w 2734983"/>
              <a:gd name="connsiteY0" fmla="*/ 317241 h 3427060"/>
              <a:gd name="connsiteX1" fmla="*/ 1363383 w 2734983"/>
              <a:gd name="connsiteY1" fmla="*/ 0 h 3427060"/>
              <a:gd name="connsiteX2" fmla="*/ 2734983 w 2734983"/>
              <a:gd name="connsiteY2" fmla="*/ 2521990 h 3427060"/>
              <a:gd name="connsiteX3" fmla="*/ 0 w 2734983"/>
              <a:gd name="connsiteY3" fmla="*/ 3427060 h 3427060"/>
              <a:gd name="connsiteX4" fmla="*/ 0 w 2734983"/>
              <a:gd name="connsiteY4" fmla="*/ 317241 h 3427060"/>
              <a:gd name="connsiteX0" fmla="*/ 0 w 2734983"/>
              <a:gd name="connsiteY0" fmla="*/ 317241 h 2969860"/>
              <a:gd name="connsiteX1" fmla="*/ 1363383 w 2734983"/>
              <a:gd name="connsiteY1" fmla="*/ 0 h 2969860"/>
              <a:gd name="connsiteX2" fmla="*/ 2734983 w 2734983"/>
              <a:gd name="connsiteY2" fmla="*/ 2521990 h 2969860"/>
              <a:gd name="connsiteX3" fmla="*/ 1408923 w 2734983"/>
              <a:gd name="connsiteY3" fmla="*/ 2969860 h 2969860"/>
              <a:gd name="connsiteX4" fmla="*/ 0 w 2734983"/>
              <a:gd name="connsiteY4" fmla="*/ 317241 h 2969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4983" h="2969860">
                <a:moveTo>
                  <a:pt x="0" y="317241"/>
                </a:moveTo>
                <a:lnTo>
                  <a:pt x="1363383" y="0"/>
                </a:lnTo>
                <a:lnTo>
                  <a:pt x="2734983" y="2521990"/>
                </a:lnTo>
                <a:lnTo>
                  <a:pt x="1408923" y="2969860"/>
                </a:lnTo>
                <a:lnTo>
                  <a:pt x="0" y="317241"/>
                </a:lnTo>
                <a:close/>
              </a:path>
            </a:pathLst>
          </a:custGeom>
        </p:spPr>
        <p:txBody>
          <a:bodyPr>
            <a:normAutofit/>
          </a:bodyPr>
          <a:lstStyle>
            <a:lvl1pPr>
              <a:defRPr sz="1600">
                <a:solidFill>
                  <a:schemeClr val="bg1"/>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1021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9" name="Rectangle 8"/>
          <p:cNvSpPr/>
          <p:nvPr userDrawn="1"/>
        </p:nvSpPr>
        <p:spPr>
          <a:xfrm>
            <a:off x="-2" y="0"/>
            <a:ext cx="12187314" cy="4000500"/>
          </a:xfrm>
          <a:prstGeom prst="rect">
            <a:avLst/>
          </a:prstGeom>
          <a:solidFill>
            <a:srgbClr val="0B2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0"/>
          </p:nvPr>
        </p:nvSpPr>
        <p:spPr>
          <a:xfrm>
            <a:off x="4265098" y="1704098"/>
            <a:ext cx="3633145" cy="2288465"/>
          </a:xfrm>
        </p:spPr>
        <p:txBody>
          <a:bodyPr>
            <a:normAutofit/>
          </a:bodyPr>
          <a:lstStyle>
            <a:lvl1pPr>
              <a:defRPr sz="20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016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0" y="2140431"/>
            <a:ext cx="12192000" cy="3241193"/>
          </a:xfrm>
        </p:spPr>
        <p:txBody>
          <a:bodyPr/>
          <a:lstStyle>
            <a:lvl1pPr>
              <a:defRPr>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196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516313"/>
            <a:ext cx="1366837" cy="1366837"/>
          </a:xfrm>
          <a:prstGeom prst="ellipse">
            <a:avLst/>
          </a:prstGeom>
          <a:ln w="57150">
            <a:solidFill>
              <a:schemeClr val="accent1"/>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823209"/>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Rectangle 22"/>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0222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614791"/>
            <a:ext cx="1366837" cy="1366837"/>
          </a:xfrm>
          <a:prstGeom prst="ellipse">
            <a:avLst/>
          </a:prstGeom>
          <a:ln w="57150">
            <a:solidFill>
              <a:schemeClr val="accent5"/>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921687"/>
            <a:ext cx="1366837" cy="1366837"/>
          </a:xfrm>
          <a:prstGeom prst="ellipse">
            <a:avLst/>
          </a:prstGeom>
          <a:ln w="57150">
            <a:solidFill>
              <a:schemeClr val="accent6"/>
            </a:solidFill>
          </a:ln>
        </p:spPr>
        <p:txBody>
          <a:bodyPr>
            <a:normAutofit/>
          </a:bodyPr>
          <a:lstStyle>
            <a:lvl1pPr>
              <a:defRPr sz="1400">
                <a:solidFill>
                  <a:schemeClr val="accent2"/>
                </a:solidFill>
              </a:defRPr>
            </a:lvl1pPr>
          </a:lstStyle>
          <a:p>
            <a:endParaRPr lang="id-ID"/>
          </a:p>
        </p:txBody>
      </p:sp>
      <p:sp>
        <p:nvSpPr>
          <p:cNvPr id="49" name="Picture Placeholder 3"/>
          <p:cNvSpPr>
            <a:spLocks noGrp="1"/>
          </p:cNvSpPr>
          <p:nvPr>
            <p:ph type="pic" sz="quarter" idx="12"/>
          </p:nvPr>
        </p:nvSpPr>
        <p:spPr>
          <a:xfrm>
            <a:off x="1296106" y="971203"/>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a:p>
        </p:txBody>
      </p:sp>
      <p:sp>
        <p:nvSpPr>
          <p:cNvPr id="50" name="Picture Placeholder 3"/>
          <p:cNvSpPr>
            <a:spLocks noGrp="1"/>
          </p:cNvSpPr>
          <p:nvPr>
            <p:ph type="pic" sz="quarter" idx="13"/>
          </p:nvPr>
        </p:nvSpPr>
        <p:spPr>
          <a:xfrm>
            <a:off x="9529057" y="2278099"/>
            <a:ext cx="1366837" cy="1366837"/>
          </a:xfrm>
          <a:prstGeom prst="ellipse">
            <a:avLst/>
          </a:prstGeom>
          <a:ln w="57150">
            <a:solidFill>
              <a:schemeClr val="accent4"/>
            </a:solidFill>
          </a:ln>
        </p:spPr>
        <p:txBody>
          <a:bodyPr>
            <a:normAutofit/>
          </a:bodyPr>
          <a:lstStyle>
            <a:lvl1pPr>
              <a:defRPr sz="1400">
                <a:solidFill>
                  <a:schemeClr val="accent2"/>
                </a:solidFill>
              </a:defRPr>
            </a:lvl1pPr>
          </a:lstStyle>
          <a:p>
            <a:endParaRPr lang="id-ID"/>
          </a:p>
        </p:txBody>
      </p:sp>
      <p:sp>
        <p:nvSpPr>
          <p:cNvPr id="24" name="Rectangle 2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Rectangle 2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TextBox 2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7" name="Group 26"/>
          <p:cNvGrpSpPr/>
          <p:nvPr userDrawn="1"/>
        </p:nvGrpSpPr>
        <p:grpSpPr>
          <a:xfrm>
            <a:off x="347419" y="6409324"/>
            <a:ext cx="224082" cy="221156"/>
            <a:chOff x="4328868" y="5502988"/>
            <a:chExt cx="500307" cy="493774"/>
          </a:xfrm>
        </p:grpSpPr>
        <p:sp>
          <p:nvSpPr>
            <p:cNvPr id="28" name="Freeform 2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0" name="Group 29"/>
          <p:cNvGrpSpPr/>
          <p:nvPr userDrawn="1"/>
        </p:nvGrpSpPr>
        <p:grpSpPr>
          <a:xfrm flipH="1">
            <a:off x="933709" y="6409324"/>
            <a:ext cx="224082" cy="221156"/>
            <a:chOff x="4328868" y="5502988"/>
            <a:chExt cx="500307" cy="493774"/>
          </a:xfrm>
        </p:grpSpPr>
        <p:sp>
          <p:nvSpPr>
            <p:cNvPr id="31" name="Freeform 3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2" name="Freeform 3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3" name="Straight Connector 3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7882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3"/>
          <p:cNvSpPr>
            <a:spLocks noGrp="1"/>
          </p:cNvSpPr>
          <p:nvPr>
            <p:ph type="pic" sz="quarter" idx="12"/>
          </p:nvPr>
        </p:nvSpPr>
        <p:spPr>
          <a:xfrm>
            <a:off x="1296106" y="971203"/>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a:p>
        </p:txBody>
      </p:sp>
      <p:sp>
        <p:nvSpPr>
          <p:cNvPr id="10" name="Picture Placeholder 3"/>
          <p:cNvSpPr>
            <a:spLocks noGrp="1"/>
          </p:cNvSpPr>
          <p:nvPr>
            <p:ph type="pic" sz="quarter" idx="13"/>
          </p:nvPr>
        </p:nvSpPr>
        <p:spPr>
          <a:xfrm>
            <a:off x="9529057" y="2278099"/>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0532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sz="quarter" idx="10"/>
          </p:nvPr>
        </p:nvSpPr>
        <p:spPr>
          <a:xfrm>
            <a:off x="4937125" y="3083109"/>
            <a:ext cx="2317750" cy="2317750"/>
          </a:xfrm>
          <a:prstGeom prst="ellipse">
            <a:avLst/>
          </a:prstGeom>
          <a:ln w="98425">
            <a:solidFill>
              <a:srgbClr val="0B2951"/>
            </a:solidFill>
          </a:ln>
        </p:spPr>
        <p:txBody>
          <a:bodyPr>
            <a:normAutofit/>
          </a:bodyPr>
          <a:lstStyle>
            <a:lvl1pPr>
              <a:defRPr sz="2400">
                <a:solidFill>
                  <a:schemeClr val="accent2"/>
                </a:solidFill>
              </a:defRPr>
            </a:lvl1pPr>
          </a:lstStyle>
          <a:p>
            <a:endParaRPr lang="id-ID"/>
          </a:p>
        </p:txBody>
      </p:sp>
    </p:spTree>
    <p:extLst>
      <p:ext uri="{BB962C8B-B14F-4D97-AF65-F5344CB8AC3E}">
        <p14:creationId xmlns:p14="http://schemas.microsoft.com/office/powerpoint/2010/main" val="103575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5399088"/>
          </a:xfrm>
        </p:spPr>
        <p:txBody>
          <a:bodyPr>
            <a:normAutofit/>
          </a:bodyPr>
          <a:lstStyle>
            <a:lvl1pPr>
              <a:defRPr sz="36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193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47071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07738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3FBC63-C649-42C3-9C85-0F873F8F0B35}" type="datetimeFigureOut">
              <a:rPr lang="id-ID" smtClean="0"/>
              <a:pPr/>
              <a:t>24/09/2025</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6DFD3-2AF0-4B06-81C8-CF1C6F54D29C}" type="slidenum">
              <a:rPr lang="id-ID" smtClean="0"/>
              <a:pPr/>
              <a:t>‹#›</a:t>
            </a:fld>
            <a:endParaRPr lang="id-ID"/>
          </a:p>
        </p:txBody>
      </p:sp>
    </p:spTree>
    <p:extLst>
      <p:ext uri="{BB962C8B-B14F-4D97-AF65-F5344CB8AC3E}">
        <p14:creationId xmlns:p14="http://schemas.microsoft.com/office/powerpoint/2010/main" val="1373060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59" r:id="rId13"/>
    <p:sldLayoutId id="2147483661" r:id="rId14"/>
    <p:sldLayoutId id="2147483662" r:id="rId15"/>
    <p:sldLayoutId id="2147483663" r:id="rId16"/>
    <p:sldLayoutId id="2147483664" r:id="rId17"/>
    <p:sldLayoutId id="2147483665" r:id="rId18"/>
    <p:sldLayoutId id="2147483666" r:id="rId19"/>
    <p:sldLayoutId id="2147483670" r:id="rId20"/>
    <p:sldLayoutId id="2147483668" r:id="rId21"/>
    <p:sldLayoutId id="2147483667" r:id="rId22"/>
    <p:sldLayoutId id="2147483669" r:id="rId23"/>
    <p:sldLayoutId id="2147483672" r:id="rId24"/>
    <p:sldLayoutId id="2147483674" r:id="rId25"/>
    <p:sldLayoutId id="2147483690" r:id="rId26"/>
    <p:sldLayoutId id="2147483691"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www.xcelcorp.com/" TargetMode="External"/><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6.xml"/><Relationship Id="rId6" Type="http://schemas.openxmlformats.org/officeDocument/2006/relationships/image" Target="../media/image5.png"/><Relationship Id="rId11" Type="http://schemas.openxmlformats.org/officeDocument/2006/relationships/comments" Target="../comments/comment1.xml"/><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hyperlink" Target="https://nyinst.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fif"/><Relationship Id="rId1" Type="http://schemas.openxmlformats.org/officeDocument/2006/relationships/slideLayout" Target="../slideLayouts/slideLayout8.xml"/><Relationship Id="rId5" Type="http://schemas.openxmlformats.org/officeDocument/2006/relationships/image" Target="../media/image17.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6.xml"/><Relationship Id="rId6" Type="http://schemas.openxmlformats.org/officeDocument/2006/relationships/image" Target="../media/image22.png"/><Relationship Id="rId5" Type="http://schemas.openxmlformats.org/officeDocument/2006/relationships/image" Target="../media/image21.jpeg"/><Relationship Id="rId10" Type="http://schemas.openxmlformats.org/officeDocument/2006/relationships/comments" Target="../comments/comment2.xml"/><Relationship Id="rId4" Type="http://schemas.openxmlformats.org/officeDocument/2006/relationships/image" Target="../media/image20.sv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6.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2.jpg"/><Relationship Id="rId5" Type="http://schemas.openxmlformats.org/officeDocument/2006/relationships/image" Target="../media/image31.jpeg"/><Relationship Id="rId4" Type="http://schemas.openxmlformats.org/officeDocument/2006/relationships/image" Target="../media/image30.jpe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g"/><Relationship Id="rId4" Type="http://schemas.openxmlformats.org/officeDocument/2006/relationships/image" Target="../media/image37.jpe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image" Target="../media/image43.jpeg"/><Relationship Id="rId7" Type="http://schemas.openxmlformats.org/officeDocument/2006/relationships/image" Target="../media/image47.jpeg"/><Relationship Id="rId12" Type="http://schemas.openxmlformats.org/officeDocument/2006/relationships/image" Target="../media/image52.jpe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46.jpe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jpeg"/><Relationship Id="rId4" Type="http://schemas.openxmlformats.org/officeDocument/2006/relationships/image" Target="../media/image44.jpeg"/><Relationship Id="rId9" Type="http://schemas.openxmlformats.org/officeDocument/2006/relationships/image" Target="../media/image49.jpeg"/></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55.png"/><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image" Target="../media/image59.jpeg"/><Relationship Id="rId7" Type="http://schemas.openxmlformats.org/officeDocument/2006/relationships/image" Target="../media/image6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62.jpeg"/><Relationship Id="rId5" Type="http://schemas.openxmlformats.org/officeDocument/2006/relationships/image" Target="../media/image61.png"/><Relationship Id="rId4" Type="http://schemas.openxmlformats.org/officeDocument/2006/relationships/image" Target="../media/image60.jpeg"/></Relationships>
</file>

<file path=ppt/slides/_rels/slide1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jpeg"/><Relationship Id="rId7" Type="http://schemas.openxmlformats.org/officeDocument/2006/relationships/image" Target="../media/image6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jpeg"/></Relationships>
</file>

<file path=ppt/slides/_rels/slide1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image" Target="../media/image73.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 Type="http://schemas.openxmlformats.org/officeDocument/2006/relationships/image" Target="../media/image72.png"/><Relationship Id="rId16" Type="http://schemas.openxmlformats.org/officeDocument/2006/relationships/image" Target="../media/image86.png"/><Relationship Id="rId20" Type="http://schemas.openxmlformats.org/officeDocument/2006/relationships/image" Target="../media/image90.jpeg"/><Relationship Id="rId1" Type="http://schemas.openxmlformats.org/officeDocument/2006/relationships/slideLayout" Target="../slideLayouts/slideLayout27.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23" Type="http://schemas.openxmlformats.org/officeDocument/2006/relationships/image" Target="../media/image93.jpeg"/><Relationship Id="rId10" Type="http://schemas.openxmlformats.org/officeDocument/2006/relationships/image" Target="../media/image80.png"/><Relationship Id="rId19" Type="http://schemas.openxmlformats.org/officeDocument/2006/relationships/image" Target="../media/image89.png"/><Relationship Id="rId4" Type="http://schemas.openxmlformats.org/officeDocument/2006/relationships/image" Target="../media/image74.jpeg"/><Relationship Id="rId9" Type="http://schemas.openxmlformats.org/officeDocument/2006/relationships/image" Target="../media/image79.png"/><Relationship Id="rId14" Type="http://schemas.openxmlformats.org/officeDocument/2006/relationships/image" Target="../media/image84.png"/><Relationship Id="rId22" Type="http://schemas.openxmlformats.org/officeDocument/2006/relationships/image" Target="../media/image92.png"/></Relationships>
</file>

<file path=ppt/slides/_rels/slide21.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png"/><Relationship Id="rId18" Type="http://schemas.openxmlformats.org/officeDocument/2006/relationships/image" Target="../media/image88.png"/><Relationship Id="rId3" Type="http://schemas.openxmlformats.org/officeDocument/2006/relationships/image" Target="../media/image94.png"/><Relationship Id="rId21" Type="http://schemas.openxmlformats.org/officeDocument/2006/relationships/image" Target="../media/image101.jpeg"/><Relationship Id="rId7" Type="http://schemas.openxmlformats.org/officeDocument/2006/relationships/image" Target="../media/image76.png"/><Relationship Id="rId12" Type="http://schemas.openxmlformats.org/officeDocument/2006/relationships/image" Target="../media/image98.png"/><Relationship Id="rId17" Type="http://schemas.openxmlformats.org/officeDocument/2006/relationships/image" Target="../media/image86.png"/><Relationship Id="rId2" Type="http://schemas.openxmlformats.org/officeDocument/2006/relationships/image" Target="../media/image72.png"/><Relationship Id="rId16" Type="http://schemas.openxmlformats.org/officeDocument/2006/relationships/image" Target="../media/image85.png"/><Relationship Id="rId20" Type="http://schemas.openxmlformats.org/officeDocument/2006/relationships/image" Target="../media/image100.jpeg"/><Relationship Id="rId1" Type="http://schemas.openxmlformats.org/officeDocument/2006/relationships/slideLayout" Target="../slideLayouts/slideLayout27.xml"/><Relationship Id="rId6" Type="http://schemas.openxmlformats.org/officeDocument/2006/relationships/image" Target="../media/image96.png"/><Relationship Id="rId11" Type="http://schemas.openxmlformats.org/officeDocument/2006/relationships/image" Target="../media/image97.png"/><Relationship Id="rId24" Type="http://schemas.openxmlformats.org/officeDocument/2006/relationships/image" Target="../media/image104.png"/><Relationship Id="rId5" Type="http://schemas.openxmlformats.org/officeDocument/2006/relationships/image" Target="../media/image73.png"/><Relationship Id="rId15" Type="http://schemas.openxmlformats.org/officeDocument/2006/relationships/image" Target="../media/image99.png"/><Relationship Id="rId23" Type="http://schemas.openxmlformats.org/officeDocument/2006/relationships/image" Target="../media/image103.jpeg"/><Relationship Id="rId10" Type="http://schemas.openxmlformats.org/officeDocument/2006/relationships/image" Target="../media/image79.png"/><Relationship Id="rId19" Type="http://schemas.openxmlformats.org/officeDocument/2006/relationships/image" Target="../media/image89.png"/><Relationship Id="rId4" Type="http://schemas.openxmlformats.org/officeDocument/2006/relationships/image" Target="../media/image95.png"/><Relationship Id="rId9" Type="http://schemas.openxmlformats.org/officeDocument/2006/relationships/image" Target="../media/image78.png"/><Relationship Id="rId14" Type="http://schemas.openxmlformats.org/officeDocument/2006/relationships/image" Target="../media/image87.png"/><Relationship Id="rId22" Type="http://schemas.openxmlformats.org/officeDocument/2006/relationships/image" Target="../media/image102.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5.jpe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8" Type="http://schemas.openxmlformats.org/officeDocument/2006/relationships/hyperlink" Target="https://www.facebook.com/Orena-Solutions-Product-Selling-110706817458448" TargetMode="External"/><Relationship Id="rId13" Type="http://schemas.openxmlformats.org/officeDocument/2006/relationships/hyperlink" Target="https://www.linkedin.com/in/orena-solutions-foreign-collaboration-9040921b8/" TargetMode="External"/><Relationship Id="rId3" Type="http://schemas.openxmlformats.org/officeDocument/2006/relationships/image" Target="../media/image106.png"/><Relationship Id="rId7" Type="http://schemas.openxmlformats.org/officeDocument/2006/relationships/hyperlink" Target="https://www.facebook.com/Orena-Solutions-Foreign-Collaboration-115696676956782" TargetMode="External"/><Relationship Id="rId12" Type="http://schemas.openxmlformats.org/officeDocument/2006/relationships/hyperlink" Target="https://www.linkedin.com/in/orena-solutions-development-0291251b8/" TargetMode="External"/><Relationship Id="rId17" Type="http://schemas.openxmlformats.org/officeDocument/2006/relationships/hyperlink" Target="https://www.instagram.com/orena_solutions/" TargetMode="External"/><Relationship Id="rId2" Type="http://schemas.openxmlformats.org/officeDocument/2006/relationships/image" Target="../media/image9.png"/><Relationship Id="rId16" Type="http://schemas.openxmlformats.org/officeDocument/2006/relationships/hyperlink" Target="https://www.instagram.com/orena.sproductselling/" TargetMode="External"/><Relationship Id="rId1" Type="http://schemas.openxmlformats.org/officeDocument/2006/relationships/slideLayout" Target="../slideLayouts/slideLayout25.xml"/><Relationship Id="rId6" Type="http://schemas.openxmlformats.org/officeDocument/2006/relationships/image" Target="../media/image108.jpeg"/><Relationship Id="rId11" Type="http://schemas.openxmlformats.org/officeDocument/2006/relationships/hyperlink" Target="https://www.linkedin.com/company/67207228/admin/" TargetMode="External"/><Relationship Id="rId5" Type="http://schemas.openxmlformats.org/officeDocument/2006/relationships/hyperlink" Target="https://www.facebook.com/orena.solutions" TargetMode="External"/><Relationship Id="rId15" Type="http://schemas.openxmlformats.org/officeDocument/2006/relationships/hyperlink" Target="https://www.instagram.com/os_foreign_collaboration/" TargetMode="External"/><Relationship Id="rId10" Type="http://schemas.openxmlformats.org/officeDocument/2006/relationships/hyperlink" Target="https://www.linkedin.com/in/orenasolutions/" TargetMode="External"/><Relationship Id="rId4" Type="http://schemas.openxmlformats.org/officeDocument/2006/relationships/image" Target="../media/image107.png"/><Relationship Id="rId9" Type="http://schemas.openxmlformats.org/officeDocument/2006/relationships/hyperlink" Target="https://www.facebook.com/Orena-Solutions-Development-106234737913372" TargetMode="External"/><Relationship Id="rId14" Type="http://schemas.openxmlformats.org/officeDocument/2006/relationships/hyperlink" Target="https://www.linkedin.com/in/orena-solutions-product-selling-3750931b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2138" y="6240643"/>
            <a:ext cx="11402457" cy="678535"/>
            <a:chOff x="0" y="0"/>
            <a:chExt cx="2198633" cy="146673"/>
          </a:xfrm>
        </p:grpSpPr>
        <p:sp>
          <p:nvSpPr>
            <p:cNvPr id="3" name="Freeform 3"/>
            <p:cNvSpPr/>
            <p:nvPr/>
          </p:nvSpPr>
          <p:spPr>
            <a:xfrm>
              <a:off x="3624" y="0"/>
              <a:ext cx="2191384" cy="146673"/>
            </a:xfrm>
            <a:custGeom>
              <a:avLst/>
              <a:gdLst/>
              <a:ahLst/>
              <a:cxnLst/>
              <a:rect l="l" t="t" r="r" b="b"/>
              <a:pathLst>
                <a:path w="2191384" h="146673">
                  <a:moveTo>
                    <a:pt x="1986227" y="0"/>
                  </a:moveTo>
                  <a:lnTo>
                    <a:pt x="1958" y="0"/>
                  </a:lnTo>
                  <a:cubicBezTo>
                    <a:pt x="1175" y="0"/>
                    <a:pt x="482" y="505"/>
                    <a:pt x="241" y="1249"/>
                  </a:cubicBezTo>
                  <a:cubicBezTo>
                    <a:pt x="0" y="1994"/>
                    <a:pt x="267" y="2809"/>
                    <a:pt x="902" y="3267"/>
                  </a:cubicBezTo>
                  <a:lnTo>
                    <a:pt x="195050" y="143406"/>
                  </a:lnTo>
                  <a:cubicBezTo>
                    <a:pt x="197992" y="145530"/>
                    <a:pt x="201529" y="146673"/>
                    <a:pt x="205158" y="146673"/>
                  </a:cubicBezTo>
                  <a:lnTo>
                    <a:pt x="2189427" y="146673"/>
                  </a:lnTo>
                  <a:cubicBezTo>
                    <a:pt x="2190210" y="146673"/>
                    <a:pt x="2190903" y="146168"/>
                    <a:pt x="2191144" y="145424"/>
                  </a:cubicBezTo>
                  <a:cubicBezTo>
                    <a:pt x="2191385" y="144679"/>
                    <a:pt x="2191118" y="143864"/>
                    <a:pt x="2190483" y="143406"/>
                  </a:cubicBezTo>
                  <a:lnTo>
                    <a:pt x="1996335" y="3267"/>
                  </a:lnTo>
                  <a:cubicBezTo>
                    <a:pt x="1993393" y="1143"/>
                    <a:pt x="1989856" y="0"/>
                    <a:pt x="1986227" y="0"/>
                  </a:cubicBezTo>
                  <a:close/>
                </a:path>
              </a:pathLst>
            </a:custGeom>
            <a:solidFill>
              <a:srgbClr val="20428B"/>
            </a:solidFill>
          </p:spPr>
        </p:sp>
        <p:sp>
          <p:nvSpPr>
            <p:cNvPr id="4" name="TextBox 4"/>
            <p:cNvSpPr txBox="1"/>
            <p:nvPr/>
          </p:nvSpPr>
          <p:spPr>
            <a:xfrm>
              <a:off x="101600" y="-28575"/>
              <a:ext cx="1995433" cy="175248"/>
            </a:xfrm>
            <a:prstGeom prst="rect">
              <a:avLst/>
            </a:prstGeom>
          </p:spPr>
          <p:txBody>
            <a:bodyPr lIns="33867" tIns="33867" rIns="33867" bIns="33867" rtlCol="0" anchor="ctr"/>
            <a:lstStyle/>
            <a:p>
              <a:pPr algn="ctr">
                <a:lnSpc>
                  <a:spcPts val="1307"/>
                </a:lnSpc>
              </a:pPr>
              <a:endParaRPr sz="1200"/>
            </a:p>
          </p:txBody>
        </p:sp>
      </p:grpSp>
      <p:grpSp>
        <p:nvGrpSpPr>
          <p:cNvPr id="5" name="Group 5"/>
          <p:cNvGrpSpPr/>
          <p:nvPr/>
        </p:nvGrpSpPr>
        <p:grpSpPr>
          <a:xfrm rot="2350429">
            <a:off x="5268245" y="194929"/>
            <a:ext cx="2978010" cy="1293997"/>
            <a:chOff x="0" y="0"/>
            <a:chExt cx="4092635" cy="843645"/>
          </a:xfrm>
        </p:grpSpPr>
        <p:sp>
          <p:nvSpPr>
            <p:cNvPr id="6" name="Freeform 6"/>
            <p:cNvSpPr/>
            <p:nvPr/>
          </p:nvSpPr>
          <p:spPr>
            <a:xfrm>
              <a:off x="0" y="0"/>
              <a:ext cx="4091453" cy="843645"/>
            </a:xfrm>
            <a:custGeom>
              <a:avLst/>
              <a:gdLst/>
              <a:ahLst/>
              <a:cxnLst/>
              <a:rect l="l" t="t" r="r" b="b"/>
              <a:pathLst>
                <a:path w="4091453" h="843645">
                  <a:moveTo>
                    <a:pt x="3882035" y="0"/>
                  </a:moveTo>
                  <a:lnTo>
                    <a:pt x="7400" y="0"/>
                  </a:lnTo>
                  <a:cubicBezTo>
                    <a:pt x="3313" y="0"/>
                    <a:pt x="0" y="3313"/>
                    <a:pt x="0" y="7400"/>
                  </a:cubicBezTo>
                  <a:lnTo>
                    <a:pt x="0" y="836245"/>
                  </a:lnTo>
                  <a:cubicBezTo>
                    <a:pt x="0" y="840332"/>
                    <a:pt x="3313" y="843645"/>
                    <a:pt x="7400" y="843645"/>
                  </a:cubicBezTo>
                  <a:lnTo>
                    <a:pt x="3882035" y="843645"/>
                  </a:lnTo>
                  <a:cubicBezTo>
                    <a:pt x="3886559" y="843645"/>
                    <a:pt x="3890683" y="841054"/>
                    <a:pt x="3892646" y="836978"/>
                  </a:cubicBezTo>
                  <a:lnTo>
                    <a:pt x="4089423" y="428489"/>
                  </a:lnTo>
                  <a:cubicBezTo>
                    <a:pt x="4091453" y="424276"/>
                    <a:pt x="4091453" y="419369"/>
                    <a:pt x="4089423" y="415156"/>
                  </a:cubicBezTo>
                  <a:lnTo>
                    <a:pt x="3892646" y="6667"/>
                  </a:lnTo>
                  <a:cubicBezTo>
                    <a:pt x="3890683" y="2591"/>
                    <a:pt x="3886559" y="0"/>
                    <a:pt x="3882035" y="0"/>
                  </a:cubicBezTo>
                  <a:close/>
                </a:path>
              </a:pathLst>
            </a:custGeom>
            <a:gradFill rotWithShape="1">
              <a:gsLst>
                <a:gs pos="0">
                  <a:srgbClr val="A06841">
                    <a:alpha val="100000"/>
                  </a:srgbClr>
                </a:gs>
                <a:gs pos="100000">
                  <a:srgbClr val="FFC0AE">
                    <a:alpha val="100000"/>
                  </a:srgbClr>
                </a:gs>
              </a:gsLst>
              <a:lin ang="0"/>
            </a:gradFill>
          </p:spPr>
        </p:sp>
        <p:sp>
          <p:nvSpPr>
            <p:cNvPr id="7" name="TextBox 7"/>
            <p:cNvSpPr txBox="1"/>
            <p:nvPr/>
          </p:nvSpPr>
          <p:spPr>
            <a:xfrm>
              <a:off x="0" y="-38100"/>
              <a:ext cx="3978335" cy="881745"/>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rot="2257285">
            <a:off x="6714161" y="-983178"/>
            <a:ext cx="2450205" cy="1849325"/>
            <a:chOff x="0" y="0"/>
            <a:chExt cx="3706827" cy="1390210"/>
          </a:xfrm>
        </p:grpSpPr>
        <p:sp>
          <p:nvSpPr>
            <p:cNvPr id="9" name="Freeform 9"/>
            <p:cNvSpPr/>
            <p:nvPr/>
          </p:nvSpPr>
          <p:spPr>
            <a:xfrm>
              <a:off x="794" y="0"/>
              <a:ext cx="3705240" cy="1390210"/>
            </a:xfrm>
            <a:custGeom>
              <a:avLst/>
              <a:gdLst/>
              <a:ahLst/>
              <a:cxnLst/>
              <a:rect l="l" t="t" r="r" b="b"/>
              <a:pathLst>
                <a:path w="3705240" h="1390210">
                  <a:moveTo>
                    <a:pt x="209733" y="0"/>
                  </a:moveTo>
                  <a:lnTo>
                    <a:pt x="3698707" y="0"/>
                  </a:lnTo>
                  <a:cubicBezTo>
                    <a:pt x="3700546" y="0"/>
                    <a:pt x="3702295" y="800"/>
                    <a:pt x="3703498" y="2192"/>
                  </a:cubicBezTo>
                  <a:cubicBezTo>
                    <a:pt x="3704702" y="3583"/>
                    <a:pt x="3705240" y="5430"/>
                    <a:pt x="3704974" y="7250"/>
                  </a:cubicBezTo>
                  <a:lnTo>
                    <a:pt x="3503893" y="1382960"/>
                  </a:lnTo>
                  <a:cubicBezTo>
                    <a:pt x="3503285" y="1387123"/>
                    <a:pt x="3499714" y="1390210"/>
                    <a:pt x="3495507" y="1390210"/>
                  </a:cubicBezTo>
                  <a:lnTo>
                    <a:pt x="6533" y="1390210"/>
                  </a:lnTo>
                  <a:cubicBezTo>
                    <a:pt x="4693" y="1390210"/>
                    <a:pt x="2944" y="1389410"/>
                    <a:pt x="1741" y="1388018"/>
                  </a:cubicBezTo>
                  <a:cubicBezTo>
                    <a:pt x="538" y="1386626"/>
                    <a:pt x="0" y="1384780"/>
                    <a:pt x="266" y="1382960"/>
                  </a:cubicBezTo>
                  <a:lnTo>
                    <a:pt x="201346" y="7250"/>
                  </a:lnTo>
                  <a:cubicBezTo>
                    <a:pt x="201955" y="3087"/>
                    <a:pt x="205525" y="0"/>
                    <a:pt x="209733" y="0"/>
                  </a:cubicBezTo>
                  <a:close/>
                </a:path>
              </a:pathLst>
            </a:custGeom>
            <a:gradFill rotWithShape="1">
              <a:gsLst>
                <a:gs pos="0">
                  <a:srgbClr val="DF4332">
                    <a:alpha val="100000"/>
                  </a:srgbClr>
                </a:gs>
                <a:gs pos="100000">
                  <a:srgbClr val="FFFFFF">
                    <a:alpha val="100000"/>
                  </a:srgbClr>
                </a:gs>
              </a:gsLst>
              <a:lin ang="0"/>
            </a:gradFill>
          </p:spPr>
        </p:sp>
        <p:sp>
          <p:nvSpPr>
            <p:cNvPr id="10" name="TextBox 10"/>
            <p:cNvSpPr txBox="1"/>
            <p:nvPr/>
          </p:nvSpPr>
          <p:spPr>
            <a:xfrm>
              <a:off x="101600" y="-28575"/>
              <a:ext cx="3503627" cy="1418785"/>
            </a:xfrm>
            <a:prstGeom prst="rect">
              <a:avLst/>
            </a:prstGeom>
          </p:spPr>
          <p:txBody>
            <a:bodyPr lIns="33867" tIns="33867" rIns="33867" bIns="33867" rtlCol="0" anchor="ctr"/>
            <a:lstStyle/>
            <a:p>
              <a:pPr algn="ctr">
                <a:lnSpc>
                  <a:spcPts val="1307"/>
                </a:lnSpc>
              </a:pPr>
              <a:endParaRPr sz="1200"/>
            </a:p>
          </p:txBody>
        </p:sp>
      </p:grpSp>
      <p:grpSp>
        <p:nvGrpSpPr>
          <p:cNvPr id="11" name="Group 11"/>
          <p:cNvGrpSpPr/>
          <p:nvPr/>
        </p:nvGrpSpPr>
        <p:grpSpPr>
          <a:xfrm>
            <a:off x="7140728" y="1036815"/>
            <a:ext cx="5563414" cy="5827535"/>
            <a:chOff x="0" y="0"/>
            <a:chExt cx="14419948" cy="15104529"/>
          </a:xfrm>
        </p:grpSpPr>
        <p:sp>
          <p:nvSpPr>
            <p:cNvPr id="12" name="Freeform 12"/>
            <p:cNvSpPr/>
            <p:nvPr/>
          </p:nvSpPr>
          <p:spPr>
            <a:xfrm>
              <a:off x="-48260" y="0"/>
              <a:ext cx="14468222" cy="15104492"/>
            </a:xfrm>
            <a:custGeom>
              <a:avLst/>
              <a:gdLst/>
              <a:ahLst/>
              <a:cxnLst/>
              <a:rect l="l" t="t" r="r" b="b"/>
              <a:pathLst>
                <a:path w="14468222" h="15104492">
                  <a:moveTo>
                    <a:pt x="5495925" y="0"/>
                  </a:moveTo>
                  <a:lnTo>
                    <a:pt x="231394" y="5815457"/>
                  </a:lnTo>
                  <a:cubicBezTo>
                    <a:pt x="140589" y="5915406"/>
                    <a:pt x="84201" y="6033643"/>
                    <a:pt x="60579" y="6156579"/>
                  </a:cubicBezTo>
                  <a:cubicBezTo>
                    <a:pt x="0" y="6472301"/>
                    <a:pt x="167386" y="6794246"/>
                    <a:pt x="458978" y="6946011"/>
                  </a:cubicBezTo>
                  <a:lnTo>
                    <a:pt x="10505822" y="15104492"/>
                  </a:lnTo>
                  <a:lnTo>
                    <a:pt x="14468222" y="15104492"/>
                  </a:lnTo>
                  <a:lnTo>
                    <a:pt x="14468222" y="0"/>
                  </a:lnTo>
                  <a:close/>
                </a:path>
              </a:pathLst>
            </a:custGeom>
            <a:gradFill rotWithShape="1">
              <a:gsLst>
                <a:gs pos="0">
                  <a:srgbClr val="A06841">
                    <a:alpha val="100000"/>
                  </a:srgbClr>
                </a:gs>
                <a:gs pos="100000">
                  <a:srgbClr val="FFC0AE">
                    <a:alpha val="100000"/>
                  </a:srgbClr>
                </a:gs>
              </a:gsLst>
              <a:lin ang="5400000"/>
            </a:gradFill>
            <a:ln w="12700">
              <a:solidFill>
                <a:srgbClr val="000000"/>
              </a:solidFill>
            </a:ln>
          </p:spPr>
        </p:sp>
      </p:grpSp>
      <p:sp>
        <p:nvSpPr>
          <p:cNvPr id="13" name="Freeform 13"/>
          <p:cNvSpPr/>
          <p:nvPr/>
        </p:nvSpPr>
        <p:spPr>
          <a:xfrm rot="2399085">
            <a:off x="7364922" y="-1188064"/>
            <a:ext cx="6506342" cy="6506342"/>
          </a:xfrm>
          <a:custGeom>
            <a:avLst/>
            <a:gdLst/>
            <a:ahLst/>
            <a:cxnLst/>
            <a:rect l="l" t="t" r="r" b="b"/>
            <a:pathLst>
              <a:path w="9759513" h="9759513">
                <a:moveTo>
                  <a:pt x="0" y="0"/>
                </a:moveTo>
                <a:lnTo>
                  <a:pt x="9759513" y="0"/>
                </a:lnTo>
                <a:lnTo>
                  <a:pt x="9759513" y="9759513"/>
                </a:lnTo>
                <a:lnTo>
                  <a:pt x="0" y="9759513"/>
                </a:lnTo>
                <a:lnTo>
                  <a:pt x="0" y="0"/>
                </a:lnTo>
                <a:close/>
              </a:path>
            </a:pathLst>
          </a:custGeom>
          <a:blipFill>
            <a:blip r:embed="rId2"/>
            <a:stretch>
              <a:fillRect/>
            </a:stretch>
          </a:blipFill>
        </p:spPr>
      </p:sp>
      <p:grpSp>
        <p:nvGrpSpPr>
          <p:cNvPr id="14" name="Group 14"/>
          <p:cNvGrpSpPr/>
          <p:nvPr/>
        </p:nvGrpSpPr>
        <p:grpSpPr>
          <a:xfrm rot="2324529">
            <a:off x="9206170" y="5294746"/>
            <a:ext cx="5998725" cy="1236561"/>
            <a:chOff x="0" y="0"/>
            <a:chExt cx="4092635" cy="843645"/>
          </a:xfrm>
        </p:grpSpPr>
        <p:sp>
          <p:nvSpPr>
            <p:cNvPr id="15" name="Freeform 15"/>
            <p:cNvSpPr/>
            <p:nvPr/>
          </p:nvSpPr>
          <p:spPr>
            <a:xfrm>
              <a:off x="0" y="0"/>
              <a:ext cx="4091398" cy="843645"/>
            </a:xfrm>
            <a:custGeom>
              <a:avLst/>
              <a:gdLst/>
              <a:ahLst/>
              <a:cxnLst/>
              <a:rect l="l" t="t" r="r" b="b"/>
              <a:pathLst>
                <a:path w="4091398" h="843645">
                  <a:moveTo>
                    <a:pt x="3881691" y="0"/>
                  </a:moveTo>
                  <a:lnTo>
                    <a:pt x="7744" y="0"/>
                  </a:lnTo>
                  <a:cubicBezTo>
                    <a:pt x="3467" y="0"/>
                    <a:pt x="0" y="3467"/>
                    <a:pt x="0" y="7744"/>
                  </a:cubicBezTo>
                  <a:lnTo>
                    <a:pt x="0" y="835902"/>
                  </a:lnTo>
                  <a:cubicBezTo>
                    <a:pt x="0" y="840178"/>
                    <a:pt x="3467" y="843645"/>
                    <a:pt x="7744" y="843645"/>
                  </a:cubicBezTo>
                  <a:lnTo>
                    <a:pt x="3881691" y="843645"/>
                  </a:lnTo>
                  <a:cubicBezTo>
                    <a:pt x="3886425" y="843645"/>
                    <a:pt x="3890741" y="840934"/>
                    <a:pt x="3892795" y="836669"/>
                  </a:cubicBezTo>
                  <a:lnTo>
                    <a:pt x="4089274" y="428799"/>
                  </a:lnTo>
                  <a:cubicBezTo>
                    <a:pt x="4091398" y="424390"/>
                    <a:pt x="4091398" y="419255"/>
                    <a:pt x="4089274" y="414846"/>
                  </a:cubicBezTo>
                  <a:lnTo>
                    <a:pt x="3892795" y="6976"/>
                  </a:lnTo>
                  <a:cubicBezTo>
                    <a:pt x="3890741" y="2711"/>
                    <a:pt x="3886425" y="0"/>
                    <a:pt x="3881691" y="0"/>
                  </a:cubicBezTo>
                  <a:close/>
                </a:path>
              </a:pathLst>
            </a:custGeom>
            <a:gradFill rotWithShape="1">
              <a:gsLst>
                <a:gs pos="0">
                  <a:srgbClr val="DF4332">
                    <a:alpha val="100000"/>
                  </a:srgbClr>
                </a:gs>
                <a:gs pos="100000">
                  <a:srgbClr val="FFFFFF">
                    <a:alpha val="100000"/>
                  </a:srgbClr>
                </a:gs>
              </a:gsLst>
              <a:lin ang="5400000"/>
            </a:gradFill>
          </p:spPr>
        </p:sp>
        <p:sp>
          <p:nvSpPr>
            <p:cNvPr id="16" name="TextBox 16"/>
            <p:cNvSpPr txBox="1"/>
            <p:nvPr/>
          </p:nvSpPr>
          <p:spPr>
            <a:xfrm>
              <a:off x="0" y="-38100"/>
              <a:ext cx="3978335" cy="881745"/>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7" name="Group 17"/>
          <p:cNvGrpSpPr/>
          <p:nvPr/>
        </p:nvGrpSpPr>
        <p:grpSpPr>
          <a:xfrm>
            <a:off x="6920637" y="-64888"/>
            <a:ext cx="5432531" cy="5690439"/>
            <a:chOff x="0" y="0"/>
            <a:chExt cx="14419948" cy="15104529"/>
          </a:xfrm>
        </p:grpSpPr>
        <p:sp>
          <p:nvSpPr>
            <p:cNvPr id="18" name="Freeform 18"/>
            <p:cNvSpPr/>
            <p:nvPr/>
          </p:nvSpPr>
          <p:spPr>
            <a:xfrm>
              <a:off x="-48260" y="0"/>
              <a:ext cx="14468222" cy="15104492"/>
            </a:xfrm>
            <a:custGeom>
              <a:avLst/>
              <a:gdLst/>
              <a:ahLst/>
              <a:cxnLst/>
              <a:rect l="l" t="t" r="r" b="b"/>
              <a:pathLst>
                <a:path w="14468222" h="15104492">
                  <a:moveTo>
                    <a:pt x="5495925" y="0"/>
                  </a:moveTo>
                  <a:lnTo>
                    <a:pt x="231394" y="5815457"/>
                  </a:lnTo>
                  <a:cubicBezTo>
                    <a:pt x="140589" y="5915406"/>
                    <a:pt x="84201" y="6033643"/>
                    <a:pt x="60579" y="6156579"/>
                  </a:cubicBezTo>
                  <a:cubicBezTo>
                    <a:pt x="0" y="6472301"/>
                    <a:pt x="167386" y="6794246"/>
                    <a:pt x="458978" y="6946011"/>
                  </a:cubicBezTo>
                  <a:lnTo>
                    <a:pt x="10505822" y="15104492"/>
                  </a:lnTo>
                  <a:lnTo>
                    <a:pt x="14468222" y="15104492"/>
                  </a:lnTo>
                  <a:lnTo>
                    <a:pt x="14468222" y="0"/>
                  </a:lnTo>
                  <a:close/>
                </a:path>
              </a:pathLst>
            </a:custGeom>
            <a:blipFill>
              <a:blip r:embed="rId3"/>
              <a:stretch>
                <a:fillRect l="-40710" r="-16410"/>
              </a:stretch>
            </a:blipFill>
          </p:spPr>
        </p:sp>
      </p:grpSp>
      <p:grpSp>
        <p:nvGrpSpPr>
          <p:cNvPr id="19" name="Group 19"/>
          <p:cNvGrpSpPr/>
          <p:nvPr/>
        </p:nvGrpSpPr>
        <p:grpSpPr>
          <a:xfrm rot="-8476905">
            <a:off x="7604955" y="5932722"/>
            <a:ext cx="4900331" cy="466258"/>
            <a:chOff x="0" y="0"/>
            <a:chExt cx="3117500" cy="296625"/>
          </a:xfrm>
        </p:grpSpPr>
        <p:sp>
          <p:nvSpPr>
            <p:cNvPr id="20" name="Freeform 20"/>
            <p:cNvSpPr/>
            <p:nvPr/>
          </p:nvSpPr>
          <p:spPr>
            <a:xfrm>
              <a:off x="0" y="0"/>
              <a:ext cx="3117500" cy="296625"/>
            </a:xfrm>
            <a:custGeom>
              <a:avLst/>
              <a:gdLst/>
              <a:ahLst/>
              <a:cxnLst/>
              <a:rect l="l" t="t" r="r" b="b"/>
              <a:pathLst>
                <a:path w="3117500" h="296625">
                  <a:moveTo>
                    <a:pt x="2914300" y="0"/>
                  </a:moveTo>
                  <a:lnTo>
                    <a:pt x="0" y="0"/>
                  </a:lnTo>
                  <a:lnTo>
                    <a:pt x="203200" y="296625"/>
                  </a:lnTo>
                  <a:lnTo>
                    <a:pt x="3117500" y="296625"/>
                  </a:lnTo>
                  <a:lnTo>
                    <a:pt x="2914300" y="0"/>
                  </a:lnTo>
                  <a:close/>
                </a:path>
              </a:pathLst>
            </a:custGeom>
            <a:gradFill rotWithShape="1">
              <a:gsLst>
                <a:gs pos="0">
                  <a:srgbClr val="DF4332">
                    <a:alpha val="100000"/>
                  </a:srgbClr>
                </a:gs>
                <a:gs pos="100000">
                  <a:srgbClr val="FFFFFF">
                    <a:alpha val="100000"/>
                  </a:srgbClr>
                </a:gs>
              </a:gsLst>
              <a:lin ang="0"/>
            </a:gradFill>
          </p:spPr>
        </p:sp>
        <p:sp>
          <p:nvSpPr>
            <p:cNvPr id="21" name="TextBox 21"/>
            <p:cNvSpPr txBox="1"/>
            <p:nvPr/>
          </p:nvSpPr>
          <p:spPr>
            <a:xfrm>
              <a:off x="101600" y="-28575"/>
              <a:ext cx="2914300" cy="325200"/>
            </a:xfrm>
            <a:prstGeom prst="rect">
              <a:avLst/>
            </a:prstGeom>
          </p:spPr>
          <p:txBody>
            <a:bodyPr lIns="33867" tIns="33867" rIns="33867" bIns="33867" rtlCol="0" anchor="ctr"/>
            <a:lstStyle/>
            <a:p>
              <a:pPr algn="ctr">
                <a:lnSpc>
                  <a:spcPts val="1307"/>
                </a:lnSpc>
              </a:pPr>
              <a:endParaRPr sz="1200"/>
            </a:p>
          </p:txBody>
        </p:sp>
      </p:grpSp>
      <p:grpSp>
        <p:nvGrpSpPr>
          <p:cNvPr id="22" name="Group 22"/>
          <p:cNvGrpSpPr/>
          <p:nvPr/>
        </p:nvGrpSpPr>
        <p:grpSpPr>
          <a:xfrm>
            <a:off x="479687" y="6369700"/>
            <a:ext cx="407171" cy="375004"/>
            <a:chOff x="0" y="0"/>
            <a:chExt cx="112841" cy="103927"/>
          </a:xfrm>
        </p:grpSpPr>
        <p:sp>
          <p:nvSpPr>
            <p:cNvPr id="23" name="Freeform 23"/>
            <p:cNvSpPr/>
            <p:nvPr/>
          </p:nvSpPr>
          <p:spPr>
            <a:xfrm>
              <a:off x="0" y="0"/>
              <a:ext cx="112841" cy="103927"/>
            </a:xfrm>
            <a:custGeom>
              <a:avLst/>
              <a:gdLst/>
              <a:ahLst/>
              <a:cxnLst/>
              <a:rect l="l" t="t" r="r" b="b"/>
              <a:pathLst>
                <a:path w="112841" h="103927">
                  <a:moveTo>
                    <a:pt x="51963" y="0"/>
                  </a:moveTo>
                  <a:lnTo>
                    <a:pt x="60878" y="0"/>
                  </a:lnTo>
                  <a:cubicBezTo>
                    <a:pt x="74659" y="0"/>
                    <a:pt x="87876" y="5475"/>
                    <a:pt x="97621" y="15220"/>
                  </a:cubicBezTo>
                  <a:cubicBezTo>
                    <a:pt x="107366" y="24965"/>
                    <a:pt x="112841" y="38182"/>
                    <a:pt x="112841" y="51963"/>
                  </a:cubicBezTo>
                  <a:lnTo>
                    <a:pt x="112841" y="51963"/>
                  </a:lnTo>
                  <a:cubicBezTo>
                    <a:pt x="112841" y="65745"/>
                    <a:pt x="107366" y="78962"/>
                    <a:pt x="97621" y="88707"/>
                  </a:cubicBezTo>
                  <a:cubicBezTo>
                    <a:pt x="87876" y="98452"/>
                    <a:pt x="74659" y="103927"/>
                    <a:pt x="60878" y="103927"/>
                  </a:cubicBezTo>
                  <a:lnTo>
                    <a:pt x="51963" y="103927"/>
                  </a:lnTo>
                  <a:cubicBezTo>
                    <a:pt x="38182" y="103927"/>
                    <a:pt x="24965" y="98452"/>
                    <a:pt x="15220" y="88707"/>
                  </a:cubicBezTo>
                  <a:cubicBezTo>
                    <a:pt x="5475" y="78962"/>
                    <a:pt x="0" y="65745"/>
                    <a:pt x="0" y="51963"/>
                  </a:cubicBezTo>
                  <a:lnTo>
                    <a:pt x="0" y="51963"/>
                  </a:lnTo>
                  <a:cubicBezTo>
                    <a:pt x="0" y="38182"/>
                    <a:pt x="5475" y="24965"/>
                    <a:pt x="15220" y="15220"/>
                  </a:cubicBezTo>
                  <a:cubicBezTo>
                    <a:pt x="24965" y="5475"/>
                    <a:pt x="38182" y="0"/>
                    <a:pt x="51963" y="0"/>
                  </a:cubicBezTo>
                  <a:close/>
                </a:path>
              </a:pathLst>
            </a:custGeom>
            <a:solidFill>
              <a:srgbClr val="20428B"/>
            </a:solidFill>
          </p:spPr>
        </p:sp>
        <p:sp>
          <p:nvSpPr>
            <p:cNvPr id="24" name="TextBox 24"/>
            <p:cNvSpPr txBox="1"/>
            <p:nvPr/>
          </p:nvSpPr>
          <p:spPr>
            <a:xfrm>
              <a:off x="0" y="-28575"/>
              <a:ext cx="112841" cy="132502"/>
            </a:xfrm>
            <a:prstGeom prst="rect">
              <a:avLst/>
            </a:prstGeom>
          </p:spPr>
          <p:txBody>
            <a:bodyPr lIns="45504" tIns="45504" rIns="45504" bIns="45504" rtlCol="0" anchor="ctr"/>
            <a:lstStyle/>
            <a:p>
              <a:pPr algn="ctr">
                <a:lnSpc>
                  <a:spcPts val="1307"/>
                </a:lnSpc>
              </a:pPr>
              <a:endParaRPr sz="1200"/>
            </a:p>
          </p:txBody>
        </p:sp>
      </p:grpSp>
      <p:grpSp>
        <p:nvGrpSpPr>
          <p:cNvPr id="25" name="Group 25"/>
          <p:cNvGrpSpPr/>
          <p:nvPr/>
        </p:nvGrpSpPr>
        <p:grpSpPr>
          <a:xfrm>
            <a:off x="4120154" y="6369700"/>
            <a:ext cx="407171" cy="375004"/>
            <a:chOff x="0" y="0"/>
            <a:chExt cx="112841" cy="103927"/>
          </a:xfrm>
        </p:grpSpPr>
        <p:sp>
          <p:nvSpPr>
            <p:cNvPr id="26" name="Freeform 26"/>
            <p:cNvSpPr/>
            <p:nvPr/>
          </p:nvSpPr>
          <p:spPr>
            <a:xfrm>
              <a:off x="0" y="0"/>
              <a:ext cx="112841" cy="103927"/>
            </a:xfrm>
            <a:custGeom>
              <a:avLst/>
              <a:gdLst/>
              <a:ahLst/>
              <a:cxnLst/>
              <a:rect l="l" t="t" r="r" b="b"/>
              <a:pathLst>
                <a:path w="112841" h="103927">
                  <a:moveTo>
                    <a:pt x="51963" y="0"/>
                  </a:moveTo>
                  <a:lnTo>
                    <a:pt x="60878" y="0"/>
                  </a:lnTo>
                  <a:cubicBezTo>
                    <a:pt x="74659" y="0"/>
                    <a:pt x="87876" y="5475"/>
                    <a:pt x="97621" y="15220"/>
                  </a:cubicBezTo>
                  <a:cubicBezTo>
                    <a:pt x="107366" y="24965"/>
                    <a:pt x="112841" y="38182"/>
                    <a:pt x="112841" y="51963"/>
                  </a:cubicBezTo>
                  <a:lnTo>
                    <a:pt x="112841" y="51963"/>
                  </a:lnTo>
                  <a:cubicBezTo>
                    <a:pt x="112841" y="65745"/>
                    <a:pt x="107366" y="78962"/>
                    <a:pt x="97621" y="88707"/>
                  </a:cubicBezTo>
                  <a:cubicBezTo>
                    <a:pt x="87876" y="98452"/>
                    <a:pt x="74659" y="103927"/>
                    <a:pt x="60878" y="103927"/>
                  </a:cubicBezTo>
                  <a:lnTo>
                    <a:pt x="51963" y="103927"/>
                  </a:lnTo>
                  <a:cubicBezTo>
                    <a:pt x="38182" y="103927"/>
                    <a:pt x="24965" y="98452"/>
                    <a:pt x="15220" y="88707"/>
                  </a:cubicBezTo>
                  <a:cubicBezTo>
                    <a:pt x="5475" y="78962"/>
                    <a:pt x="0" y="65745"/>
                    <a:pt x="0" y="51963"/>
                  </a:cubicBezTo>
                  <a:lnTo>
                    <a:pt x="0" y="51963"/>
                  </a:lnTo>
                  <a:cubicBezTo>
                    <a:pt x="0" y="38182"/>
                    <a:pt x="5475" y="24965"/>
                    <a:pt x="15220" y="15220"/>
                  </a:cubicBezTo>
                  <a:cubicBezTo>
                    <a:pt x="24965" y="5475"/>
                    <a:pt x="38182" y="0"/>
                    <a:pt x="51963" y="0"/>
                  </a:cubicBezTo>
                  <a:close/>
                </a:path>
              </a:pathLst>
            </a:custGeom>
            <a:solidFill>
              <a:srgbClr val="20428B"/>
            </a:solidFill>
          </p:spPr>
        </p:sp>
        <p:sp>
          <p:nvSpPr>
            <p:cNvPr id="27" name="TextBox 27"/>
            <p:cNvSpPr txBox="1"/>
            <p:nvPr/>
          </p:nvSpPr>
          <p:spPr>
            <a:xfrm>
              <a:off x="0" y="-28575"/>
              <a:ext cx="112841" cy="132502"/>
            </a:xfrm>
            <a:prstGeom prst="rect">
              <a:avLst/>
            </a:prstGeom>
          </p:spPr>
          <p:txBody>
            <a:bodyPr lIns="45504" tIns="45504" rIns="45504" bIns="45504" rtlCol="0" anchor="ctr"/>
            <a:lstStyle/>
            <a:p>
              <a:pPr algn="ctr">
                <a:lnSpc>
                  <a:spcPts val="1307"/>
                </a:lnSpc>
              </a:pPr>
              <a:endParaRPr sz="1200"/>
            </a:p>
          </p:txBody>
        </p:sp>
      </p:grpSp>
      <p:sp>
        <p:nvSpPr>
          <p:cNvPr id="28" name="Freeform 28"/>
          <p:cNvSpPr/>
          <p:nvPr/>
        </p:nvSpPr>
        <p:spPr>
          <a:xfrm>
            <a:off x="557391" y="6436494"/>
            <a:ext cx="241417" cy="241417"/>
          </a:xfrm>
          <a:custGeom>
            <a:avLst/>
            <a:gdLst/>
            <a:ahLst/>
            <a:cxnLst/>
            <a:rect l="l" t="t" r="r" b="b"/>
            <a:pathLst>
              <a:path w="362125" h="362125">
                <a:moveTo>
                  <a:pt x="0" y="0"/>
                </a:moveTo>
                <a:lnTo>
                  <a:pt x="362125" y="0"/>
                </a:lnTo>
                <a:lnTo>
                  <a:pt x="362125" y="362125"/>
                </a:lnTo>
                <a:lnTo>
                  <a:pt x="0" y="3621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p:cNvSpPr/>
          <p:nvPr/>
        </p:nvSpPr>
        <p:spPr>
          <a:xfrm>
            <a:off x="1784571" y="1445462"/>
            <a:ext cx="3081505" cy="1492903"/>
          </a:xfrm>
          <a:custGeom>
            <a:avLst/>
            <a:gdLst/>
            <a:ahLst/>
            <a:cxnLst/>
            <a:rect l="l" t="t" r="r" b="b"/>
            <a:pathLst>
              <a:path w="4622258" h="2239355">
                <a:moveTo>
                  <a:pt x="0" y="0"/>
                </a:moveTo>
                <a:lnTo>
                  <a:pt x="4622258" y="0"/>
                </a:lnTo>
                <a:lnTo>
                  <a:pt x="4622258" y="2239355"/>
                </a:lnTo>
                <a:lnTo>
                  <a:pt x="0" y="2239355"/>
                </a:lnTo>
                <a:lnTo>
                  <a:pt x="0" y="0"/>
                </a:lnTo>
                <a:close/>
              </a:path>
            </a:pathLst>
          </a:custGeom>
          <a:blipFill>
            <a:blip r:embed="rId6"/>
            <a:stretch>
              <a:fillRect/>
            </a:stretch>
          </a:blipFill>
        </p:spPr>
      </p:sp>
      <p:sp>
        <p:nvSpPr>
          <p:cNvPr id="31" name="Freeform 31"/>
          <p:cNvSpPr/>
          <p:nvPr/>
        </p:nvSpPr>
        <p:spPr>
          <a:xfrm>
            <a:off x="557391" y="3368339"/>
            <a:ext cx="2578716" cy="2044199"/>
          </a:xfrm>
          <a:custGeom>
            <a:avLst/>
            <a:gdLst/>
            <a:ahLst/>
            <a:cxnLst/>
            <a:rect l="l" t="t" r="r" b="b"/>
            <a:pathLst>
              <a:path w="4044819" h="4044819">
                <a:moveTo>
                  <a:pt x="0" y="0"/>
                </a:moveTo>
                <a:lnTo>
                  <a:pt x="4044819" y="0"/>
                </a:lnTo>
                <a:lnTo>
                  <a:pt x="4044819" y="4044818"/>
                </a:lnTo>
                <a:lnTo>
                  <a:pt x="0" y="4044818"/>
                </a:lnTo>
                <a:lnTo>
                  <a:pt x="0" y="0"/>
                </a:lnTo>
                <a:close/>
              </a:path>
            </a:pathLst>
          </a:custGeom>
          <a:blipFill>
            <a:blip r:embed="rId7"/>
            <a:stretch>
              <a:fillRect/>
            </a:stretch>
          </a:blipFill>
        </p:spPr>
      </p:sp>
      <p:sp>
        <p:nvSpPr>
          <p:cNvPr id="32" name="TextBox 32"/>
          <p:cNvSpPr txBox="1"/>
          <p:nvPr/>
        </p:nvSpPr>
        <p:spPr>
          <a:xfrm>
            <a:off x="2606977" y="2883109"/>
            <a:ext cx="3026353" cy="330219"/>
          </a:xfrm>
          <a:prstGeom prst="rect">
            <a:avLst/>
          </a:prstGeom>
        </p:spPr>
        <p:txBody>
          <a:bodyPr lIns="0" tIns="0" rIns="0" bIns="0" rtlCol="0" anchor="t">
            <a:spAutoFit/>
          </a:bodyPr>
          <a:lstStyle/>
          <a:p>
            <a:pPr>
              <a:lnSpc>
                <a:spcPts val="2795"/>
              </a:lnSpc>
            </a:pPr>
            <a:r>
              <a:rPr lang="en-US" sz="2086" b="1" i="1" dirty="0">
                <a:solidFill>
                  <a:srgbClr val="000000"/>
                </a:solidFill>
                <a:latin typeface="Inter Bold Italics"/>
                <a:ea typeface="Inter Bold Italics"/>
                <a:cs typeface="Inter Bold Italics"/>
                <a:sym typeface="Inter Bold Italics"/>
              </a:rPr>
              <a:t>Leading The Future...!!</a:t>
            </a:r>
          </a:p>
        </p:txBody>
      </p:sp>
      <p:sp>
        <p:nvSpPr>
          <p:cNvPr id="33" name="TextBox 33"/>
          <p:cNvSpPr txBox="1"/>
          <p:nvPr/>
        </p:nvSpPr>
        <p:spPr>
          <a:xfrm>
            <a:off x="998576" y="6367527"/>
            <a:ext cx="7222698" cy="315856"/>
          </a:xfrm>
          <a:prstGeom prst="rect">
            <a:avLst/>
          </a:prstGeom>
        </p:spPr>
        <p:txBody>
          <a:bodyPr wrap="square" lIns="0" tIns="0" rIns="0" bIns="0" rtlCol="0" anchor="t">
            <a:spAutoFit/>
          </a:bodyPr>
          <a:lstStyle/>
          <a:p>
            <a:pPr>
              <a:lnSpc>
                <a:spcPts val="2693"/>
              </a:lnSpc>
            </a:pPr>
            <a:r>
              <a:rPr lang="en-US" sz="1923" dirty="0">
                <a:solidFill>
                  <a:schemeClr val="bg1"/>
                </a:solidFill>
                <a:latin typeface="Inter"/>
                <a:ea typeface="Inter"/>
                <a:cs typeface="Inter"/>
                <a:sym typeface="Inter"/>
                <a:hlinkClick r:id="rId8">
                  <a:extLst>
                    <a:ext uri="{A12FA001-AC4F-418D-AE19-62706E023703}">
                      <ahyp:hlinkClr xmlns:ahyp="http://schemas.microsoft.com/office/drawing/2018/hyperlinkcolor" val="tx"/>
                    </a:ext>
                  </a:extLst>
                </a:hlinkClick>
              </a:rPr>
              <a:t>www.xcelcorp.com</a:t>
            </a:r>
            <a:r>
              <a:rPr lang="en-US" sz="1923" dirty="0">
                <a:solidFill>
                  <a:schemeClr val="bg1"/>
                </a:solidFill>
                <a:latin typeface="Inter"/>
                <a:ea typeface="Inter"/>
                <a:cs typeface="Inter"/>
                <a:sym typeface="Inter"/>
              </a:rPr>
              <a:t>,    </a:t>
            </a:r>
            <a:r>
              <a:rPr lang="en-US" sz="1923" dirty="0">
                <a:solidFill>
                  <a:schemeClr val="bg1"/>
                </a:solidFill>
                <a:latin typeface="Inter"/>
                <a:ea typeface="Inter"/>
                <a:cs typeface="Inter"/>
                <a:sym typeface="Inter"/>
                <a:hlinkClick r:id="rId9">
                  <a:extLst>
                    <a:ext uri="{A12FA001-AC4F-418D-AE19-62706E023703}">
                      <ahyp:hlinkClr xmlns:ahyp="http://schemas.microsoft.com/office/drawing/2018/hyperlinkcolor" val="tx"/>
                    </a:ext>
                  </a:extLst>
                </a:hlinkClick>
              </a:rPr>
              <a:t>https://nyinst.com</a:t>
            </a:r>
            <a:r>
              <a:rPr lang="en-US" sz="1923" dirty="0">
                <a:solidFill>
                  <a:srgbClr val="FFFFFF"/>
                </a:solidFill>
                <a:latin typeface="Inter"/>
                <a:ea typeface="Inter"/>
                <a:cs typeface="Inter"/>
                <a:sym typeface="Inter"/>
              </a:rPr>
              <a:t>,    </a:t>
            </a:r>
            <a:r>
              <a:rPr lang="en-US" sz="1923" u="sng" dirty="0">
                <a:solidFill>
                  <a:srgbClr val="FFFFFF"/>
                </a:solidFill>
                <a:latin typeface="Inter"/>
                <a:ea typeface="Inter"/>
                <a:cs typeface="Inter"/>
                <a:sym typeface="Inter"/>
              </a:rPr>
              <a:t>www.orena.solutons</a:t>
            </a:r>
          </a:p>
        </p:txBody>
      </p:sp>
      <p:sp>
        <p:nvSpPr>
          <p:cNvPr id="35" name="TextBox 35"/>
          <p:cNvSpPr txBox="1"/>
          <p:nvPr/>
        </p:nvSpPr>
        <p:spPr>
          <a:xfrm>
            <a:off x="111660" y="491884"/>
            <a:ext cx="6096671" cy="634084"/>
          </a:xfrm>
          <a:prstGeom prst="rect">
            <a:avLst/>
          </a:prstGeom>
        </p:spPr>
        <p:txBody>
          <a:bodyPr lIns="0" tIns="0" rIns="0" bIns="0" rtlCol="0" anchor="t">
            <a:spAutoFit/>
          </a:bodyPr>
          <a:lstStyle/>
          <a:p>
            <a:pPr algn="ctr">
              <a:lnSpc>
                <a:spcPts val="5508"/>
              </a:lnSpc>
            </a:pPr>
            <a:r>
              <a:rPr lang="en-US" sz="3600" spc="475" dirty="0">
                <a:solidFill>
                  <a:srgbClr val="000000"/>
                </a:solidFill>
                <a:latin typeface="Track"/>
                <a:ea typeface="Track"/>
                <a:cs typeface="Track"/>
                <a:sym typeface="Track"/>
              </a:rPr>
              <a:t>The Company</a:t>
            </a:r>
          </a:p>
        </p:txBody>
      </p:sp>
      <p:pic>
        <p:nvPicPr>
          <p:cNvPr id="36" name="Picture 35" descr="Orena_Logo_Final.png">
            <a:extLst>
              <a:ext uri="{FF2B5EF4-FFF2-40B4-BE49-F238E27FC236}">
                <a16:creationId xmlns:a16="http://schemas.microsoft.com/office/drawing/2014/main" id="{A6728F87-472F-469B-9F6D-6C539A8408F4}"/>
              </a:ext>
            </a:extLst>
          </p:cNvPr>
          <p:cNvPicPr>
            <a:picLocks noChangeAspect="1"/>
          </p:cNvPicPr>
          <p:nvPr/>
        </p:nvPicPr>
        <p:blipFill>
          <a:blip r:embed="rId10" cstate="screen"/>
          <a:stretch>
            <a:fillRect/>
          </a:stretch>
        </p:blipFill>
        <p:spPr>
          <a:xfrm>
            <a:off x="4125380" y="3886688"/>
            <a:ext cx="3179555" cy="19866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2951"/>
        </a:solidFill>
        <a:effectLst/>
      </p:bgPr>
    </p:bg>
    <p:spTree>
      <p:nvGrpSpPr>
        <p:cNvPr id="1" name=""/>
        <p:cNvGrpSpPr/>
        <p:nvPr/>
      </p:nvGrpSpPr>
      <p:grpSpPr>
        <a:xfrm>
          <a:off x="0" y="0"/>
          <a:ext cx="0" cy="0"/>
          <a:chOff x="0" y="0"/>
          <a:chExt cx="0" cy="0"/>
        </a:xfrm>
      </p:grpSpPr>
      <p:sp>
        <p:nvSpPr>
          <p:cNvPr id="12" name="Rectangle 11"/>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p:cNvSpPr/>
          <p:nvPr/>
        </p:nvSpPr>
        <p:spPr>
          <a:xfrm rot="16200000">
            <a:off x="4703767" y="5478828"/>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p:cNvSpPr/>
          <p:nvPr/>
        </p:nvSpPr>
        <p:spPr>
          <a:xfrm rot="16200000">
            <a:off x="633290" y="5459288"/>
            <a:ext cx="765422" cy="2031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2" name="Group 17"/>
          <p:cNvGrpSpPr/>
          <p:nvPr/>
        </p:nvGrpSpPr>
        <p:grpSpPr>
          <a:xfrm>
            <a:off x="2" y="6736617"/>
            <a:ext cx="12191999" cy="134339"/>
            <a:chOff x="2" y="2110197"/>
            <a:chExt cx="12191999" cy="134339"/>
          </a:xfrm>
        </p:grpSpPr>
        <p:sp>
          <p:nvSpPr>
            <p:cNvPr id="19" name="Rectangle 18"/>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1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Rectangle 2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Rectangle 23"/>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36" name="Straight Connector 35"/>
          <p:cNvCxnSpPr/>
          <p:nvPr/>
        </p:nvCxnSpPr>
        <p:spPr>
          <a:xfrm>
            <a:off x="1009487" y="4752975"/>
            <a:ext cx="0" cy="438149"/>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08255" y="204896"/>
            <a:ext cx="6518366" cy="646331"/>
          </a:xfrm>
          <a:prstGeom prst="rect">
            <a:avLst/>
          </a:prstGeom>
          <a:noFill/>
        </p:spPr>
        <p:txBody>
          <a:bodyPr wrap="square" lIns="91440" tIns="45720" rIns="91440" bIns="45720" rtlCol="0" anchor="t">
            <a:spAutoFit/>
          </a:bodyPr>
          <a:lstStyle/>
          <a:p>
            <a:pPr algn="ctr"/>
            <a:r>
              <a:rPr lang="en-US" sz="3600" b="1" dirty="0">
                <a:solidFill>
                  <a:schemeClr val="bg1"/>
                </a:solidFill>
                <a:latin typeface="Segoe UI"/>
                <a:cs typeface="Segoe UI"/>
              </a:rPr>
              <a:t>Our Vision</a:t>
            </a:r>
            <a:endParaRPr lang="id-ID" sz="3600" b="1" dirty="0">
              <a:solidFill>
                <a:schemeClr val="bg1"/>
              </a:solidFill>
              <a:latin typeface="Segoe UI"/>
              <a:cs typeface="Segoe UI"/>
            </a:endParaRPr>
          </a:p>
        </p:txBody>
      </p:sp>
      <p:pic>
        <p:nvPicPr>
          <p:cNvPr id="26" name="Content Placeholder 26">
            <a:extLst>
              <a:ext uri="{FF2B5EF4-FFF2-40B4-BE49-F238E27FC236}">
                <a16:creationId xmlns:a16="http://schemas.microsoft.com/office/drawing/2014/main" id="{C14D4766-CEEE-4A80-BE89-3E1975ED8FE4}"/>
              </a:ext>
            </a:extLst>
          </p:cNvPr>
          <p:cNvPicPr>
            <a:picLocks noChangeAspect="1"/>
          </p:cNvPicPr>
          <p:nvPr/>
        </p:nvPicPr>
        <p:blipFill>
          <a:blip r:embed="rId2"/>
          <a:stretch>
            <a:fillRect/>
          </a:stretch>
        </p:blipFill>
        <p:spPr>
          <a:xfrm>
            <a:off x="2607871" y="2060759"/>
            <a:ext cx="6231330" cy="3715040"/>
          </a:xfrm>
          <a:prstGeom prst="rect">
            <a:avLst/>
          </a:prstGeom>
        </p:spPr>
        <p:style>
          <a:lnRef idx="1">
            <a:schemeClr val="accent2"/>
          </a:lnRef>
          <a:fillRef idx="3">
            <a:schemeClr val="accent2"/>
          </a:fillRef>
          <a:effectRef idx="2">
            <a:schemeClr val="accent2"/>
          </a:effectRef>
          <a:fontRef idx="minor">
            <a:schemeClr val="lt1"/>
          </a:fontRef>
        </p:style>
      </p:pic>
      <p:sp>
        <p:nvSpPr>
          <p:cNvPr id="29" name="Rectangle 28"/>
          <p:cNvSpPr/>
          <p:nvPr/>
        </p:nvSpPr>
        <p:spPr>
          <a:xfrm>
            <a:off x="616132" y="862265"/>
            <a:ext cx="10959736" cy="923330"/>
          </a:xfrm>
          <a:prstGeom prst="rect">
            <a:avLst/>
          </a:prstGeom>
        </p:spPr>
        <p:txBody>
          <a:bodyPr wrap="square">
            <a:spAutoFit/>
          </a:bodyPr>
          <a:lstStyle/>
          <a:p>
            <a:r>
              <a:rPr lang="en-IN" dirty="0">
                <a:solidFill>
                  <a:schemeClr val="bg1"/>
                </a:solidFill>
              </a:rPr>
              <a:t>Our vision is to create an ecosystem to equip, empower and encourage the Human Talent for companies to contribute towards their growth through finding right talent and developing specific, customized and relevant research based training &amp; mentoring programs using Technology+.</a:t>
            </a:r>
          </a:p>
        </p:txBody>
      </p:sp>
      <p:pic>
        <p:nvPicPr>
          <p:cNvPr id="37" name="Picture 36" descr="Orena_Logo_Final.png"/>
          <p:cNvPicPr>
            <a:picLocks noChangeAspect="1"/>
          </p:cNvPicPr>
          <p:nvPr/>
        </p:nvPicPr>
        <p:blipFill>
          <a:blip r:embed="rId3" cstate="screen"/>
          <a:stretch>
            <a:fillRect/>
          </a:stretch>
        </p:blipFill>
        <p:spPr>
          <a:xfrm>
            <a:off x="10206471" y="5518372"/>
            <a:ext cx="1932071" cy="1207206"/>
          </a:xfrm>
          <a:prstGeom prst="rect">
            <a:avLst/>
          </a:prstGeom>
        </p:spPr>
      </p:pic>
    </p:spTree>
    <p:extLst>
      <p:ext uri="{BB962C8B-B14F-4D97-AF65-F5344CB8AC3E}">
        <p14:creationId xmlns:p14="http://schemas.microsoft.com/office/powerpoint/2010/main" val="159751789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anim calcmode="lin" valueType="num">
                                      <p:cBhvr>
                                        <p:cTn id="24" dur="500" fill="hold"/>
                                        <p:tgtEl>
                                          <p:spTgt spid="13"/>
                                        </p:tgtEl>
                                        <p:attrNameLst>
                                          <p:attrName>ppt_x</p:attrName>
                                        </p:attrNameLst>
                                      </p:cBhvr>
                                      <p:tavLst>
                                        <p:tav tm="0">
                                          <p:val>
                                            <p:strVal val="#ppt_x"/>
                                          </p:val>
                                        </p:tav>
                                        <p:tav tm="100000">
                                          <p:val>
                                            <p:strVal val="#ppt_x"/>
                                          </p:val>
                                        </p:tav>
                                      </p:tavLst>
                                    </p:anim>
                                    <p:anim calcmode="lin" valueType="num">
                                      <p:cBhvr>
                                        <p:cTn id="25" dur="500" fill="hold"/>
                                        <p:tgtEl>
                                          <p:spTgt spid="1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anim calcmode="lin" valueType="num">
                                      <p:cBhvr>
                                        <p:cTn id="30" dur="500" fill="hold"/>
                                        <p:tgtEl>
                                          <p:spTgt spid="14"/>
                                        </p:tgtEl>
                                        <p:attrNameLst>
                                          <p:attrName>ppt_x</p:attrName>
                                        </p:attrNameLst>
                                      </p:cBhvr>
                                      <p:tavLst>
                                        <p:tav tm="0">
                                          <p:val>
                                            <p:strVal val="#ppt_x"/>
                                          </p:val>
                                        </p:tav>
                                        <p:tav tm="100000">
                                          <p:val>
                                            <p:strVal val="#ppt_x"/>
                                          </p:val>
                                        </p:tav>
                                      </p:tavLst>
                                    </p:anim>
                                    <p:anim calcmode="lin" valueType="num">
                                      <p:cBhvr>
                                        <p:cTn id="31" dur="500" fill="hold"/>
                                        <p:tgtEl>
                                          <p:spTgt spid="14"/>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anim calcmode="lin" valueType="num">
                                      <p:cBhvr>
                                        <p:cTn id="36" dur="500" fill="hold"/>
                                        <p:tgtEl>
                                          <p:spTgt spid="15"/>
                                        </p:tgtEl>
                                        <p:attrNameLst>
                                          <p:attrName>ppt_x</p:attrName>
                                        </p:attrNameLst>
                                      </p:cBhvr>
                                      <p:tavLst>
                                        <p:tav tm="0">
                                          <p:val>
                                            <p:strVal val="#ppt_x"/>
                                          </p:val>
                                        </p:tav>
                                        <p:tav tm="100000">
                                          <p:val>
                                            <p:strVal val="#ppt_x"/>
                                          </p:val>
                                        </p:tav>
                                      </p:tavLst>
                                    </p:anim>
                                    <p:anim calcmode="lin" valueType="num">
                                      <p:cBhvr>
                                        <p:cTn id="37" dur="500" fill="hold"/>
                                        <p:tgtEl>
                                          <p:spTgt spid="15"/>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22" presetClass="entr" presetSubtype="4" fill="hold" nodeType="after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wipe(down)">
                                      <p:cBhvr>
                                        <p:cTn id="41" dur="500"/>
                                        <p:tgtEl>
                                          <p:spTgt spid="36"/>
                                        </p:tgtEl>
                                      </p:cBhvr>
                                    </p:animEffect>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1000"/>
                                        <p:tgtEl>
                                          <p:spTgt spid="40"/>
                                        </p:tgtEl>
                                      </p:cBhvr>
                                    </p:animEffect>
                                    <p:anim calcmode="lin" valueType="num">
                                      <p:cBhvr>
                                        <p:cTn id="46" dur="1000" fill="hold"/>
                                        <p:tgtEl>
                                          <p:spTgt spid="40"/>
                                        </p:tgtEl>
                                        <p:attrNameLst>
                                          <p:attrName>ppt_x</p:attrName>
                                        </p:attrNameLst>
                                      </p:cBhvr>
                                      <p:tavLst>
                                        <p:tav tm="0">
                                          <p:val>
                                            <p:strVal val="#ppt_x"/>
                                          </p:val>
                                        </p:tav>
                                        <p:tav tm="100000">
                                          <p:val>
                                            <p:strVal val="#ppt_x"/>
                                          </p:val>
                                        </p:tav>
                                      </p:tavLst>
                                    </p:anim>
                                    <p:anim calcmode="lin" valueType="num">
                                      <p:cBhvr>
                                        <p:cTn id="4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7" grpId="0" animBg="1"/>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79341" y="278193"/>
            <a:ext cx="5360838" cy="646331"/>
          </a:xfrm>
          <a:prstGeom prst="rect">
            <a:avLst/>
          </a:prstGeom>
          <a:noFill/>
          <a:ln w="57150">
            <a:solidFill>
              <a:schemeClr val="bg1"/>
            </a:solidFill>
          </a:ln>
        </p:spPr>
        <p:txBody>
          <a:bodyPr wrap="square" lIns="91440" tIns="45720" rIns="91440" bIns="45720" rtlCol="0" anchor="t">
            <a:spAutoFit/>
          </a:bodyPr>
          <a:lstStyle/>
          <a:p>
            <a:pPr algn="ctr"/>
            <a:r>
              <a:rPr lang="en-US" sz="3600" b="1" dirty="0">
                <a:solidFill>
                  <a:srgbClr val="44546A"/>
                </a:solidFill>
                <a:latin typeface="Segoe UI"/>
                <a:cs typeface="Segoe UI"/>
              </a:rPr>
              <a:t>Our core values</a:t>
            </a:r>
          </a:p>
        </p:txBody>
      </p:sp>
      <p:grpSp>
        <p:nvGrpSpPr>
          <p:cNvPr id="5" name="Group 4"/>
          <p:cNvGrpSpPr/>
          <p:nvPr/>
        </p:nvGrpSpPr>
        <p:grpSpPr>
          <a:xfrm>
            <a:off x="2828417" y="1775343"/>
            <a:ext cx="4458527" cy="910522"/>
            <a:chOff x="6217425" y="2329621"/>
            <a:chExt cx="4458527" cy="910522"/>
          </a:xfrm>
        </p:grpSpPr>
        <p:sp>
          <p:nvSpPr>
            <p:cNvPr id="190" name="TextBox 189"/>
            <p:cNvSpPr txBox="1"/>
            <p:nvPr/>
          </p:nvSpPr>
          <p:spPr>
            <a:xfrm>
              <a:off x="6340931" y="2329621"/>
              <a:ext cx="2672526" cy="369332"/>
            </a:xfrm>
            <a:prstGeom prst="rect">
              <a:avLst/>
            </a:prstGeom>
            <a:noFill/>
          </p:spPr>
          <p:txBody>
            <a:bodyPr wrap="none" lIns="91440" tIns="45720" rIns="91440" bIns="45720" rtlCol="0" anchor="t">
              <a:spAutoFit/>
            </a:bodyPr>
            <a:lstStyle/>
            <a:p>
              <a:r>
                <a:rPr lang="en-US" b="1" dirty="0">
                  <a:solidFill>
                    <a:schemeClr val="bg1">
                      <a:lumMod val="50000"/>
                    </a:schemeClr>
                  </a:solidFill>
                  <a:latin typeface="+mj-lt"/>
                </a:rPr>
                <a:t>Embracing Challenges</a:t>
              </a:r>
              <a:endParaRPr lang="en-US" dirty="0">
                <a:solidFill>
                  <a:schemeClr val="bg1">
                    <a:lumMod val="50000"/>
                  </a:schemeClr>
                </a:solidFill>
              </a:endParaRPr>
            </a:p>
          </p:txBody>
        </p:sp>
        <p:sp>
          <p:nvSpPr>
            <p:cNvPr id="191" name="TextBox 190"/>
            <p:cNvSpPr txBox="1"/>
            <p:nvPr/>
          </p:nvSpPr>
          <p:spPr>
            <a:xfrm>
              <a:off x="6217425" y="2622410"/>
              <a:ext cx="4458527" cy="617733"/>
            </a:xfrm>
            <a:prstGeom prst="rect">
              <a:avLst/>
            </a:prstGeom>
            <a:noFill/>
          </p:spPr>
          <p:txBody>
            <a:bodyPr wrap="square" lIns="91440" tIns="45720" rIns="91440" bIns="45720" rtlCol="0" anchor="t">
              <a:spAutoFit/>
            </a:bodyPr>
            <a:lstStyle/>
            <a:p>
              <a:pPr>
                <a:lnSpc>
                  <a:spcPct val="150000"/>
                </a:lnSpc>
              </a:pPr>
              <a:endParaRPr lang="en-US" sz="1200" dirty="0">
                <a:solidFill>
                  <a:schemeClr val="bg1">
                    <a:lumMod val="65000"/>
                  </a:schemeClr>
                </a:solidFill>
                <a:cs typeface="Calibri"/>
              </a:endParaRPr>
            </a:p>
            <a:p>
              <a:pPr>
                <a:lnSpc>
                  <a:spcPct val="150000"/>
                </a:lnSpc>
              </a:pPr>
              <a:endParaRPr lang="en-US" sz="1200" dirty="0">
                <a:solidFill>
                  <a:schemeClr val="bg1">
                    <a:lumMod val="65000"/>
                  </a:schemeClr>
                </a:solidFill>
              </a:endParaRPr>
            </a:p>
          </p:txBody>
        </p:sp>
      </p:grpSp>
      <p:grpSp>
        <p:nvGrpSpPr>
          <p:cNvPr id="6" name="Group 5"/>
          <p:cNvGrpSpPr/>
          <p:nvPr/>
        </p:nvGrpSpPr>
        <p:grpSpPr>
          <a:xfrm>
            <a:off x="2851913" y="2684155"/>
            <a:ext cx="4458527" cy="872018"/>
            <a:chOff x="6217425" y="3372457"/>
            <a:chExt cx="4458527" cy="872018"/>
          </a:xfrm>
        </p:grpSpPr>
        <p:sp>
          <p:nvSpPr>
            <p:cNvPr id="192" name="TextBox 191"/>
            <p:cNvSpPr txBox="1"/>
            <p:nvPr/>
          </p:nvSpPr>
          <p:spPr>
            <a:xfrm>
              <a:off x="6222450" y="3372457"/>
              <a:ext cx="2198038" cy="369332"/>
            </a:xfrm>
            <a:prstGeom prst="rect">
              <a:avLst/>
            </a:prstGeom>
            <a:noFill/>
          </p:spPr>
          <p:txBody>
            <a:bodyPr wrap="none" lIns="91440" tIns="45720" rIns="91440" bIns="45720" rtlCol="0" anchor="t">
              <a:spAutoFit/>
            </a:bodyPr>
            <a:lstStyle/>
            <a:p>
              <a:r>
                <a:rPr lang="en-US" b="1" dirty="0">
                  <a:solidFill>
                    <a:schemeClr val="bg1">
                      <a:lumMod val="50000"/>
                    </a:schemeClr>
                  </a:solidFill>
                  <a:latin typeface="+mj-lt"/>
                </a:rPr>
                <a:t>Ethics and Dignity</a:t>
              </a:r>
              <a:endParaRPr lang="id-ID" b="1" dirty="0">
                <a:solidFill>
                  <a:schemeClr val="bg1">
                    <a:lumMod val="50000"/>
                  </a:schemeClr>
                </a:solidFill>
                <a:latin typeface="+mj-lt"/>
                <a:ea typeface="Source Sans Pro Light"/>
              </a:endParaRPr>
            </a:p>
          </p:txBody>
        </p:sp>
        <p:sp>
          <p:nvSpPr>
            <p:cNvPr id="193" name="TextBox 192"/>
            <p:cNvSpPr txBox="1"/>
            <p:nvPr/>
          </p:nvSpPr>
          <p:spPr>
            <a:xfrm>
              <a:off x="6217425" y="3626742"/>
              <a:ext cx="4458527" cy="617733"/>
            </a:xfrm>
            <a:prstGeom prst="rect">
              <a:avLst/>
            </a:prstGeom>
            <a:noFill/>
          </p:spPr>
          <p:txBody>
            <a:bodyPr wrap="square" lIns="91440" tIns="45720" rIns="91440" bIns="45720" rtlCol="0" anchor="t">
              <a:spAutoFit/>
            </a:bodyPr>
            <a:lstStyle/>
            <a:p>
              <a:pPr>
                <a:lnSpc>
                  <a:spcPct val="150000"/>
                </a:lnSpc>
              </a:pPr>
              <a:endParaRPr lang="en-US" sz="1200" dirty="0">
                <a:solidFill>
                  <a:schemeClr val="bg1">
                    <a:lumMod val="65000"/>
                  </a:schemeClr>
                </a:solidFill>
                <a:cs typeface="Calibri"/>
              </a:endParaRPr>
            </a:p>
            <a:p>
              <a:pPr>
                <a:lnSpc>
                  <a:spcPct val="150000"/>
                </a:lnSpc>
              </a:pPr>
              <a:endParaRPr lang="en-US" sz="1200" dirty="0">
                <a:solidFill>
                  <a:schemeClr val="bg1">
                    <a:lumMod val="65000"/>
                  </a:schemeClr>
                </a:solidFill>
              </a:endParaRPr>
            </a:p>
          </p:txBody>
        </p:sp>
      </p:grpSp>
      <p:grpSp>
        <p:nvGrpSpPr>
          <p:cNvPr id="7" name="Group 6"/>
          <p:cNvGrpSpPr/>
          <p:nvPr/>
        </p:nvGrpSpPr>
        <p:grpSpPr>
          <a:xfrm>
            <a:off x="2945945" y="3741173"/>
            <a:ext cx="1936488" cy="157891"/>
            <a:chOff x="6217425" y="4297735"/>
            <a:chExt cx="4458527" cy="911156"/>
          </a:xfrm>
        </p:grpSpPr>
        <p:sp>
          <p:nvSpPr>
            <p:cNvPr id="194" name="TextBox 193"/>
            <p:cNvSpPr txBox="1"/>
            <p:nvPr/>
          </p:nvSpPr>
          <p:spPr>
            <a:xfrm>
              <a:off x="6217426" y="4297735"/>
              <a:ext cx="1159292" cy="369332"/>
            </a:xfrm>
            <a:prstGeom prst="rect">
              <a:avLst/>
            </a:prstGeom>
            <a:noFill/>
          </p:spPr>
          <p:txBody>
            <a:bodyPr wrap="none" lIns="91440" tIns="45720" rIns="91440" bIns="45720" rtlCol="0" anchor="t">
              <a:spAutoFit/>
            </a:bodyPr>
            <a:lstStyle/>
            <a:p>
              <a:r>
                <a:rPr lang="en-US" b="1" dirty="0">
                  <a:solidFill>
                    <a:schemeClr val="bg1">
                      <a:lumMod val="50000"/>
                    </a:schemeClr>
                  </a:solidFill>
                  <a:latin typeface="+mj-lt"/>
                </a:rPr>
                <a:t>Diversity</a:t>
              </a:r>
              <a:endParaRPr lang="id-ID" b="1" dirty="0">
                <a:solidFill>
                  <a:schemeClr val="bg1">
                    <a:lumMod val="50000"/>
                  </a:schemeClr>
                </a:solidFill>
                <a:latin typeface="+mj-lt"/>
                <a:ea typeface="Source Sans Pro Light"/>
              </a:endParaRPr>
            </a:p>
          </p:txBody>
        </p:sp>
        <p:sp>
          <p:nvSpPr>
            <p:cNvPr id="195" name="TextBox 194"/>
            <p:cNvSpPr txBox="1"/>
            <p:nvPr/>
          </p:nvSpPr>
          <p:spPr>
            <a:xfrm>
              <a:off x="6217425" y="4591158"/>
              <a:ext cx="4458527" cy="617733"/>
            </a:xfrm>
            <a:prstGeom prst="rect">
              <a:avLst/>
            </a:prstGeom>
            <a:noFill/>
          </p:spPr>
          <p:txBody>
            <a:bodyPr wrap="square" lIns="91440" tIns="45720" rIns="91440" bIns="45720" rtlCol="0" anchor="t">
              <a:spAutoFit/>
            </a:bodyPr>
            <a:lstStyle/>
            <a:p>
              <a:pPr>
                <a:lnSpc>
                  <a:spcPct val="150000"/>
                </a:lnSpc>
              </a:pPr>
              <a:endParaRPr lang="en-US" sz="1200" dirty="0">
                <a:solidFill>
                  <a:schemeClr val="bg1">
                    <a:lumMod val="65000"/>
                  </a:schemeClr>
                </a:solidFill>
                <a:cs typeface="Calibri"/>
              </a:endParaRPr>
            </a:p>
            <a:p>
              <a:pPr>
                <a:lnSpc>
                  <a:spcPct val="150000"/>
                </a:lnSpc>
              </a:pPr>
              <a:endParaRPr lang="en-US" sz="1200" dirty="0">
                <a:solidFill>
                  <a:schemeClr val="bg1">
                    <a:lumMod val="65000"/>
                  </a:schemeClr>
                </a:solidFill>
              </a:endParaRPr>
            </a:p>
          </p:txBody>
        </p:sp>
      </p:grpSp>
      <p:grpSp>
        <p:nvGrpSpPr>
          <p:cNvPr id="206" name="Group 205"/>
          <p:cNvGrpSpPr/>
          <p:nvPr/>
        </p:nvGrpSpPr>
        <p:grpSpPr>
          <a:xfrm>
            <a:off x="1827719" y="3698907"/>
            <a:ext cx="275495" cy="400314"/>
            <a:chOff x="-1587" y="-1587"/>
            <a:chExt cx="4211637" cy="6119812"/>
          </a:xfrm>
          <a:solidFill>
            <a:schemeClr val="bg1"/>
          </a:solidFill>
        </p:grpSpPr>
        <p:sp>
          <p:nvSpPr>
            <p:cNvPr id="207" name="Freeform 39"/>
            <p:cNvSpPr>
              <a:spLocks noEditPoints="1"/>
            </p:cNvSpPr>
            <p:nvPr/>
          </p:nvSpPr>
          <p:spPr bwMode="auto">
            <a:xfrm>
              <a:off x="-1587" y="-1587"/>
              <a:ext cx="4211637" cy="6119812"/>
            </a:xfrm>
            <a:custGeom>
              <a:avLst/>
              <a:gdLst>
                <a:gd name="T0" fmla="*/ 560 w 1120"/>
                <a:gd name="T1" fmla="*/ 0 h 1629"/>
                <a:gd name="T2" fmla="*/ 0 w 1120"/>
                <a:gd name="T3" fmla="*/ 560 h 1629"/>
                <a:gd name="T4" fmla="*/ 256 w 1120"/>
                <a:gd name="T5" fmla="*/ 1174 h 1629"/>
                <a:gd name="T6" fmla="*/ 560 w 1120"/>
                <a:gd name="T7" fmla="*/ 1629 h 1629"/>
                <a:gd name="T8" fmla="*/ 864 w 1120"/>
                <a:gd name="T9" fmla="*/ 1175 h 1629"/>
                <a:gd name="T10" fmla="*/ 1120 w 1120"/>
                <a:gd name="T11" fmla="*/ 560 h 1629"/>
                <a:gd name="T12" fmla="*/ 560 w 1120"/>
                <a:gd name="T13" fmla="*/ 0 h 1629"/>
                <a:gd name="T14" fmla="*/ 692 w 1120"/>
                <a:gd name="T15" fmla="*/ 1383 h 1629"/>
                <a:gd name="T16" fmla="*/ 440 w 1120"/>
                <a:gd name="T17" fmla="*/ 1415 h 1629"/>
                <a:gd name="T18" fmla="*/ 409 w 1120"/>
                <a:gd name="T19" fmla="*/ 1319 h 1629"/>
                <a:gd name="T20" fmla="*/ 409 w 1120"/>
                <a:gd name="T21" fmla="*/ 1317 h 1629"/>
                <a:gd name="T22" fmla="*/ 724 w 1120"/>
                <a:gd name="T23" fmla="*/ 1278 h 1629"/>
                <a:gd name="T24" fmla="*/ 710 w 1120"/>
                <a:gd name="T25" fmla="*/ 1323 h 1629"/>
                <a:gd name="T26" fmla="*/ 692 w 1120"/>
                <a:gd name="T27" fmla="*/ 1383 h 1629"/>
                <a:gd name="T28" fmla="*/ 394 w 1120"/>
                <a:gd name="T29" fmla="*/ 1268 h 1629"/>
                <a:gd name="T30" fmla="*/ 363 w 1120"/>
                <a:gd name="T31" fmla="*/ 1171 h 1629"/>
                <a:gd name="T32" fmla="*/ 758 w 1120"/>
                <a:gd name="T33" fmla="*/ 1171 h 1629"/>
                <a:gd name="T34" fmla="*/ 740 w 1120"/>
                <a:gd name="T35" fmla="*/ 1225 h 1629"/>
                <a:gd name="T36" fmla="*/ 394 w 1120"/>
                <a:gd name="T37" fmla="*/ 1268 h 1629"/>
                <a:gd name="T38" fmla="*/ 560 w 1120"/>
                <a:gd name="T39" fmla="*/ 1527 h 1629"/>
                <a:gd name="T40" fmla="*/ 458 w 1120"/>
                <a:gd name="T41" fmla="*/ 1464 h 1629"/>
                <a:gd name="T42" fmla="*/ 674 w 1120"/>
                <a:gd name="T43" fmla="*/ 1437 h 1629"/>
                <a:gd name="T44" fmla="*/ 560 w 1120"/>
                <a:gd name="T45" fmla="*/ 1527 h 1629"/>
                <a:gd name="T46" fmla="*/ 798 w 1120"/>
                <a:gd name="T47" fmla="*/ 1069 h 1629"/>
                <a:gd name="T48" fmla="*/ 323 w 1120"/>
                <a:gd name="T49" fmla="*/ 1069 h 1629"/>
                <a:gd name="T50" fmla="*/ 237 w 1120"/>
                <a:gd name="T51" fmla="*/ 905 h 1629"/>
                <a:gd name="T52" fmla="*/ 102 w 1120"/>
                <a:gd name="T53" fmla="*/ 560 h 1629"/>
                <a:gd name="T54" fmla="*/ 560 w 1120"/>
                <a:gd name="T55" fmla="*/ 102 h 1629"/>
                <a:gd name="T56" fmla="*/ 1018 w 1120"/>
                <a:gd name="T57" fmla="*/ 560 h 1629"/>
                <a:gd name="T58" fmla="*/ 883 w 1120"/>
                <a:gd name="T59" fmla="*/ 906 h 1629"/>
                <a:gd name="T60" fmla="*/ 798 w 1120"/>
                <a:gd name="T61" fmla="*/ 1069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20" h="1629">
                  <a:moveTo>
                    <a:pt x="560" y="0"/>
                  </a:moveTo>
                  <a:cubicBezTo>
                    <a:pt x="251" y="0"/>
                    <a:pt x="0" y="251"/>
                    <a:pt x="0" y="560"/>
                  </a:cubicBezTo>
                  <a:cubicBezTo>
                    <a:pt x="0" y="765"/>
                    <a:pt x="188" y="983"/>
                    <a:pt x="256" y="1174"/>
                  </a:cubicBezTo>
                  <a:cubicBezTo>
                    <a:pt x="358" y="1459"/>
                    <a:pt x="347" y="1629"/>
                    <a:pt x="560" y="1629"/>
                  </a:cubicBezTo>
                  <a:cubicBezTo>
                    <a:pt x="776" y="1629"/>
                    <a:pt x="762" y="1459"/>
                    <a:pt x="864" y="1175"/>
                  </a:cubicBezTo>
                  <a:cubicBezTo>
                    <a:pt x="932" y="983"/>
                    <a:pt x="1120" y="764"/>
                    <a:pt x="1120" y="560"/>
                  </a:cubicBezTo>
                  <a:cubicBezTo>
                    <a:pt x="1120" y="251"/>
                    <a:pt x="869" y="0"/>
                    <a:pt x="560" y="0"/>
                  </a:cubicBezTo>
                  <a:close/>
                  <a:moveTo>
                    <a:pt x="692" y="1383"/>
                  </a:moveTo>
                  <a:cubicBezTo>
                    <a:pt x="440" y="1415"/>
                    <a:pt x="440" y="1415"/>
                    <a:pt x="440" y="1415"/>
                  </a:cubicBezTo>
                  <a:cubicBezTo>
                    <a:pt x="431" y="1389"/>
                    <a:pt x="421" y="1358"/>
                    <a:pt x="409" y="1319"/>
                  </a:cubicBezTo>
                  <a:cubicBezTo>
                    <a:pt x="409" y="1318"/>
                    <a:pt x="409" y="1318"/>
                    <a:pt x="409" y="1317"/>
                  </a:cubicBezTo>
                  <a:cubicBezTo>
                    <a:pt x="724" y="1278"/>
                    <a:pt x="724" y="1278"/>
                    <a:pt x="724" y="1278"/>
                  </a:cubicBezTo>
                  <a:cubicBezTo>
                    <a:pt x="719" y="1293"/>
                    <a:pt x="714" y="1309"/>
                    <a:pt x="710" y="1323"/>
                  </a:cubicBezTo>
                  <a:cubicBezTo>
                    <a:pt x="704" y="1346"/>
                    <a:pt x="698" y="1365"/>
                    <a:pt x="692" y="1383"/>
                  </a:cubicBezTo>
                  <a:close/>
                  <a:moveTo>
                    <a:pt x="394" y="1268"/>
                  </a:moveTo>
                  <a:cubicBezTo>
                    <a:pt x="385" y="1237"/>
                    <a:pt x="374" y="1205"/>
                    <a:pt x="363" y="1171"/>
                  </a:cubicBezTo>
                  <a:cubicBezTo>
                    <a:pt x="758" y="1171"/>
                    <a:pt x="758" y="1171"/>
                    <a:pt x="758" y="1171"/>
                  </a:cubicBezTo>
                  <a:cubicBezTo>
                    <a:pt x="752" y="1189"/>
                    <a:pt x="745" y="1208"/>
                    <a:pt x="740" y="1225"/>
                  </a:cubicBezTo>
                  <a:lnTo>
                    <a:pt x="394" y="1268"/>
                  </a:lnTo>
                  <a:close/>
                  <a:moveTo>
                    <a:pt x="560" y="1527"/>
                  </a:moveTo>
                  <a:cubicBezTo>
                    <a:pt x="508" y="1527"/>
                    <a:pt x="485" y="1521"/>
                    <a:pt x="458" y="1464"/>
                  </a:cubicBezTo>
                  <a:cubicBezTo>
                    <a:pt x="674" y="1437"/>
                    <a:pt x="674" y="1437"/>
                    <a:pt x="674" y="1437"/>
                  </a:cubicBezTo>
                  <a:cubicBezTo>
                    <a:pt x="643" y="1521"/>
                    <a:pt x="620" y="1527"/>
                    <a:pt x="560" y="1527"/>
                  </a:cubicBezTo>
                  <a:close/>
                  <a:moveTo>
                    <a:pt x="798" y="1069"/>
                  </a:moveTo>
                  <a:cubicBezTo>
                    <a:pt x="323" y="1069"/>
                    <a:pt x="323" y="1069"/>
                    <a:pt x="323" y="1069"/>
                  </a:cubicBezTo>
                  <a:cubicBezTo>
                    <a:pt x="297" y="1014"/>
                    <a:pt x="267" y="959"/>
                    <a:pt x="237" y="905"/>
                  </a:cubicBezTo>
                  <a:cubicBezTo>
                    <a:pt x="170" y="786"/>
                    <a:pt x="102" y="664"/>
                    <a:pt x="102" y="560"/>
                  </a:cubicBezTo>
                  <a:cubicBezTo>
                    <a:pt x="102" y="307"/>
                    <a:pt x="307" y="102"/>
                    <a:pt x="560" y="102"/>
                  </a:cubicBezTo>
                  <a:cubicBezTo>
                    <a:pt x="813" y="102"/>
                    <a:pt x="1018" y="307"/>
                    <a:pt x="1018" y="560"/>
                  </a:cubicBezTo>
                  <a:cubicBezTo>
                    <a:pt x="1018" y="663"/>
                    <a:pt x="949" y="786"/>
                    <a:pt x="883" y="906"/>
                  </a:cubicBezTo>
                  <a:cubicBezTo>
                    <a:pt x="853" y="960"/>
                    <a:pt x="823" y="1014"/>
                    <a:pt x="798" y="106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8" name="Freeform 40"/>
            <p:cNvSpPr>
              <a:spLocks/>
            </p:cNvSpPr>
            <p:nvPr/>
          </p:nvSpPr>
          <p:spPr bwMode="auto">
            <a:xfrm>
              <a:off x="957263" y="955675"/>
              <a:ext cx="1239837" cy="1239837"/>
            </a:xfrm>
            <a:custGeom>
              <a:avLst/>
              <a:gdLst>
                <a:gd name="T0" fmla="*/ 305 w 330"/>
                <a:gd name="T1" fmla="*/ 0 h 330"/>
                <a:gd name="T2" fmla="*/ 0 w 330"/>
                <a:gd name="T3" fmla="*/ 305 h 330"/>
                <a:gd name="T4" fmla="*/ 25 w 330"/>
                <a:gd name="T5" fmla="*/ 330 h 330"/>
                <a:gd name="T6" fmla="*/ 50 w 330"/>
                <a:gd name="T7" fmla="*/ 305 h 330"/>
                <a:gd name="T8" fmla="*/ 305 w 330"/>
                <a:gd name="T9" fmla="*/ 50 h 330"/>
                <a:gd name="T10" fmla="*/ 330 w 330"/>
                <a:gd name="T11" fmla="*/ 25 h 330"/>
                <a:gd name="T12" fmla="*/ 305 w 330"/>
                <a:gd name="T13" fmla="*/ 0 h 330"/>
              </a:gdLst>
              <a:ahLst/>
              <a:cxnLst>
                <a:cxn ang="0">
                  <a:pos x="T0" y="T1"/>
                </a:cxn>
                <a:cxn ang="0">
                  <a:pos x="T2" y="T3"/>
                </a:cxn>
                <a:cxn ang="0">
                  <a:pos x="T4" y="T5"/>
                </a:cxn>
                <a:cxn ang="0">
                  <a:pos x="T6" y="T7"/>
                </a:cxn>
                <a:cxn ang="0">
                  <a:pos x="T8" y="T9"/>
                </a:cxn>
                <a:cxn ang="0">
                  <a:pos x="T10" y="T11"/>
                </a:cxn>
                <a:cxn ang="0">
                  <a:pos x="T12" y="T13"/>
                </a:cxn>
              </a:cxnLst>
              <a:rect l="0" t="0" r="r" b="b"/>
              <a:pathLst>
                <a:path w="330" h="330">
                  <a:moveTo>
                    <a:pt x="305" y="0"/>
                  </a:moveTo>
                  <a:cubicBezTo>
                    <a:pt x="137" y="0"/>
                    <a:pt x="0" y="137"/>
                    <a:pt x="0" y="305"/>
                  </a:cubicBezTo>
                  <a:cubicBezTo>
                    <a:pt x="0" y="319"/>
                    <a:pt x="11" y="330"/>
                    <a:pt x="25" y="330"/>
                  </a:cubicBezTo>
                  <a:cubicBezTo>
                    <a:pt x="39" y="330"/>
                    <a:pt x="50" y="319"/>
                    <a:pt x="50" y="305"/>
                  </a:cubicBezTo>
                  <a:cubicBezTo>
                    <a:pt x="50" y="165"/>
                    <a:pt x="165" y="50"/>
                    <a:pt x="305" y="50"/>
                  </a:cubicBezTo>
                  <a:cubicBezTo>
                    <a:pt x="319" y="50"/>
                    <a:pt x="330" y="39"/>
                    <a:pt x="330" y="25"/>
                  </a:cubicBezTo>
                  <a:cubicBezTo>
                    <a:pt x="330" y="11"/>
                    <a:pt x="319" y="0"/>
                    <a:pt x="305"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212" name="Group 211"/>
          <p:cNvGrpSpPr/>
          <p:nvPr/>
        </p:nvGrpSpPr>
        <p:grpSpPr>
          <a:xfrm>
            <a:off x="1746378" y="1747077"/>
            <a:ext cx="436919" cy="376876"/>
            <a:chOff x="-122237" y="-128588"/>
            <a:chExt cx="4632324" cy="3995738"/>
          </a:xfrm>
          <a:solidFill>
            <a:schemeClr val="bg1"/>
          </a:solidFill>
        </p:grpSpPr>
        <p:sp>
          <p:nvSpPr>
            <p:cNvPr id="213" name="Freeform 34"/>
            <p:cNvSpPr>
              <a:spLocks noEditPoints="1"/>
            </p:cNvSpPr>
            <p:nvPr/>
          </p:nvSpPr>
          <p:spPr bwMode="auto">
            <a:xfrm>
              <a:off x="-122237" y="-128588"/>
              <a:ext cx="4632324" cy="3995738"/>
            </a:xfrm>
            <a:custGeom>
              <a:avLst/>
              <a:gdLst>
                <a:gd name="T0" fmla="*/ 1096 w 1232"/>
                <a:gd name="T1" fmla="*/ 134 h 1062"/>
                <a:gd name="T2" fmla="*/ 616 w 1232"/>
                <a:gd name="T3" fmla="*/ 123 h 1062"/>
                <a:gd name="T4" fmla="*/ 136 w 1232"/>
                <a:gd name="T5" fmla="*/ 134 h 1062"/>
                <a:gd name="T6" fmla="*/ 136 w 1232"/>
                <a:gd name="T7" fmla="*/ 622 h 1062"/>
                <a:gd name="T8" fmla="*/ 538 w 1232"/>
                <a:gd name="T9" fmla="*/ 1020 h 1062"/>
                <a:gd name="T10" fmla="*/ 694 w 1232"/>
                <a:gd name="T11" fmla="*/ 1020 h 1062"/>
                <a:gd name="T12" fmla="*/ 1096 w 1232"/>
                <a:gd name="T13" fmla="*/ 622 h 1062"/>
                <a:gd name="T14" fmla="*/ 1096 w 1232"/>
                <a:gd name="T15" fmla="*/ 134 h 1062"/>
                <a:gd name="T16" fmla="*/ 1044 w 1232"/>
                <a:gd name="T17" fmla="*/ 570 h 1062"/>
                <a:gd name="T18" fmla="*/ 642 w 1232"/>
                <a:gd name="T19" fmla="*/ 968 h 1062"/>
                <a:gd name="T20" fmla="*/ 590 w 1232"/>
                <a:gd name="T21" fmla="*/ 968 h 1062"/>
                <a:gd name="T22" fmla="*/ 188 w 1232"/>
                <a:gd name="T23" fmla="*/ 570 h 1062"/>
                <a:gd name="T24" fmla="*/ 188 w 1232"/>
                <a:gd name="T25" fmla="*/ 185 h 1062"/>
                <a:gd name="T26" fmla="*/ 567 w 1232"/>
                <a:gd name="T27" fmla="*/ 177 h 1062"/>
                <a:gd name="T28" fmla="*/ 616 w 1232"/>
                <a:gd name="T29" fmla="*/ 221 h 1062"/>
                <a:gd name="T30" fmla="*/ 665 w 1232"/>
                <a:gd name="T31" fmla="*/ 177 h 1062"/>
                <a:gd name="T32" fmla="*/ 1044 w 1232"/>
                <a:gd name="T33" fmla="*/ 185 h 1062"/>
                <a:gd name="T34" fmla="*/ 1044 w 1232"/>
                <a:gd name="T35" fmla="*/ 57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2" h="1062">
                  <a:moveTo>
                    <a:pt x="1096" y="134"/>
                  </a:moveTo>
                  <a:cubicBezTo>
                    <a:pt x="964" y="3"/>
                    <a:pt x="753" y="0"/>
                    <a:pt x="616" y="123"/>
                  </a:cubicBezTo>
                  <a:cubicBezTo>
                    <a:pt x="479" y="0"/>
                    <a:pt x="268" y="3"/>
                    <a:pt x="136" y="134"/>
                  </a:cubicBezTo>
                  <a:cubicBezTo>
                    <a:pt x="0" y="268"/>
                    <a:pt x="0" y="487"/>
                    <a:pt x="136" y="622"/>
                  </a:cubicBezTo>
                  <a:cubicBezTo>
                    <a:pt x="175" y="660"/>
                    <a:pt x="538" y="1020"/>
                    <a:pt x="538" y="1020"/>
                  </a:cubicBezTo>
                  <a:cubicBezTo>
                    <a:pt x="581" y="1062"/>
                    <a:pt x="651" y="1062"/>
                    <a:pt x="694" y="1020"/>
                  </a:cubicBezTo>
                  <a:cubicBezTo>
                    <a:pt x="694" y="1020"/>
                    <a:pt x="1092" y="626"/>
                    <a:pt x="1096" y="622"/>
                  </a:cubicBezTo>
                  <a:cubicBezTo>
                    <a:pt x="1232" y="487"/>
                    <a:pt x="1232" y="268"/>
                    <a:pt x="1096" y="134"/>
                  </a:cubicBezTo>
                  <a:close/>
                  <a:moveTo>
                    <a:pt x="1044" y="570"/>
                  </a:moveTo>
                  <a:cubicBezTo>
                    <a:pt x="642" y="968"/>
                    <a:pt x="642" y="968"/>
                    <a:pt x="642" y="968"/>
                  </a:cubicBezTo>
                  <a:cubicBezTo>
                    <a:pt x="628" y="982"/>
                    <a:pt x="604" y="982"/>
                    <a:pt x="590" y="968"/>
                  </a:cubicBezTo>
                  <a:cubicBezTo>
                    <a:pt x="188" y="570"/>
                    <a:pt x="188" y="570"/>
                    <a:pt x="188" y="570"/>
                  </a:cubicBezTo>
                  <a:cubicBezTo>
                    <a:pt x="81" y="464"/>
                    <a:pt x="81" y="291"/>
                    <a:pt x="188" y="185"/>
                  </a:cubicBezTo>
                  <a:cubicBezTo>
                    <a:pt x="291" y="82"/>
                    <a:pt x="458" y="79"/>
                    <a:pt x="567" y="177"/>
                  </a:cubicBezTo>
                  <a:cubicBezTo>
                    <a:pt x="616" y="221"/>
                    <a:pt x="616" y="221"/>
                    <a:pt x="616" y="221"/>
                  </a:cubicBezTo>
                  <a:cubicBezTo>
                    <a:pt x="665" y="177"/>
                    <a:pt x="665" y="177"/>
                    <a:pt x="665" y="177"/>
                  </a:cubicBezTo>
                  <a:cubicBezTo>
                    <a:pt x="774" y="79"/>
                    <a:pt x="941" y="82"/>
                    <a:pt x="1044" y="185"/>
                  </a:cubicBezTo>
                  <a:cubicBezTo>
                    <a:pt x="1151" y="291"/>
                    <a:pt x="1151" y="464"/>
                    <a:pt x="1044" y="5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4" name="Freeform 35"/>
            <p:cNvSpPr>
              <a:spLocks/>
            </p:cNvSpPr>
            <p:nvPr/>
          </p:nvSpPr>
          <p:spPr bwMode="auto">
            <a:xfrm>
              <a:off x="688975" y="681038"/>
              <a:ext cx="650875" cy="650875"/>
            </a:xfrm>
            <a:custGeom>
              <a:avLst/>
              <a:gdLst>
                <a:gd name="T0" fmla="*/ 154 w 173"/>
                <a:gd name="T1" fmla="*/ 0 h 173"/>
                <a:gd name="T2" fmla="*/ 154 w 173"/>
                <a:gd name="T3" fmla="*/ 0 h 173"/>
                <a:gd name="T4" fmla="*/ 0 w 173"/>
                <a:gd name="T5" fmla="*/ 154 h 173"/>
                <a:gd name="T6" fmla="*/ 0 w 173"/>
                <a:gd name="T7" fmla="*/ 154 h 173"/>
                <a:gd name="T8" fmla="*/ 18 w 173"/>
                <a:gd name="T9" fmla="*/ 173 h 173"/>
                <a:gd name="T10" fmla="*/ 36 w 173"/>
                <a:gd name="T11" fmla="*/ 154 h 173"/>
                <a:gd name="T12" fmla="*/ 36 w 173"/>
                <a:gd name="T13" fmla="*/ 154 h 173"/>
                <a:gd name="T14" fmla="*/ 154 w 173"/>
                <a:gd name="T15" fmla="*/ 36 h 173"/>
                <a:gd name="T16" fmla="*/ 154 w 173"/>
                <a:gd name="T17" fmla="*/ 36 h 173"/>
                <a:gd name="T18" fmla="*/ 173 w 173"/>
                <a:gd name="T19" fmla="*/ 18 h 173"/>
                <a:gd name="T20" fmla="*/ 154 w 173"/>
                <a:gd name="T21"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73">
                  <a:moveTo>
                    <a:pt x="154" y="0"/>
                  </a:moveTo>
                  <a:cubicBezTo>
                    <a:pt x="154" y="0"/>
                    <a:pt x="154" y="0"/>
                    <a:pt x="154" y="0"/>
                  </a:cubicBezTo>
                  <a:cubicBezTo>
                    <a:pt x="69" y="0"/>
                    <a:pt x="0" y="69"/>
                    <a:pt x="0" y="154"/>
                  </a:cubicBezTo>
                  <a:cubicBezTo>
                    <a:pt x="0" y="154"/>
                    <a:pt x="0" y="154"/>
                    <a:pt x="0" y="154"/>
                  </a:cubicBezTo>
                  <a:cubicBezTo>
                    <a:pt x="0" y="165"/>
                    <a:pt x="8" y="173"/>
                    <a:pt x="18" y="173"/>
                  </a:cubicBezTo>
                  <a:cubicBezTo>
                    <a:pt x="28" y="173"/>
                    <a:pt x="36" y="165"/>
                    <a:pt x="36" y="154"/>
                  </a:cubicBezTo>
                  <a:cubicBezTo>
                    <a:pt x="36" y="154"/>
                    <a:pt x="36" y="154"/>
                    <a:pt x="36" y="154"/>
                  </a:cubicBezTo>
                  <a:cubicBezTo>
                    <a:pt x="36" y="89"/>
                    <a:pt x="89" y="36"/>
                    <a:pt x="154" y="36"/>
                  </a:cubicBezTo>
                  <a:cubicBezTo>
                    <a:pt x="154" y="36"/>
                    <a:pt x="154" y="36"/>
                    <a:pt x="154" y="36"/>
                  </a:cubicBezTo>
                  <a:cubicBezTo>
                    <a:pt x="165" y="36"/>
                    <a:pt x="173" y="28"/>
                    <a:pt x="173" y="18"/>
                  </a:cubicBezTo>
                  <a:cubicBezTo>
                    <a:pt x="173" y="8"/>
                    <a:pt x="165" y="0"/>
                    <a:pt x="154"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215" name="Freeform 44"/>
          <p:cNvSpPr>
            <a:spLocks noEditPoints="1"/>
          </p:cNvSpPr>
          <p:nvPr/>
        </p:nvSpPr>
        <p:spPr bwMode="auto">
          <a:xfrm>
            <a:off x="1746379" y="2850631"/>
            <a:ext cx="413397" cy="310281"/>
          </a:xfrm>
          <a:custGeom>
            <a:avLst/>
            <a:gdLst>
              <a:gd name="T0" fmla="*/ 925 w 1124"/>
              <a:gd name="T1" fmla="*/ 21 h 843"/>
              <a:gd name="T2" fmla="*/ 249 w 1124"/>
              <a:gd name="T3" fmla="*/ 0 h 843"/>
              <a:gd name="T4" fmla="*/ 21 w 1124"/>
              <a:gd name="T5" fmla="*/ 199 h 843"/>
              <a:gd name="T6" fmla="*/ 18 w 1124"/>
              <a:gd name="T7" fmla="*/ 295 h 843"/>
              <a:gd name="T8" fmla="*/ 562 w 1124"/>
              <a:gd name="T9" fmla="*/ 843 h 843"/>
              <a:gd name="T10" fmla="*/ 1106 w 1124"/>
              <a:gd name="T11" fmla="*/ 295 h 843"/>
              <a:gd name="T12" fmla="*/ 1103 w 1124"/>
              <a:gd name="T13" fmla="*/ 199 h 843"/>
              <a:gd name="T14" fmla="*/ 484 w 1124"/>
              <a:gd name="T15" fmla="*/ 246 h 843"/>
              <a:gd name="T16" fmla="*/ 640 w 1124"/>
              <a:gd name="T17" fmla="*/ 246 h 843"/>
              <a:gd name="T18" fmla="*/ 685 w 1124"/>
              <a:gd name="T19" fmla="*/ 78 h 843"/>
              <a:gd name="T20" fmla="*/ 667 w 1124"/>
              <a:gd name="T21" fmla="*/ 223 h 843"/>
              <a:gd name="T22" fmla="*/ 457 w 1124"/>
              <a:gd name="T23" fmla="*/ 223 h 843"/>
              <a:gd name="T24" fmla="*/ 439 w 1124"/>
              <a:gd name="T25" fmla="*/ 78 h 843"/>
              <a:gd name="T26" fmla="*/ 457 w 1124"/>
              <a:gd name="T27" fmla="*/ 223 h 843"/>
              <a:gd name="T28" fmla="*/ 562 w 1124"/>
              <a:gd name="T29" fmla="*/ 718 h 843"/>
              <a:gd name="T30" fmla="*/ 649 w 1124"/>
              <a:gd name="T31" fmla="*/ 281 h 843"/>
              <a:gd name="T32" fmla="*/ 858 w 1124"/>
              <a:gd name="T33" fmla="*/ 281 h 843"/>
              <a:gd name="T34" fmla="*/ 685 w 1124"/>
              <a:gd name="T35" fmla="*/ 281 h 843"/>
              <a:gd name="T36" fmla="*/ 781 w 1124"/>
              <a:gd name="T37" fmla="*/ 174 h 843"/>
              <a:gd name="T38" fmla="*/ 695 w 1124"/>
              <a:gd name="T39" fmla="*/ 246 h 843"/>
              <a:gd name="T40" fmla="*/ 851 w 1124"/>
              <a:gd name="T41" fmla="*/ 70 h 843"/>
              <a:gd name="T42" fmla="*/ 727 w 1124"/>
              <a:gd name="T43" fmla="*/ 70 h 843"/>
              <a:gd name="T44" fmla="*/ 484 w 1124"/>
              <a:gd name="T45" fmla="*/ 70 h 843"/>
              <a:gd name="T46" fmla="*/ 562 w 1124"/>
              <a:gd name="T47" fmla="*/ 135 h 843"/>
              <a:gd name="T48" fmla="*/ 273 w 1124"/>
              <a:gd name="T49" fmla="*/ 70 h 843"/>
              <a:gd name="T50" fmla="*/ 341 w 1124"/>
              <a:gd name="T51" fmla="*/ 126 h 843"/>
              <a:gd name="T52" fmla="*/ 429 w 1124"/>
              <a:gd name="T53" fmla="*/ 246 h 843"/>
              <a:gd name="T54" fmla="*/ 343 w 1124"/>
              <a:gd name="T55" fmla="*/ 174 h 843"/>
              <a:gd name="T56" fmla="*/ 525 w 1124"/>
              <a:gd name="T57" fmla="*/ 712 h 843"/>
              <a:gd name="T58" fmla="*/ 439 w 1124"/>
              <a:gd name="T59" fmla="*/ 281 h 843"/>
              <a:gd name="T60" fmla="*/ 101 w 1124"/>
              <a:gd name="T61" fmla="*/ 281 h 843"/>
              <a:gd name="T62" fmla="*/ 446 w 1124"/>
              <a:gd name="T63" fmla="*/ 649 h 843"/>
              <a:gd name="T64" fmla="*/ 1023 w 1124"/>
              <a:gd name="T65" fmla="*/ 281 h 843"/>
              <a:gd name="T66" fmla="*/ 899 w 1124"/>
              <a:gd name="T67" fmla="*/ 281 h 843"/>
              <a:gd name="T68" fmla="*/ 808 w 1124"/>
              <a:gd name="T69" fmla="*/ 151 h 843"/>
              <a:gd name="T70" fmla="*/ 1051 w 1124"/>
              <a:gd name="T71" fmla="*/ 246 h 843"/>
              <a:gd name="T72" fmla="*/ 235 w 1124"/>
              <a:gd name="T73" fmla="*/ 84 h 843"/>
              <a:gd name="T74" fmla="*/ 221 w 1124"/>
              <a:gd name="T75" fmla="*/ 246 h 843"/>
              <a:gd name="T76" fmla="*/ 235 w 1124"/>
              <a:gd name="T77" fmla="*/ 8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4" h="843">
                <a:moveTo>
                  <a:pt x="1103" y="199"/>
                </a:moveTo>
                <a:cubicBezTo>
                  <a:pt x="925" y="21"/>
                  <a:pt x="925" y="21"/>
                  <a:pt x="925" y="21"/>
                </a:cubicBezTo>
                <a:cubicBezTo>
                  <a:pt x="912" y="7"/>
                  <a:pt x="894" y="0"/>
                  <a:pt x="875" y="0"/>
                </a:cubicBezTo>
                <a:cubicBezTo>
                  <a:pt x="249" y="0"/>
                  <a:pt x="249" y="0"/>
                  <a:pt x="249" y="0"/>
                </a:cubicBezTo>
                <a:cubicBezTo>
                  <a:pt x="230" y="0"/>
                  <a:pt x="212" y="7"/>
                  <a:pt x="199" y="21"/>
                </a:cubicBezTo>
                <a:cubicBezTo>
                  <a:pt x="21" y="199"/>
                  <a:pt x="21" y="199"/>
                  <a:pt x="21" y="199"/>
                </a:cubicBezTo>
                <a:cubicBezTo>
                  <a:pt x="7" y="213"/>
                  <a:pt x="0" y="231"/>
                  <a:pt x="0" y="249"/>
                </a:cubicBezTo>
                <a:cubicBezTo>
                  <a:pt x="0" y="266"/>
                  <a:pt x="6" y="282"/>
                  <a:pt x="18" y="295"/>
                </a:cubicBezTo>
                <a:cubicBezTo>
                  <a:pt x="509" y="819"/>
                  <a:pt x="509" y="819"/>
                  <a:pt x="509" y="819"/>
                </a:cubicBezTo>
                <a:cubicBezTo>
                  <a:pt x="523" y="834"/>
                  <a:pt x="542" y="843"/>
                  <a:pt x="562" y="843"/>
                </a:cubicBezTo>
                <a:cubicBezTo>
                  <a:pt x="582" y="843"/>
                  <a:pt x="601" y="834"/>
                  <a:pt x="615" y="819"/>
                </a:cubicBezTo>
                <a:cubicBezTo>
                  <a:pt x="1106" y="295"/>
                  <a:pt x="1106" y="295"/>
                  <a:pt x="1106" y="295"/>
                </a:cubicBezTo>
                <a:cubicBezTo>
                  <a:pt x="1118" y="282"/>
                  <a:pt x="1124" y="265"/>
                  <a:pt x="1124" y="248"/>
                </a:cubicBezTo>
                <a:cubicBezTo>
                  <a:pt x="1124" y="230"/>
                  <a:pt x="1117" y="213"/>
                  <a:pt x="1103" y="199"/>
                </a:cubicBezTo>
                <a:close/>
                <a:moveTo>
                  <a:pt x="640" y="246"/>
                </a:moveTo>
                <a:cubicBezTo>
                  <a:pt x="484" y="246"/>
                  <a:pt x="484" y="246"/>
                  <a:pt x="484" y="246"/>
                </a:cubicBezTo>
                <a:cubicBezTo>
                  <a:pt x="562" y="181"/>
                  <a:pt x="562" y="181"/>
                  <a:pt x="562" y="181"/>
                </a:cubicBezTo>
                <a:lnTo>
                  <a:pt x="640" y="246"/>
                </a:lnTo>
                <a:close/>
                <a:moveTo>
                  <a:pt x="589" y="158"/>
                </a:moveTo>
                <a:cubicBezTo>
                  <a:pt x="685" y="78"/>
                  <a:pt x="685" y="78"/>
                  <a:pt x="685" y="78"/>
                </a:cubicBezTo>
                <a:cubicBezTo>
                  <a:pt x="756" y="149"/>
                  <a:pt x="756" y="149"/>
                  <a:pt x="756" y="149"/>
                </a:cubicBezTo>
                <a:cubicBezTo>
                  <a:pt x="667" y="223"/>
                  <a:pt x="667" y="223"/>
                  <a:pt x="667" y="223"/>
                </a:cubicBezTo>
                <a:lnTo>
                  <a:pt x="589" y="158"/>
                </a:lnTo>
                <a:close/>
                <a:moveTo>
                  <a:pt x="457" y="223"/>
                </a:moveTo>
                <a:cubicBezTo>
                  <a:pt x="368" y="149"/>
                  <a:pt x="368" y="149"/>
                  <a:pt x="368" y="149"/>
                </a:cubicBezTo>
                <a:cubicBezTo>
                  <a:pt x="439" y="78"/>
                  <a:pt x="439" y="78"/>
                  <a:pt x="439" y="78"/>
                </a:cubicBezTo>
                <a:cubicBezTo>
                  <a:pt x="535" y="158"/>
                  <a:pt x="535" y="158"/>
                  <a:pt x="535" y="158"/>
                </a:cubicBezTo>
                <a:lnTo>
                  <a:pt x="457" y="223"/>
                </a:lnTo>
                <a:close/>
                <a:moveTo>
                  <a:pt x="649" y="281"/>
                </a:moveTo>
                <a:cubicBezTo>
                  <a:pt x="562" y="718"/>
                  <a:pt x="562" y="718"/>
                  <a:pt x="562" y="718"/>
                </a:cubicBezTo>
                <a:cubicBezTo>
                  <a:pt x="475" y="281"/>
                  <a:pt x="475" y="281"/>
                  <a:pt x="475" y="281"/>
                </a:cubicBezTo>
                <a:lnTo>
                  <a:pt x="649" y="281"/>
                </a:lnTo>
                <a:close/>
                <a:moveTo>
                  <a:pt x="685" y="281"/>
                </a:moveTo>
                <a:cubicBezTo>
                  <a:pt x="858" y="281"/>
                  <a:pt x="858" y="281"/>
                  <a:pt x="858" y="281"/>
                </a:cubicBezTo>
                <a:cubicBezTo>
                  <a:pt x="599" y="712"/>
                  <a:pt x="599" y="712"/>
                  <a:pt x="599" y="712"/>
                </a:cubicBezTo>
                <a:lnTo>
                  <a:pt x="685" y="281"/>
                </a:lnTo>
                <a:close/>
                <a:moveTo>
                  <a:pt x="695" y="246"/>
                </a:moveTo>
                <a:cubicBezTo>
                  <a:pt x="781" y="174"/>
                  <a:pt x="781" y="174"/>
                  <a:pt x="781" y="174"/>
                </a:cubicBezTo>
                <a:cubicBezTo>
                  <a:pt x="853" y="246"/>
                  <a:pt x="853" y="246"/>
                  <a:pt x="853" y="246"/>
                </a:cubicBezTo>
                <a:lnTo>
                  <a:pt x="695" y="246"/>
                </a:lnTo>
                <a:close/>
                <a:moveTo>
                  <a:pt x="727" y="70"/>
                </a:moveTo>
                <a:cubicBezTo>
                  <a:pt x="851" y="70"/>
                  <a:pt x="851" y="70"/>
                  <a:pt x="851" y="70"/>
                </a:cubicBezTo>
                <a:cubicBezTo>
                  <a:pt x="783" y="126"/>
                  <a:pt x="783" y="126"/>
                  <a:pt x="783" y="126"/>
                </a:cubicBezTo>
                <a:lnTo>
                  <a:pt x="727" y="70"/>
                </a:lnTo>
                <a:close/>
                <a:moveTo>
                  <a:pt x="562" y="135"/>
                </a:moveTo>
                <a:cubicBezTo>
                  <a:pt x="484" y="70"/>
                  <a:pt x="484" y="70"/>
                  <a:pt x="484" y="70"/>
                </a:cubicBezTo>
                <a:cubicBezTo>
                  <a:pt x="640" y="70"/>
                  <a:pt x="640" y="70"/>
                  <a:pt x="640" y="70"/>
                </a:cubicBezTo>
                <a:lnTo>
                  <a:pt x="562" y="135"/>
                </a:lnTo>
                <a:close/>
                <a:moveTo>
                  <a:pt x="341" y="126"/>
                </a:moveTo>
                <a:cubicBezTo>
                  <a:pt x="273" y="70"/>
                  <a:pt x="273" y="70"/>
                  <a:pt x="273" y="70"/>
                </a:cubicBezTo>
                <a:cubicBezTo>
                  <a:pt x="397" y="70"/>
                  <a:pt x="397" y="70"/>
                  <a:pt x="397" y="70"/>
                </a:cubicBezTo>
                <a:lnTo>
                  <a:pt x="341" y="126"/>
                </a:lnTo>
                <a:close/>
                <a:moveTo>
                  <a:pt x="343" y="174"/>
                </a:moveTo>
                <a:cubicBezTo>
                  <a:pt x="429" y="246"/>
                  <a:pt x="429" y="246"/>
                  <a:pt x="429" y="246"/>
                </a:cubicBezTo>
                <a:cubicBezTo>
                  <a:pt x="271" y="246"/>
                  <a:pt x="271" y="246"/>
                  <a:pt x="271" y="246"/>
                </a:cubicBezTo>
                <a:lnTo>
                  <a:pt x="343" y="174"/>
                </a:lnTo>
                <a:close/>
                <a:moveTo>
                  <a:pt x="439" y="281"/>
                </a:moveTo>
                <a:cubicBezTo>
                  <a:pt x="525" y="712"/>
                  <a:pt x="525" y="712"/>
                  <a:pt x="525" y="712"/>
                </a:cubicBezTo>
                <a:cubicBezTo>
                  <a:pt x="266" y="281"/>
                  <a:pt x="266" y="281"/>
                  <a:pt x="266" y="281"/>
                </a:cubicBezTo>
                <a:lnTo>
                  <a:pt x="439" y="281"/>
                </a:lnTo>
                <a:close/>
                <a:moveTo>
                  <a:pt x="446" y="649"/>
                </a:moveTo>
                <a:cubicBezTo>
                  <a:pt x="101" y="281"/>
                  <a:pt x="101" y="281"/>
                  <a:pt x="101" y="281"/>
                </a:cubicBezTo>
                <a:cubicBezTo>
                  <a:pt x="225" y="281"/>
                  <a:pt x="225" y="281"/>
                  <a:pt x="225" y="281"/>
                </a:cubicBezTo>
                <a:lnTo>
                  <a:pt x="446" y="649"/>
                </a:lnTo>
                <a:close/>
                <a:moveTo>
                  <a:pt x="899" y="281"/>
                </a:moveTo>
                <a:cubicBezTo>
                  <a:pt x="1023" y="281"/>
                  <a:pt x="1023" y="281"/>
                  <a:pt x="1023" y="281"/>
                </a:cubicBezTo>
                <a:cubicBezTo>
                  <a:pt x="678" y="649"/>
                  <a:pt x="678" y="649"/>
                  <a:pt x="678" y="649"/>
                </a:cubicBezTo>
                <a:lnTo>
                  <a:pt x="899" y="281"/>
                </a:lnTo>
                <a:close/>
                <a:moveTo>
                  <a:pt x="903" y="246"/>
                </a:moveTo>
                <a:cubicBezTo>
                  <a:pt x="808" y="151"/>
                  <a:pt x="808" y="151"/>
                  <a:pt x="808" y="151"/>
                </a:cubicBezTo>
                <a:cubicBezTo>
                  <a:pt x="889" y="84"/>
                  <a:pt x="889" y="84"/>
                  <a:pt x="889" y="84"/>
                </a:cubicBezTo>
                <a:cubicBezTo>
                  <a:pt x="1051" y="246"/>
                  <a:pt x="1051" y="246"/>
                  <a:pt x="1051" y="246"/>
                </a:cubicBezTo>
                <a:lnTo>
                  <a:pt x="903" y="246"/>
                </a:lnTo>
                <a:close/>
                <a:moveTo>
                  <a:pt x="235" y="84"/>
                </a:moveTo>
                <a:cubicBezTo>
                  <a:pt x="316" y="151"/>
                  <a:pt x="316" y="151"/>
                  <a:pt x="316" y="151"/>
                </a:cubicBezTo>
                <a:cubicBezTo>
                  <a:pt x="221" y="246"/>
                  <a:pt x="221" y="246"/>
                  <a:pt x="221" y="246"/>
                </a:cubicBezTo>
                <a:cubicBezTo>
                  <a:pt x="70" y="246"/>
                  <a:pt x="70" y="246"/>
                  <a:pt x="70" y="246"/>
                </a:cubicBezTo>
                <a:lnTo>
                  <a:pt x="235" y="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 name="Rectangle 2">
            <a:extLst>
              <a:ext uri="{FF2B5EF4-FFF2-40B4-BE49-F238E27FC236}">
                <a16:creationId xmlns:a16="http://schemas.microsoft.com/office/drawing/2014/main" id="{8554C9D2-2D54-47B0-A34B-BF7F296E523E}"/>
              </a:ext>
            </a:extLst>
          </p:cNvPr>
          <p:cNvSpPr/>
          <p:nvPr/>
        </p:nvSpPr>
        <p:spPr>
          <a:xfrm rot="16200000">
            <a:off x="2749375" y="5543374"/>
            <a:ext cx="583143" cy="20461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FF979D3F-EAFA-44A6-B8AE-8FD66D73C70D}"/>
              </a:ext>
            </a:extLst>
          </p:cNvPr>
          <p:cNvSpPr/>
          <p:nvPr/>
        </p:nvSpPr>
        <p:spPr>
          <a:xfrm rot="16200000">
            <a:off x="4781373" y="5543372"/>
            <a:ext cx="583142" cy="20461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38F381B2-4A69-4AD9-BDED-63544A7E707E}"/>
              </a:ext>
            </a:extLst>
          </p:cNvPr>
          <p:cNvSpPr/>
          <p:nvPr/>
        </p:nvSpPr>
        <p:spPr>
          <a:xfrm rot="16200000">
            <a:off x="6813372" y="5543372"/>
            <a:ext cx="583144" cy="20461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00625D5D-D43E-4EC6-9ED7-63D80CA688DF}"/>
              </a:ext>
            </a:extLst>
          </p:cNvPr>
          <p:cNvSpPr/>
          <p:nvPr/>
        </p:nvSpPr>
        <p:spPr>
          <a:xfrm rot="16200000">
            <a:off x="8860894" y="5530671"/>
            <a:ext cx="580324" cy="204611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352CFE51-BD67-4A29-AB17-ACE61ACB60A4}"/>
              </a:ext>
            </a:extLst>
          </p:cNvPr>
          <p:cNvSpPr/>
          <p:nvPr/>
        </p:nvSpPr>
        <p:spPr>
          <a:xfrm rot="16200000">
            <a:off x="687256" y="5567400"/>
            <a:ext cx="648584" cy="204091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5" name="Group 17">
            <a:extLst>
              <a:ext uri="{FF2B5EF4-FFF2-40B4-BE49-F238E27FC236}">
                <a16:creationId xmlns:a16="http://schemas.microsoft.com/office/drawing/2014/main" id="{1F7F21C0-499A-434E-A3B4-4D08B336970B}"/>
              </a:ext>
            </a:extLst>
          </p:cNvPr>
          <p:cNvGrpSpPr/>
          <p:nvPr/>
        </p:nvGrpSpPr>
        <p:grpSpPr>
          <a:xfrm>
            <a:off x="-28220" y="6764839"/>
            <a:ext cx="12262554" cy="106117"/>
            <a:chOff x="2" y="2110197"/>
            <a:chExt cx="12191999" cy="134339"/>
          </a:xfrm>
        </p:grpSpPr>
        <p:sp>
          <p:nvSpPr>
            <p:cNvPr id="39" name="Rectangle 38">
              <a:extLst>
                <a:ext uri="{FF2B5EF4-FFF2-40B4-BE49-F238E27FC236}">
                  <a16:creationId xmlns:a16="http://schemas.microsoft.com/office/drawing/2014/main" id="{F30FE74E-8A3B-47AC-BF68-873D1EF1B56E}"/>
                </a:ext>
              </a:extLst>
            </p:cNvPr>
            <p:cNvSpPr/>
            <p:nvPr/>
          </p:nvSpPr>
          <p:spPr>
            <a:xfrm rot="16200000">
              <a:off x="2980836" y="1161370"/>
              <a:ext cx="134333"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0" name="Rectangle 39">
              <a:extLst>
                <a:ext uri="{FF2B5EF4-FFF2-40B4-BE49-F238E27FC236}">
                  <a16:creationId xmlns:a16="http://schemas.microsoft.com/office/drawing/2014/main" id="{543B0E59-9BD0-4772-B46A-EE1970F0CFFE}"/>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1" name="Rectangle 40">
              <a:extLst>
                <a:ext uri="{FF2B5EF4-FFF2-40B4-BE49-F238E27FC236}">
                  <a16:creationId xmlns:a16="http://schemas.microsoft.com/office/drawing/2014/main" id="{3523B672-4F5B-434D-8EBB-C65648F5B500}"/>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2" name="Rectangle 41">
              <a:extLst>
                <a:ext uri="{FF2B5EF4-FFF2-40B4-BE49-F238E27FC236}">
                  <a16:creationId xmlns:a16="http://schemas.microsoft.com/office/drawing/2014/main" id="{85C4029A-9EC3-492E-8E84-3FB6832A5735}"/>
                </a:ext>
              </a:extLst>
            </p:cNvPr>
            <p:cNvSpPr/>
            <p:nvPr/>
          </p:nvSpPr>
          <p:spPr>
            <a:xfrm rot="16200000">
              <a:off x="9076834" y="1161367"/>
              <a:ext cx="134336" cy="203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3" name="Rectangle 42">
              <a:extLst>
                <a:ext uri="{FF2B5EF4-FFF2-40B4-BE49-F238E27FC236}">
                  <a16:creationId xmlns:a16="http://schemas.microsoft.com/office/drawing/2014/main" id="{82D07C0D-1EF9-41E0-8F20-FA5B88D4C110}"/>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4" name="Rectangle 43">
              <a:extLst>
                <a:ext uri="{FF2B5EF4-FFF2-40B4-BE49-F238E27FC236}">
                  <a16:creationId xmlns:a16="http://schemas.microsoft.com/office/drawing/2014/main" id="{BFD89639-DA69-483F-9680-92152416833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21" name="Group 20">
            <a:extLst>
              <a:ext uri="{FF2B5EF4-FFF2-40B4-BE49-F238E27FC236}">
                <a16:creationId xmlns:a16="http://schemas.microsoft.com/office/drawing/2014/main" id="{B22AE5F2-8411-439D-B459-EE5DB17E8E7D}"/>
              </a:ext>
            </a:extLst>
          </p:cNvPr>
          <p:cNvGrpSpPr/>
          <p:nvPr/>
        </p:nvGrpSpPr>
        <p:grpSpPr>
          <a:xfrm>
            <a:off x="6454126" y="1610205"/>
            <a:ext cx="539085" cy="608407"/>
            <a:chOff x="2788833" y="3007204"/>
            <a:chExt cx="2320925" cy="2619375"/>
          </a:xfrm>
          <a:solidFill>
            <a:schemeClr val="bg1"/>
          </a:solidFill>
        </p:grpSpPr>
        <p:sp>
          <p:nvSpPr>
            <p:cNvPr id="48" name="Freeform 5">
              <a:extLst>
                <a:ext uri="{FF2B5EF4-FFF2-40B4-BE49-F238E27FC236}">
                  <a16:creationId xmlns:a16="http://schemas.microsoft.com/office/drawing/2014/main" id="{4D0B56BD-0BC4-448D-AFBD-1002ADFF3783}"/>
                </a:ext>
              </a:extLst>
            </p:cNvPr>
            <p:cNvSpPr>
              <a:spLocks noEditPoints="1"/>
            </p:cNvSpPr>
            <p:nvPr/>
          </p:nvSpPr>
          <p:spPr bwMode="auto">
            <a:xfrm>
              <a:off x="2953933" y="3007204"/>
              <a:ext cx="1990725" cy="1990725"/>
            </a:xfrm>
            <a:custGeom>
              <a:avLst/>
              <a:gdLst>
                <a:gd name="T0" fmla="*/ 264 w 528"/>
                <a:gd name="T1" fmla="*/ 528 h 528"/>
                <a:gd name="T2" fmla="*/ 528 w 528"/>
                <a:gd name="T3" fmla="*/ 264 h 528"/>
                <a:gd name="T4" fmla="*/ 264 w 528"/>
                <a:gd name="T5" fmla="*/ 0 h 528"/>
                <a:gd name="T6" fmla="*/ 0 w 528"/>
                <a:gd name="T7" fmla="*/ 264 h 528"/>
                <a:gd name="T8" fmla="*/ 264 w 528"/>
                <a:gd name="T9" fmla="*/ 528 h 528"/>
                <a:gd name="T10" fmla="*/ 264 w 528"/>
                <a:gd name="T11" fmla="*/ 484 h 528"/>
                <a:gd name="T12" fmla="*/ 71 w 528"/>
                <a:gd name="T13" fmla="*/ 370 h 528"/>
                <a:gd name="T14" fmla="*/ 73 w 528"/>
                <a:gd name="T15" fmla="*/ 369 h 528"/>
                <a:gd name="T16" fmla="*/ 92 w 528"/>
                <a:gd name="T17" fmla="*/ 352 h 528"/>
                <a:gd name="T18" fmla="*/ 104 w 528"/>
                <a:gd name="T19" fmla="*/ 312 h 528"/>
                <a:gd name="T20" fmla="*/ 304 w 528"/>
                <a:gd name="T21" fmla="*/ 385 h 528"/>
                <a:gd name="T22" fmla="*/ 321 w 528"/>
                <a:gd name="T23" fmla="*/ 385 h 528"/>
                <a:gd name="T24" fmla="*/ 461 w 528"/>
                <a:gd name="T25" fmla="*/ 361 h 528"/>
                <a:gd name="T26" fmla="*/ 264 w 528"/>
                <a:gd name="T27" fmla="*/ 484 h 528"/>
                <a:gd name="T28" fmla="*/ 264 w 528"/>
                <a:gd name="T29" fmla="*/ 44 h 528"/>
                <a:gd name="T30" fmla="*/ 484 w 528"/>
                <a:gd name="T31" fmla="*/ 264 h 528"/>
                <a:gd name="T32" fmla="*/ 472 w 528"/>
                <a:gd name="T33" fmla="*/ 334 h 528"/>
                <a:gd name="T34" fmla="*/ 305 w 528"/>
                <a:gd name="T35" fmla="*/ 363 h 528"/>
                <a:gd name="T36" fmla="*/ 107 w 528"/>
                <a:gd name="T37" fmla="*/ 283 h 528"/>
                <a:gd name="T38" fmla="*/ 95 w 528"/>
                <a:gd name="T39" fmla="*/ 279 h 528"/>
                <a:gd name="T40" fmla="*/ 87 w 528"/>
                <a:gd name="T41" fmla="*/ 287 h 528"/>
                <a:gd name="T42" fmla="*/ 72 w 528"/>
                <a:gd name="T43" fmla="*/ 343 h 528"/>
                <a:gd name="T44" fmla="*/ 67 w 528"/>
                <a:gd name="T45" fmla="*/ 348 h 528"/>
                <a:gd name="T46" fmla="*/ 60 w 528"/>
                <a:gd name="T47" fmla="*/ 347 h 528"/>
                <a:gd name="T48" fmla="*/ 44 w 528"/>
                <a:gd name="T49" fmla="*/ 264 h 528"/>
                <a:gd name="T50" fmla="*/ 264 w 528"/>
                <a:gd name="T51" fmla="*/ 4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8" h="528">
                  <a:moveTo>
                    <a:pt x="264" y="528"/>
                  </a:moveTo>
                  <a:cubicBezTo>
                    <a:pt x="410" y="528"/>
                    <a:pt x="528" y="410"/>
                    <a:pt x="528" y="264"/>
                  </a:cubicBezTo>
                  <a:cubicBezTo>
                    <a:pt x="528" y="118"/>
                    <a:pt x="410" y="0"/>
                    <a:pt x="264" y="0"/>
                  </a:cubicBezTo>
                  <a:cubicBezTo>
                    <a:pt x="118" y="0"/>
                    <a:pt x="0" y="118"/>
                    <a:pt x="0" y="264"/>
                  </a:cubicBezTo>
                  <a:cubicBezTo>
                    <a:pt x="0" y="410"/>
                    <a:pt x="118" y="528"/>
                    <a:pt x="264" y="528"/>
                  </a:cubicBezTo>
                  <a:close/>
                  <a:moveTo>
                    <a:pt x="264" y="484"/>
                  </a:moveTo>
                  <a:cubicBezTo>
                    <a:pt x="181" y="484"/>
                    <a:pt x="108" y="438"/>
                    <a:pt x="71" y="370"/>
                  </a:cubicBezTo>
                  <a:cubicBezTo>
                    <a:pt x="72" y="369"/>
                    <a:pt x="72" y="369"/>
                    <a:pt x="73" y="369"/>
                  </a:cubicBezTo>
                  <a:cubicBezTo>
                    <a:pt x="79" y="367"/>
                    <a:pt x="87" y="363"/>
                    <a:pt x="92" y="352"/>
                  </a:cubicBezTo>
                  <a:cubicBezTo>
                    <a:pt x="97" y="340"/>
                    <a:pt x="101" y="324"/>
                    <a:pt x="104" y="312"/>
                  </a:cubicBezTo>
                  <a:cubicBezTo>
                    <a:pt x="130" y="335"/>
                    <a:pt x="191" y="377"/>
                    <a:pt x="304" y="385"/>
                  </a:cubicBezTo>
                  <a:cubicBezTo>
                    <a:pt x="309" y="385"/>
                    <a:pt x="315" y="385"/>
                    <a:pt x="321" y="385"/>
                  </a:cubicBezTo>
                  <a:cubicBezTo>
                    <a:pt x="371" y="385"/>
                    <a:pt x="426" y="372"/>
                    <a:pt x="461" y="361"/>
                  </a:cubicBezTo>
                  <a:cubicBezTo>
                    <a:pt x="425" y="434"/>
                    <a:pt x="350" y="484"/>
                    <a:pt x="264" y="484"/>
                  </a:cubicBezTo>
                  <a:close/>
                  <a:moveTo>
                    <a:pt x="264" y="44"/>
                  </a:moveTo>
                  <a:cubicBezTo>
                    <a:pt x="385" y="44"/>
                    <a:pt x="484" y="143"/>
                    <a:pt x="484" y="264"/>
                  </a:cubicBezTo>
                  <a:cubicBezTo>
                    <a:pt x="484" y="289"/>
                    <a:pt x="480" y="312"/>
                    <a:pt x="472" y="334"/>
                  </a:cubicBezTo>
                  <a:cubicBezTo>
                    <a:pt x="438" y="345"/>
                    <a:pt x="364" y="367"/>
                    <a:pt x="305" y="363"/>
                  </a:cubicBezTo>
                  <a:cubicBezTo>
                    <a:pt x="161" y="352"/>
                    <a:pt x="107" y="283"/>
                    <a:pt x="107" y="283"/>
                  </a:cubicBezTo>
                  <a:cubicBezTo>
                    <a:pt x="104" y="279"/>
                    <a:pt x="99" y="278"/>
                    <a:pt x="95" y="279"/>
                  </a:cubicBezTo>
                  <a:cubicBezTo>
                    <a:pt x="91" y="280"/>
                    <a:pt x="88" y="283"/>
                    <a:pt x="87" y="287"/>
                  </a:cubicBezTo>
                  <a:cubicBezTo>
                    <a:pt x="87" y="288"/>
                    <a:pt x="81" y="323"/>
                    <a:pt x="72" y="343"/>
                  </a:cubicBezTo>
                  <a:cubicBezTo>
                    <a:pt x="70" y="347"/>
                    <a:pt x="68" y="348"/>
                    <a:pt x="67" y="348"/>
                  </a:cubicBezTo>
                  <a:cubicBezTo>
                    <a:pt x="65" y="348"/>
                    <a:pt x="63" y="348"/>
                    <a:pt x="60" y="347"/>
                  </a:cubicBezTo>
                  <a:cubicBezTo>
                    <a:pt x="50" y="322"/>
                    <a:pt x="44" y="294"/>
                    <a:pt x="44" y="264"/>
                  </a:cubicBezTo>
                  <a:cubicBezTo>
                    <a:pt x="44" y="143"/>
                    <a:pt x="142" y="44"/>
                    <a:pt x="264" y="44"/>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9" name="Freeform 6">
              <a:extLst>
                <a:ext uri="{FF2B5EF4-FFF2-40B4-BE49-F238E27FC236}">
                  <a16:creationId xmlns:a16="http://schemas.microsoft.com/office/drawing/2014/main" id="{3C880D43-57EE-42E1-9157-5A51BA77CC41}"/>
                </a:ext>
              </a:extLst>
            </p:cNvPr>
            <p:cNvSpPr>
              <a:spLocks/>
            </p:cNvSpPr>
            <p:nvPr/>
          </p:nvSpPr>
          <p:spPr bwMode="auto">
            <a:xfrm>
              <a:off x="2788833" y="4702654"/>
              <a:ext cx="2320925" cy="923925"/>
            </a:xfrm>
            <a:custGeom>
              <a:avLst/>
              <a:gdLst>
                <a:gd name="T0" fmla="*/ 541 w 616"/>
                <a:gd name="T1" fmla="*/ 7 h 245"/>
                <a:gd name="T2" fmla="*/ 510 w 616"/>
                <a:gd name="T3" fmla="*/ 12 h 245"/>
                <a:gd name="T4" fmla="*/ 515 w 616"/>
                <a:gd name="T5" fmla="*/ 43 h 245"/>
                <a:gd name="T6" fmla="*/ 572 w 616"/>
                <a:gd name="T7" fmla="*/ 113 h 245"/>
                <a:gd name="T8" fmla="*/ 308 w 616"/>
                <a:gd name="T9" fmla="*/ 201 h 245"/>
                <a:gd name="T10" fmla="*/ 44 w 616"/>
                <a:gd name="T11" fmla="*/ 113 h 245"/>
                <a:gd name="T12" fmla="*/ 101 w 616"/>
                <a:gd name="T13" fmla="*/ 43 h 245"/>
                <a:gd name="T14" fmla="*/ 105 w 616"/>
                <a:gd name="T15" fmla="*/ 12 h 245"/>
                <a:gd name="T16" fmla="*/ 75 w 616"/>
                <a:gd name="T17" fmla="*/ 7 h 245"/>
                <a:gd name="T18" fmla="*/ 0 w 616"/>
                <a:gd name="T19" fmla="*/ 113 h 245"/>
                <a:gd name="T20" fmla="*/ 308 w 616"/>
                <a:gd name="T21" fmla="*/ 245 h 245"/>
                <a:gd name="T22" fmla="*/ 616 w 616"/>
                <a:gd name="T23" fmla="*/ 113 h 245"/>
                <a:gd name="T24" fmla="*/ 541 w 616"/>
                <a:gd name="T25" fmla="*/ 7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6" h="245">
                  <a:moveTo>
                    <a:pt x="541" y="7"/>
                  </a:moveTo>
                  <a:cubicBezTo>
                    <a:pt x="531" y="0"/>
                    <a:pt x="517" y="2"/>
                    <a:pt x="510" y="12"/>
                  </a:cubicBezTo>
                  <a:cubicBezTo>
                    <a:pt x="503" y="22"/>
                    <a:pt x="505" y="36"/>
                    <a:pt x="515" y="43"/>
                  </a:cubicBezTo>
                  <a:cubicBezTo>
                    <a:pt x="555" y="72"/>
                    <a:pt x="572" y="88"/>
                    <a:pt x="572" y="113"/>
                  </a:cubicBezTo>
                  <a:cubicBezTo>
                    <a:pt x="572" y="177"/>
                    <a:pt x="498" y="201"/>
                    <a:pt x="308" y="201"/>
                  </a:cubicBezTo>
                  <a:cubicBezTo>
                    <a:pt x="118" y="201"/>
                    <a:pt x="44" y="177"/>
                    <a:pt x="44" y="113"/>
                  </a:cubicBezTo>
                  <a:cubicBezTo>
                    <a:pt x="44" y="88"/>
                    <a:pt x="60" y="72"/>
                    <a:pt x="101" y="43"/>
                  </a:cubicBezTo>
                  <a:cubicBezTo>
                    <a:pt x="110" y="36"/>
                    <a:pt x="113" y="22"/>
                    <a:pt x="105" y="12"/>
                  </a:cubicBezTo>
                  <a:cubicBezTo>
                    <a:pt x="98" y="2"/>
                    <a:pt x="85" y="0"/>
                    <a:pt x="75" y="7"/>
                  </a:cubicBezTo>
                  <a:cubicBezTo>
                    <a:pt x="40" y="33"/>
                    <a:pt x="0" y="62"/>
                    <a:pt x="0" y="113"/>
                  </a:cubicBezTo>
                  <a:cubicBezTo>
                    <a:pt x="0" y="235"/>
                    <a:pt x="159" y="245"/>
                    <a:pt x="308" y="245"/>
                  </a:cubicBezTo>
                  <a:cubicBezTo>
                    <a:pt x="457" y="245"/>
                    <a:pt x="616" y="235"/>
                    <a:pt x="616" y="113"/>
                  </a:cubicBezTo>
                  <a:cubicBezTo>
                    <a:pt x="616" y="62"/>
                    <a:pt x="576" y="33"/>
                    <a:pt x="541" y="7"/>
                  </a:cubicBez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
        <p:nvSpPr>
          <p:cNvPr id="22" name="TextBox 21">
            <a:extLst>
              <a:ext uri="{FF2B5EF4-FFF2-40B4-BE49-F238E27FC236}">
                <a16:creationId xmlns:a16="http://schemas.microsoft.com/office/drawing/2014/main" id="{8D46D9C1-7A67-4E23-825D-E63192263978}"/>
              </a:ext>
            </a:extLst>
          </p:cNvPr>
          <p:cNvSpPr txBox="1"/>
          <p:nvPr/>
        </p:nvSpPr>
        <p:spPr>
          <a:xfrm>
            <a:off x="2945945" y="462373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lumMod val="50000"/>
                  </a:schemeClr>
                </a:solidFill>
                <a:latin typeface="+mj-lt"/>
              </a:rPr>
              <a:t>Maintaining Quality </a:t>
            </a:r>
          </a:p>
        </p:txBody>
      </p:sp>
      <p:sp>
        <p:nvSpPr>
          <p:cNvPr id="53" name="Freeform 78">
            <a:extLst>
              <a:ext uri="{FF2B5EF4-FFF2-40B4-BE49-F238E27FC236}">
                <a16:creationId xmlns:a16="http://schemas.microsoft.com/office/drawing/2014/main" id="{5452EC9F-98AF-4A49-8353-B25AE52A767A}"/>
              </a:ext>
            </a:extLst>
          </p:cNvPr>
          <p:cNvSpPr>
            <a:spLocks noEditPoints="1"/>
          </p:cNvSpPr>
          <p:nvPr/>
        </p:nvSpPr>
        <p:spPr bwMode="auto">
          <a:xfrm>
            <a:off x="6567693" y="2753912"/>
            <a:ext cx="431778" cy="418923"/>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nvGrpSpPr>
          <p:cNvPr id="54" name="Group 53">
            <a:extLst>
              <a:ext uri="{FF2B5EF4-FFF2-40B4-BE49-F238E27FC236}">
                <a16:creationId xmlns:a16="http://schemas.microsoft.com/office/drawing/2014/main" id="{052023A1-884E-4AF9-92EE-DA9342EA4B87}"/>
              </a:ext>
            </a:extLst>
          </p:cNvPr>
          <p:cNvGrpSpPr/>
          <p:nvPr/>
        </p:nvGrpSpPr>
        <p:grpSpPr>
          <a:xfrm>
            <a:off x="6526379" y="3708884"/>
            <a:ext cx="419680" cy="391700"/>
            <a:chOff x="8350307" y="2071995"/>
            <a:chExt cx="256867" cy="239742"/>
          </a:xfrm>
          <a:solidFill>
            <a:schemeClr val="bg1"/>
          </a:solidFill>
        </p:grpSpPr>
        <p:sp>
          <p:nvSpPr>
            <p:cNvPr id="57" name="Freeform 76">
              <a:extLst>
                <a:ext uri="{FF2B5EF4-FFF2-40B4-BE49-F238E27FC236}">
                  <a16:creationId xmlns:a16="http://schemas.microsoft.com/office/drawing/2014/main" id="{A94FD3E7-DC2E-481F-91FC-AAC38D9BC385}"/>
                </a:ext>
              </a:extLst>
            </p:cNvPr>
            <p:cNvSpPr>
              <a:spLocks noEditPoints="1"/>
            </p:cNvSpPr>
            <p:nvPr/>
          </p:nvSpPr>
          <p:spPr bwMode="auto">
            <a:xfrm>
              <a:off x="8382242" y="2103929"/>
              <a:ext cx="191609" cy="127739"/>
            </a:xfrm>
            <a:custGeom>
              <a:avLst/>
              <a:gdLst>
                <a:gd name="T0" fmla="*/ 168 w 175"/>
                <a:gd name="T1" fmla="*/ 0 h 117"/>
                <a:gd name="T2" fmla="*/ 7 w 175"/>
                <a:gd name="T3" fmla="*/ 0 h 117"/>
                <a:gd name="T4" fmla="*/ 0 w 175"/>
                <a:gd name="T5" fmla="*/ 8 h 117"/>
                <a:gd name="T6" fmla="*/ 0 w 175"/>
                <a:gd name="T7" fmla="*/ 110 h 117"/>
                <a:gd name="T8" fmla="*/ 7 w 175"/>
                <a:gd name="T9" fmla="*/ 117 h 117"/>
                <a:gd name="T10" fmla="*/ 168 w 175"/>
                <a:gd name="T11" fmla="*/ 117 h 117"/>
                <a:gd name="T12" fmla="*/ 175 w 175"/>
                <a:gd name="T13" fmla="*/ 110 h 117"/>
                <a:gd name="T14" fmla="*/ 175 w 175"/>
                <a:gd name="T15" fmla="*/ 8 h 117"/>
                <a:gd name="T16" fmla="*/ 168 w 175"/>
                <a:gd name="T17" fmla="*/ 0 h 117"/>
                <a:gd name="T18" fmla="*/ 168 w 175"/>
                <a:gd name="T19" fmla="*/ 110 h 117"/>
                <a:gd name="T20" fmla="*/ 7 w 175"/>
                <a:gd name="T21" fmla="*/ 110 h 117"/>
                <a:gd name="T22" fmla="*/ 7 w 175"/>
                <a:gd name="T23" fmla="*/ 8 h 117"/>
                <a:gd name="T24" fmla="*/ 168 w 175"/>
                <a:gd name="T25" fmla="*/ 8 h 117"/>
                <a:gd name="T26" fmla="*/ 168 w 175"/>
                <a:gd name="T27" fmla="*/ 11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5" h="117">
                  <a:moveTo>
                    <a:pt x="168" y="0"/>
                  </a:moveTo>
                  <a:cubicBezTo>
                    <a:pt x="7" y="0"/>
                    <a:pt x="7" y="0"/>
                    <a:pt x="7" y="0"/>
                  </a:cubicBezTo>
                  <a:cubicBezTo>
                    <a:pt x="3" y="0"/>
                    <a:pt x="0" y="3"/>
                    <a:pt x="0" y="8"/>
                  </a:cubicBezTo>
                  <a:cubicBezTo>
                    <a:pt x="0" y="110"/>
                    <a:pt x="0" y="110"/>
                    <a:pt x="0" y="110"/>
                  </a:cubicBezTo>
                  <a:cubicBezTo>
                    <a:pt x="0" y="114"/>
                    <a:pt x="3" y="117"/>
                    <a:pt x="7" y="117"/>
                  </a:cubicBezTo>
                  <a:cubicBezTo>
                    <a:pt x="168" y="117"/>
                    <a:pt x="168" y="117"/>
                    <a:pt x="168" y="117"/>
                  </a:cubicBezTo>
                  <a:cubicBezTo>
                    <a:pt x="172" y="117"/>
                    <a:pt x="175" y="114"/>
                    <a:pt x="175" y="110"/>
                  </a:cubicBezTo>
                  <a:cubicBezTo>
                    <a:pt x="175" y="8"/>
                    <a:pt x="175" y="8"/>
                    <a:pt x="175" y="8"/>
                  </a:cubicBezTo>
                  <a:cubicBezTo>
                    <a:pt x="175" y="3"/>
                    <a:pt x="172" y="0"/>
                    <a:pt x="168" y="0"/>
                  </a:cubicBezTo>
                  <a:close/>
                  <a:moveTo>
                    <a:pt x="168" y="110"/>
                  </a:moveTo>
                  <a:cubicBezTo>
                    <a:pt x="7" y="110"/>
                    <a:pt x="7" y="110"/>
                    <a:pt x="7" y="110"/>
                  </a:cubicBezTo>
                  <a:cubicBezTo>
                    <a:pt x="7" y="8"/>
                    <a:pt x="7" y="8"/>
                    <a:pt x="7" y="8"/>
                  </a:cubicBezTo>
                  <a:cubicBezTo>
                    <a:pt x="168" y="8"/>
                    <a:pt x="168" y="8"/>
                    <a:pt x="168" y="8"/>
                  </a:cubicBezTo>
                  <a:lnTo>
                    <a:pt x="168" y="110"/>
                  </a:ln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8" name="Freeform 77">
              <a:extLst>
                <a:ext uri="{FF2B5EF4-FFF2-40B4-BE49-F238E27FC236}">
                  <a16:creationId xmlns:a16="http://schemas.microsoft.com/office/drawing/2014/main" id="{F10D2A0A-1D31-4503-A12E-53D0699CB685}"/>
                </a:ext>
              </a:extLst>
            </p:cNvPr>
            <p:cNvSpPr>
              <a:spLocks noEditPoints="1"/>
            </p:cNvSpPr>
            <p:nvPr/>
          </p:nvSpPr>
          <p:spPr bwMode="auto">
            <a:xfrm>
              <a:off x="8350307" y="2071995"/>
              <a:ext cx="256867" cy="239742"/>
            </a:xfrm>
            <a:custGeom>
              <a:avLst/>
              <a:gdLst>
                <a:gd name="T0" fmla="*/ 212 w 234"/>
                <a:gd name="T1" fmla="*/ 0 h 219"/>
                <a:gd name="T2" fmla="*/ 22 w 234"/>
                <a:gd name="T3" fmla="*/ 0 h 219"/>
                <a:gd name="T4" fmla="*/ 0 w 234"/>
                <a:gd name="T5" fmla="*/ 22 h 219"/>
                <a:gd name="T6" fmla="*/ 0 w 234"/>
                <a:gd name="T7" fmla="*/ 168 h 219"/>
                <a:gd name="T8" fmla="*/ 22 w 234"/>
                <a:gd name="T9" fmla="*/ 190 h 219"/>
                <a:gd name="T10" fmla="*/ 95 w 234"/>
                <a:gd name="T11" fmla="*/ 190 h 219"/>
                <a:gd name="T12" fmla="*/ 95 w 234"/>
                <a:gd name="T13" fmla="*/ 199 h 219"/>
                <a:gd name="T14" fmla="*/ 49 w 234"/>
                <a:gd name="T15" fmla="*/ 205 h 219"/>
                <a:gd name="T16" fmla="*/ 44 w 234"/>
                <a:gd name="T17" fmla="*/ 212 h 219"/>
                <a:gd name="T18" fmla="*/ 51 w 234"/>
                <a:gd name="T19" fmla="*/ 219 h 219"/>
                <a:gd name="T20" fmla="*/ 182 w 234"/>
                <a:gd name="T21" fmla="*/ 219 h 219"/>
                <a:gd name="T22" fmla="*/ 190 w 234"/>
                <a:gd name="T23" fmla="*/ 212 h 219"/>
                <a:gd name="T24" fmla="*/ 184 w 234"/>
                <a:gd name="T25" fmla="*/ 205 h 219"/>
                <a:gd name="T26" fmla="*/ 139 w 234"/>
                <a:gd name="T27" fmla="*/ 199 h 219"/>
                <a:gd name="T28" fmla="*/ 139 w 234"/>
                <a:gd name="T29" fmla="*/ 190 h 219"/>
                <a:gd name="T30" fmla="*/ 212 w 234"/>
                <a:gd name="T31" fmla="*/ 190 h 219"/>
                <a:gd name="T32" fmla="*/ 234 w 234"/>
                <a:gd name="T33" fmla="*/ 168 h 219"/>
                <a:gd name="T34" fmla="*/ 234 w 234"/>
                <a:gd name="T35" fmla="*/ 22 h 219"/>
                <a:gd name="T36" fmla="*/ 212 w 234"/>
                <a:gd name="T37" fmla="*/ 0 h 219"/>
                <a:gd name="T38" fmla="*/ 219 w 234"/>
                <a:gd name="T39" fmla="*/ 168 h 219"/>
                <a:gd name="T40" fmla="*/ 212 w 234"/>
                <a:gd name="T41" fmla="*/ 175 h 219"/>
                <a:gd name="T42" fmla="*/ 146 w 234"/>
                <a:gd name="T43" fmla="*/ 175 h 219"/>
                <a:gd name="T44" fmla="*/ 88 w 234"/>
                <a:gd name="T45" fmla="*/ 175 h 219"/>
                <a:gd name="T46" fmla="*/ 22 w 234"/>
                <a:gd name="T47" fmla="*/ 175 h 219"/>
                <a:gd name="T48" fmla="*/ 14 w 234"/>
                <a:gd name="T49" fmla="*/ 168 h 219"/>
                <a:gd name="T50" fmla="*/ 14 w 234"/>
                <a:gd name="T51" fmla="*/ 22 h 219"/>
                <a:gd name="T52" fmla="*/ 22 w 234"/>
                <a:gd name="T53" fmla="*/ 15 h 219"/>
                <a:gd name="T54" fmla="*/ 212 w 234"/>
                <a:gd name="T55" fmla="*/ 15 h 219"/>
                <a:gd name="T56" fmla="*/ 219 w 234"/>
                <a:gd name="T57" fmla="*/ 22 h 219"/>
                <a:gd name="T58" fmla="*/ 219 w 234"/>
                <a:gd name="T59" fmla="*/ 16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4" h="219">
                  <a:moveTo>
                    <a:pt x="212" y="0"/>
                  </a:moveTo>
                  <a:cubicBezTo>
                    <a:pt x="22" y="0"/>
                    <a:pt x="22" y="0"/>
                    <a:pt x="22" y="0"/>
                  </a:cubicBezTo>
                  <a:cubicBezTo>
                    <a:pt x="10" y="0"/>
                    <a:pt x="0" y="10"/>
                    <a:pt x="0" y="22"/>
                  </a:cubicBezTo>
                  <a:cubicBezTo>
                    <a:pt x="0" y="168"/>
                    <a:pt x="0" y="168"/>
                    <a:pt x="0" y="168"/>
                  </a:cubicBezTo>
                  <a:cubicBezTo>
                    <a:pt x="0" y="180"/>
                    <a:pt x="10" y="190"/>
                    <a:pt x="22" y="190"/>
                  </a:cubicBezTo>
                  <a:cubicBezTo>
                    <a:pt x="95" y="190"/>
                    <a:pt x="95" y="190"/>
                    <a:pt x="95" y="190"/>
                  </a:cubicBezTo>
                  <a:cubicBezTo>
                    <a:pt x="95" y="199"/>
                    <a:pt x="95" y="199"/>
                    <a:pt x="95" y="199"/>
                  </a:cubicBezTo>
                  <a:cubicBezTo>
                    <a:pt x="49" y="205"/>
                    <a:pt x="49" y="205"/>
                    <a:pt x="49" y="205"/>
                  </a:cubicBezTo>
                  <a:cubicBezTo>
                    <a:pt x="46" y="206"/>
                    <a:pt x="44" y="208"/>
                    <a:pt x="44" y="212"/>
                  </a:cubicBezTo>
                  <a:cubicBezTo>
                    <a:pt x="44" y="216"/>
                    <a:pt x="47" y="219"/>
                    <a:pt x="51" y="219"/>
                  </a:cubicBezTo>
                  <a:cubicBezTo>
                    <a:pt x="182" y="219"/>
                    <a:pt x="182" y="219"/>
                    <a:pt x="182" y="219"/>
                  </a:cubicBezTo>
                  <a:cubicBezTo>
                    <a:pt x="186" y="219"/>
                    <a:pt x="190" y="216"/>
                    <a:pt x="190" y="212"/>
                  </a:cubicBezTo>
                  <a:cubicBezTo>
                    <a:pt x="190" y="208"/>
                    <a:pt x="187" y="206"/>
                    <a:pt x="184" y="205"/>
                  </a:cubicBezTo>
                  <a:cubicBezTo>
                    <a:pt x="139" y="199"/>
                    <a:pt x="139" y="199"/>
                    <a:pt x="139" y="199"/>
                  </a:cubicBezTo>
                  <a:cubicBezTo>
                    <a:pt x="139" y="190"/>
                    <a:pt x="139" y="190"/>
                    <a:pt x="139" y="190"/>
                  </a:cubicBezTo>
                  <a:cubicBezTo>
                    <a:pt x="212" y="190"/>
                    <a:pt x="212" y="190"/>
                    <a:pt x="212" y="190"/>
                  </a:cubicBezTo>
                  <a:cubicBezTo>
                    <a:pt x="224" y="190"/>
                    <a:pt x="234" y="180"/>
                    <a:pt x="234" y="168"/>
                  </a:cubicBezTo>
                  <a:cubicBezTo>
                    <a:pt x="234" y="22"/>
                    <a:pt x="234" y="22"/>
                    <a:pt x="234" y="22"/>
                  </a:cubicBezTo>
                  <a:cubicBezTo>
                    <a:pt x="234" y="10"/>
                    <a:pt x="224" y="0"/>
                    <a:pt x="212" y="0"/>
                  </a:cubicBezTo>
                  <a:close/>
                  <a:moveTo>
                    <a:pt x="219" y="168"/>
                  </a:moveTo>
                  <a:cubicBezTo>
                    <a:pt x="219" y="172"/>
                    <a:pt x="216" y="175"/>
                    <a:pt x="212" y="175"/>
                  </a:cubicBezTo>
                  <a:cubicBezTo>
                    <a:pt x="146" y="175"/>
                    <a:pt x="146" y="175"/>
                    <a:pt x="146" y="175"/>
                  </a:cubicBezTo>
                  <a:cubicBezTo>
                    <a:pt x="88" y="175"/>
                    <a:pt x="88" y="175"/>
                    <a:pt x="88" y="175"/>
                  </a:cubicBezTo>
                  <a:cubicBezTo>
                    <a:pt x="22" y="175"/>
                    <a:pt x="22" y="175"/>
                    <a:pt x="22" y="175"/>
                  </a:cubicBezTo>
                  <a:cubicBezTo>
                    <a:pt x="18" y="175"/>
                    <a:pt x="14" y="172"/>
                    <a:pt x="14" y="168"/>
                  </a:cubicBezTo>
                  <a:cubicBezTo>
                    <a:pt x="14" y="22"/>
                    <a:pt x="14" y="22"/>
                    <a:pt x="14" y="22"/>
                  </a:cubicBezTo>
                  <a:cubicBezTo>
                    <a:pt x="14" y="18"/>
                    <a:pt x="18" y="15"/>
                    <a:pt x="22" y="15"/>
                  </a:cubicBezTo>
                  <a:cubicBezTo>
                    <a:pt x="212" y="15"/>
                    <a:pt x="212" y="15"/>
                    <a:pt x="212" y="15"/>
                  </a:cubicBezTo>
                  <a:cubicBezTo>
                    <a:pt x="216" y="15"/>
                    <a:pt x="219" y="18"/>
                    <a:pt x="219" y="22"/>
                  </a:cubicBezTo>
                  <a:lnTo>
                    <a:pt x="219" y="168"/>
                  </a:lnTo>
                  <a:close/>
                </a:path>
              </a:pathLst>
            </a:custGeom>
            <a:grp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grpSp>
        <p:nvGrpSpPr>
          <p:cNvPr id="26" name="Group 25">
            <a:extLst>
              <a:ext uri="{FF2B5EF4-FFF2-40B4-BE49-F238E27FC236}">
                <a16:creationId xmlns:a16="http://schemas.microsoft.com/office/drawing/2014/main" id="{201833A1-3C12-48A4-B599-13C6862D4FA5}"/>
              </a:ext>
            </a:extLst>
          </p:cNvPr>
          <p:cNvGrpSpPr/>
          <p:nvPr/>
        </p:nvGrpSpPr>
        <p:grpSpPr>
          <a:xfrm>
            <a:off x="1662018" y="4614692"/>
            <a:ext cx="539504" cy="539505"/>
            <a:chOff x="-2771775" y="66675"/>
            <a:chExt cx="827087" cy="827088"/>
          </a:xfrm>
          <a:solidFill>
            <a:schemeClr val="bg1"/>
          </a:solidFill>
        </p:grpSpPr>
        <p:sp>
          <p:nvSpPr>
            <p:cNvPr id="65" name="Freeform 19">
              <a:extLst>
                <a:ext uri="{FF2B5EF4-FFF2-40B4-BE49-F238E27FC236}">
                  <a16:creationId xmlns:a16="http://schemas.microsoft.com/office/drawing/2014/main" id="{0FA95BCE-2EF2-4DD9-9C7F-28E6648CDD1A}"/>
                </a:ext>
              </a:extLst>
            </p:cNvPr>
            <p:cNvSpPr>
              <a:spLocks noEditPoints="1"/>
            </p:cNvSpPr>
            <p:nvPr/>
          </p:nvSpPr>
          <p:spPr bwMode="auto">
            <a:xfrm>
              <a:off x="-2771775" y="66675"/>
              <a:ext cx="827087" cy="827088"/>
            </a:xfrm>
            <a:custGeom>
              <a:avLst/>
              <a:gdLst>
                <a:gd name="T0" fmla="*/ 188 w 220"/>
                <a:gd name="T1" fmla="*/ 83 h 220"/>
                <a:gd name="T2" fmla="*/ 196 w 220"/>
                <a:gd name="T3" fmla="*/ 56 h 220"/>
                <a:gd name="T4" fmla="*/ 181 w 220"/>
                <a:gd name="T5" fmla="*/ 26 h 220"/>
                <a:gd name="T6" fmla="*/ 164 w 220"/>
                <a:gd name="T7" fmla="*/ 24 h 220"/>
                <a:gd name="T8" fmla="*/ 137 w 220"/>
                <a:gd name="T9" fmla="*/ 32 h 220"/>
                <a:gd name="T10" fmla="*/ 119 w 220"/>
                <a:gd name="T11" fmla="*/ 0 h 220"/>
                <a:gd name="T12" fmla="*/ 87 w 220"/>
                <a:gd name="T13" fmla="*/ 11 h 220"/>
                <a:gd name="T14" fmla="*/ 74 w 220"/>
                <a:gd name="T15" fmla="*/ 36 h 220"/>
                <a:gd name="T16" fmla="*/ 49 w 220"/>
                <a:gd name="T17" fmla="*/ 22 h 220"/>
                <a:gd name="T18" fmla="*/ 26 w 220"/>
                <a:gd name="T19" fmla="*/ 39 h 220"/>
                <a:gd name="T20" fmla="*/ 36 w 220"/>
                <a:gd name="T21" fmla="*/ 74 h 220"/>
                <a:gd name="T22" fmla="*/ 11 w 220"/>
                <a:gd name="T23" fmla="*/ 87 h 220"/>
                <a:gd name="T24" fmla="*/ 0 w 220"/>
                <a:gd name="T25" fmla="*/ 119 h 220"/>
                <a:gd name="T26" fmla="*/ 32 w 220"/>
                <a:gd name="T27" fmla="*/ 137 h 220"/>
                <a:gd name="T28" fmla="*/ 24 w 220"/>
                <a:gd name="T29" fmla="*/ 164 h 220"/>
                <a:gd name="T30" fmla="*/ 39 w 220"/>
                <a:gd name="T31" fmla="*/ 194 h 220"/>
                <a:gd name="T32" fmla="*/ 56 w 220"/>
                <a:gd name="T33" fmla="*/ 196 h 220"/>
                <a:gd name="T34" fmla="*/ 83 w 220"/>
                <a:gd name="T35" fmla="*/ 188 h 220"/>
                <a:gd name="T36" fmla="*/ 101 w 220"/>
                <a:gd name="T37" fmla="*/ 220 h 220"/>
                <a:gd name="T38" fmla="*/ 133 w 220"/>
                <a:gd name="T39" fmla="*/ 209 h 220"/>
                <a:gd name="T40" fmla="*/ 146 w 220"/>
                <a:gd name="T41" fmla="*/ 184 h 220"/>
                <a:gd name="T42" fmla="*/ 171 w 220"/>
                <a:gd name="T43" fmla="*/ 198 h 220"/>
                <a:gd name="T44" fmla="*/ 194 w 220"/>
                <a:gd name="T45" fmla="*/ 181 h 220"/>
                <a:gd name="T46" fmla="*/ 184 w 220"/>
                <a:gd name="T47" fmla="*/ 146 h 220"/>
                <a:gd name="T48" fmla="*/ 209 w 220"/>
                <a:gd name="T49" fmla="*/ 133 h 220"/>
                <a:gd name="T50" fmla="*/ 220 w 220"/>
                <a:gd name="T51" fmla="*/ 101 h 220"/>
                <a:gd name="T52" fmla="*/ 185 w 220"/>
                <a:gd name="T53" fmla="*/ 124 h 220"/>
                <a:gd name="T54" fmla="*/ 172 w 220"/>
                <a:gd name="T55" fmla="*/ 140 h 220"/>
                <a:gd name="T56" fmla="*/ 185 w 220"/>
                <a:gd name="T57" fmla="*/ 171 h 220"/>
                <a:gd name="T58" fmla="*/ 154 w 220"/>
                <a:gd name="T59" fmla="*/ 173 h 220"/>
                <a:gd name="T60" fmla="*/ 140 w 220"/>
                <a:gd name="T61" fmla="*/ 172 h 220"/>
                <a:gd name="T62" fmla="*/ 124 w 220"/>
                <a:gd name="T63" fmla="*/ 185 h 220"/>
                <a:gd name="T64" fmla="*/ 101 w 220"/>
                <a:gd name="T65" fmla="*/ 206 h 220"/>
                <a:gd name="T66" fmla="*/ 87 w 220"/>
                <a:gd name="T67" fmla="*/ 175 h 220"/>
                <a:gd name="T68" fmla="*/ 74 w 220"/>
                <a:gd name="T69" fmla="*/ 170 h 220"/>
                <a:gd name="T70" fmla="*/ 49 w 220"/>
                <a:gd name="T71" fmla="*/ 185 h 220"/>
                <a:gd name="T72" fmla="*/ 47 w 220"/>
                <a:gd name="T73" fmla="*/ 154 h 220"/>
                <a:gd name="T74" fmla="*/ 45 w 220"/>
                <a:gd name="T75" fmla="*/ 133 h 220"/>
                <a:gd name="T76" fmla="*/ 14 w 220"/>
                <a:gd name="T77" fmla="*/ 119 h 220"/>
                <a:gd name="T78" fmla="*/ 35 w 220"/>
                <a:gd name="T79" fmla="*/ 96 h 220"/>
                <a:gd name="T80" fmla="*/ 48 w 220"/>
                <a:gd name="T81" fmla="*/ 80 h 220"/>
                <a:gd name="T82" fmla="*/ 35 w 220"/>
                <a:gd name="T83" fmla="*/ 49 h 220"/>
                <a:gd name="T84" fmla="*/ 66 w 220"/>
                <a:gd name="T85" fmla="*/ 47 h 220"/>
                <a:gd name="T86" fmla="*/ 80 w 220"/>
                <a:gd name="T87" fmla="*/ 48 h 220"/>
                <a:gd name="T88" fmla="*/ 96 w 220"/>
                <a:gd name="T89" fmla="*/ 35 h 220"/>
                <a:gd name="T90" fmla="*/ 119 w 220"/>
                <a:gd name="T91" fmla="*/ 14 h 220"/>
                <a:gd name="T92" fmla="*/ 133 w 220"/>
                <a:gd name="T93" fmla="*/ 45 h 220"/>
                <a:gd name="T94" fmla="*/ 146 w 220"/>
                <a:gd name="T95" fmla="*/ 50 h 220"/>
                <a:gd name="T96" fmla="*/ 171 w 220"/>
                <a:gd name="T97" fmla="*/ 35 h 220"/>
                <a:gd name="T98" fmla="*/ 173 w 220"/>
                <a:gd name="T99" fmla="*/ 66 h 220"/>
                <a:gd name="T100" fmla="*/ 175 w 220"/>
                <a:gd name="T101" fmla="*/ 87 h 220"/>
                <a:gd name="T102" fmla="*/ 206 w 220"/>
                <a:gd name="T103" fmla="*/ 101 h 220"/>
                <a:gd name="T104" fmla="*/ 185 w 220"/>
                <a:gd name="T105" fmla="*/ 12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0" h="220">
                  <a:moveTo>
                    <a:pt x="209" y="87"/>
                  </a:moveTo>
                  <a:cubicBezTo>
                    <a:pt x="188" y="83"/>
                    <a:pt x="188" y="83"/>
                    <a:pt x="188" y="83"/>
                  </a:cubicBezTo>
                  <a:cubicBezTo>
                    <a:pt x="187" y="80"/>
                    <a:pt x="186" y="77"/>
                    <a:pt x="184" y="74"/>
                  </a:cubicBezTo>
                  <a:cubicBezTo>
                    <a:pt x="196" y="56"/>
                    <a:pt x="196" y="56"/>
                    <a:pt x="196" y="56"/>
                  </a:cubicBezTo>
                  <a:cubicBezTo>
                    <a:pt x="200" y="51"/>
                    <a:pt x="199" y="43"/>
                    <a:pt x="194" y="39"/>
                  </a:cubicBezTo>
                  <a:cubicBezTo>
                    <a:pt x="181" y="26"/>
                    <a:pt x="181" y="26"/>
                    <a:pt x="181" y="26"/>
                  </a:cubicBezTo>
                  <a:cubicBezTo>
                    <a:pt x="179" y="23"/>
                    <a:pt x="175" y="22"/>
                    <a:pt x="171" y="22"/>
                  </a:cubicBezTo>
                  <a:cubicBezTo>
                    <a:pt x="169" y="22"/>
                    <a:pt x="166" y="22"/>
                    <a:pt x="164" y="24"/>
                  </a:cubicBezTo>
                  <a:cubicBezTo>
                    <a:pt x="146" y="36"/>
                    <a:pt x="146" y="36"/>
                    <a:pt x="146" y="36"/>
                  </a:cubicBezTo>
                  <a:cubicBezTo>
                    <a:pt x="143" y="34"/>
                    <a:pt x="140" y="33"/>
                    <a:pt x="137" y="32"/>
                  </a:cubicBezTo>
                  <a:cubicBezTo>
                    <a:pt x="133" y="11"/>
                    <a:pt x="133" y="11"/>
                    <a:pt x="133" y="11"/>
                  </a:cubicBezTo>
                  <a:cubicBezTo>
                    <a:pt x="132" y="5"/>
                    <a:pt x="126" y="0"/>
                    <a:pt x="119" y="0"/>
                  </a:cubicBezTo>
                  <a:cubicBezTo>
                    <a:pt x="101" y="0"/>
                    <a:pt x="101" y="0"/>
                    <a:pt x="101" y="0"/>
                  </a:cubicBezTo>
                  <a:cubicBezTo>
                    <a:pt x="94" y="0"/>
                    <a:pt x="88" y="5"/>
                    <a:pt x="87" y="11"/>
                  </a:cubicBezTo>
                  <a:cubicBezTo>
                    <a:pt x="83" y="32"/>
                    <a:pt x="83" y="32"/>
                    <a:pt x="83" y="32"/>
                  </a:cubicBezTo>
                  <a:cubicBezTo>
                    <a:pt x="80" y="33"/>
                    <a:pt x="77" y="34"/>
                    <a:pt x="74" y="36"/>
                  </a:cubicBezTo>
                  <a:cubicBezTo>
                    <a:pt x="56" y="24"/>
                    <a:pt x="56" y="24"/>
                    <a:pt x="56" y="24"/>
                  </a:cubicBezTo>
                  <a:cubicBezTo>
                    <a:pt x="54" y="22"/>
                    <a:pt x="51" y="22"/>
                    <a:pt x="49" y="22"/>
                  </a:cubicBezTo>
                  <a:cubicBezTo>
                    <a:pt x="45" y="22"/>
                    <a:pt x="41" y="23"/>
                    <a:pt x="39" y="26"/>
                  </a:cubicBezTo>
                  <a:cubicBezTo>
                    <a:pt x="26" y="39"/>
                    <a:pt x="26" y="39"/>
                    <a:pt x="26" y="39"/>
                  </a:cubicBezTo>
                  <a:cubicBezTo>
                    <a:pt x="21" y="43"/>
                    <a:pt x="20" y="51"/>
                    <a:pt x="24" y="56"/>
                  </a:cubicBezTo>
                  <a:cubicBezTo>
                    <a:pt x="36" y="74"/>
                    <a:pt x="36" y="74"/>
                    <a:pt x="36" y="74"/>
                  </a:cubicBezTo>
                  <a:cubicBezTo>
                    <a:pt x="34" y="77"/>
                    <a:pt x="33" y="80"/>
                    <a:pt x="32" y="83"/>
                  </a:cubicBezTo>
                  <a:cubicBezTo>
                    <a:pt x="11" y="87"/>
                    <a:pt x="11" y="87"/>
                    <a:pt x="11" y="87"/>
                  </a:cubicBezTo>
                  <a:cubicBezTo>
                    <a:pt x="5" y="88"/>
                    <a:pt x="0" y="94"/>
                    <a:pt x="0" y="101"/>
                  </a:cubicBezTo>
                  <a:cubicBezTo>
                    <a:pt x="0" y="119"/>
                    <a:pt x="0" y="119"/>
                    <a:pt x="0" y="119"/>
                  </a:cubicBezTo>
                  <a:cubicBezTo>
                    <a:pt x="0" y="126"/>
                    <a:pt x="5" y="132"/>
                    <a:pt x="11" y="133"/>
                  </a:cubicBezTo>
                  <a:cubicBezTo>
                    <a:pt x="32" y="137"/>
                    <a:pt x="32" y="137"/>
                    <a:pt x="32" y="137"/>
                  </a:cubicBezTo>
                  <a:cubicBezTo>
                    <a:pt x="33" y="140"/>
                    <a:pt x="34" y="143"/>
                    <a:pt x="36" y="146"/>
                  </a:cubicBezTo>
                  <a:cubicBezTo>
                    <a:pt x="24" y="164"/>
                    <a:pt x="24" y="164"/>
                    <a:pt x="24" y="164"/>
                  </a:cubicBezTo>
                  <a:cubicBezTo>
                    <a:pt x="20" y="169"/>
                    <a:pt x="21" y="177"/>
                    <a:pt x="26" y="181"/>
                  </a:cubicBezTo>
                  <a:cubicBezTo>
                    <a:pt x="39" y="194"/>
                    <a:pt x="39" y="194"/>
                    <a:pt x="39" y="194"/>
                  </a:cubicBezTo>
                  <a:cubicBezTo>
                    <a:pt x="41" y="197"/>
                    <a:pt x="45" y="198"/>
                    <a:pt x="49" y="198"/>
                  </a:cubicBezTo>
                  <a:cubicBezTo>
                    <a:pt x="51" y="198"/>
                    <a:pt x="54" y="198"/>
                    <a:pt x="56" y="196"/>
                  </a:cubicBezTo>
                  <a:cubicBezTo>
                    <a:pt x="74" y="184"/>
                    <a:pt x="74" y="184"/>
                    <a:pt x="74" y="184"/>
                  </a:cubicBezTo>
                  <a:cubicBezTo>
                    <a:pt x="77" y="186"/>
                    <a:pt x="80" y="187"/>
                    <a:pt x="83" y="188"/>
                  </a:cubicBezTo>
                  <a:cubicBezTo>
                    <a:pt x="87" y="209"/>
                    <a:pt x="87" y="209"/>
                    <a:pt x="87" y="209"/>
                  </a:cubicBezTo>
                  <a:cubicBezTo>
                    <a:pt x="88" y="215"/>
                    <a:pt x="94" y="220"/>
                    <a:pt x="101" y="220"/>
                  </a:cubicBezTo>
                  <a:cubicBezTo>
                    <a:pt x="119" y="220"/>
                    <a:pt x="119" y="220"/>
                    <a:pt x="119" y="220"/>
                  </a:cubicBezTo>
                  <a:cubicBezTo>
                    <a:pt x="126" y="220"/>
                    <a:pt x="132" y="215"/>
                    <a:pt x="133" y="209"/>
                  </a:cubicBezTo>
                  <a:cubicBezTo>
                    <a:pt x="137" y="188"/>
                    <a:pt x="137" y="188"/>
                    <a:pt x="137" y="188"/>
                  </a:cubicBezTo>
                  <a:cubicBezTo>
                    <a:pt x="140" y="187"/>
                    <a:pt x="143" y="186"/>
                    <a:pt x="146" y="184"/>
                  </a:cubicBezTo>
                  <a:cubicBezTo>
                    <a:pt x="164" y="196"/>
                    <a:pt x="164" y="196"/>
                    <a:pt x="164" y="196"/>
                  </a:cubicBezTo>
                  <a:cubicBezTo>
                    <a:pt x="166" y="198"/>
                    <a:pt x="169" y="198"/>
                    <a:pt x="171" y="198"/>
                  </a:cubicBezTo>
                  <a:cubicBezTo>
                    <a:pt x="175" y="198"/>
                    <a:pt x="179" y="197"/>
                    <a:pt x="181" y="194"/>
                  </a:cubicBezTo>
                  <a:cubicBezTo>
                    <a:pt x="194" y="181"/>
                    <a:pt x="194" y="181"/>
                    <a:pt x="194" y="181"/>
                  </a:cubicBezTo>
                  <a:cubicBezTo>
                    <a:pt x="199" y="177"/>
                    <a:pt x="200" y="169"/>
                    <a:pt x="196" y="164"/>
                  </a:cubicBezTo>
                  <a:cubicBezTo>
                    <a:pt x="184" y="146"/>
                    <a:pt x="184" y="146"/>
                    <a:pt x="184" y="146"/>
                  </a:cubicBezTo>
                  <a:cubicBezTo>
                    <a:pt x="186" y="143"/>
                    <a:pt x="187" y="140"/>
                    <a:pt x="188" y="137"/>
                  </a:cubicBezTo>
                  <a:cubicBezTo>
                    <a:pt x="209" y="133"/>
                    <a:pt x="209" y="133"/>
                    <a:pt x="209" y="133"/>
                  </a:cubicBezTo>
                  <a:cubicBezTo>
                    <a:pt x="215" y="132"/>
                    <a:pt x="220" y="126"/>
                    <a:pt x="220" y="119"/>
                  </a:cubicBezTo>
                  <a:cubicBezTo>
                    <a:pt x="220" y="101"/>
                    <a:pt x="220" y="101"/>
                    <a:pt x="220" y="101"/>
                  </a:cubicBezTo>
                  <a:cubicBezTo>
                    <a:pt x="220" y="94"/>
                    <a:pt x="215" y="88"/>
                    <a:pt x="209" y="87"/>
                  </a:cubicBezTo>
                  <a:close/>
                  <a:moveTo>
                    <a:pt x="185" y="124"/>
                  </a:moveTo>
                  <a:cubicBezTo>
                    <a:pt x="180" y="125"/>
                    <a:pt x="176" y="128"/>
                    <a:pt x="175" y="133"/>
                  </a:cubicBezTo>
                  <a:cubicBezTo>
                    <a:pt x="174" y="135"/>
                    <a:pt x="173" y="138"/>
                    <a:pt x="172" y="140"/>
                  </a:cubicBezTo>
                  <a:cubicBezTo>
                    <a:pt x="170" y="144"/>
                    <a:pt x="170" y="149"/>
                    <a:pt x="173" y="154"/>
                  </a:cubicBezTo>
                  <a:cubicBezTo>
                    <a:pt x="185" y="171"/>
                    <a:pt x="185" y="171"/>
                    <a:pt x="185" y="171"/>
                  </a:cubicBezTo>
                  <a:cubicBezTo>
                    <a:pt x="171" y="185"/>
                    <a:pt x="171" y="185"/>
                    <a:pt x="171" y="185"/>
                  </a:cubicBezTo>
                  <a:cubicBezTo>
                    <a:pt x="154" y="173"/>
                    <a:pt x="154" y="173"/>
                    <a:pt x="154" y="173"/>
                  </a:cubicBezTo>
                  <a:cubicBezTo>
                    <a:pt x="151" y="171"/>
                    <a:pt x="149" y="170"/>
                    <a:pt x="146" y="170"/>
                  </a:cubicBezTo>
                  <a:cubicBezTo>
                    <a:pt x="144" y="170"/>
                    <a:pt x="142" y="171"/>
                    <a:pt x="140" y="172"/>
                  </a:cubicBezTo>
                  <a:cubicBezTo>
                    <a:pt x="138" y="173"/>
                    <a:pt x="135" y="174"/>
                    <a:pt x="133" y="175"/>
                  </a:cubicBezTo>
                  <a:cubicBezTo>
                    <a:pt x="128" y="176"/>
                    <a:pt x="125" y="180"/>
                    <a:pt x="124" y="185"/>
                  </a:cubicBezTo>
                  <a:cubicBezTo>
                    <a:pt x="119" y="206"/>
                    <a:pt x="119" y="206"/>
                    <a:pt x="119" y="206"/>
                  </a:cubicBezTo>
                  <a:cubicBezTo>
                    <a:pt x="101" y="206"/>
                    <a:pt x="101" y="206"/>
                    <a:pt x="101" y="206"/>
                  </a:cubicBezTo>
                  <a:cubicBezTo>
                    <a:pt x="96" y="185"/>
                    <a:pt x="96" y="185"/>
                    <a:pt x="96" y="185"/>
                  </a:cubicBezTo>
                  <a:cubicBezTo>
                    <a:pt x="95" y="180"/>
                    <a:pt x="92" y="176"/>
                    <a:pt x="87" y="175"/>
                  </a:cubicBezTo>
                  <a:cubicBezTo>
                    <a:pt x="85" y="174"/>
                    <a:pt x="82" y="173"/>
                    <a:pt x="80" y="172"/>
                  </a:cubicBezTo>
                  <a:cubicBezTo>
                    <a:pt x="78" y="171"/>
                    <a:pt x="76" y="170"/>
                    <a:pt x="74" y="170"/>
                  </a:cubicBezTo>
                  <a:cubicBezTo>
                    <a:pt x="71" y="170"/>
                    <a:pt x="69" y="171"/>
                    <a:pt x="66" y="173"/>
                  </a:cubicBezTo>
                  <a:cubicBezTo>
                    <a:pt x="49" y="185"/>
                    <a:pt x="49" y="185"/>
                    <a:pt x="49" y="185"/>
                  </a:cubicBezTo>
                  <a:cubicBezTo>
                    <a:pt x="35" y="171"/>
                    <a:pt x="35" y="171"/>
                    <a:pt x="35" y="171"/>
                  </a:cubicBezTo>
                  <a:cubicBezTo>
                    <a:pt x="47" y="154"/>
                    <a:pt x="47" y="154"/>
                    <a:pt x="47" y="154"/>
                  </a:cubicBezTo>
                  <a:cubicBezTo>
                    <a:pt x="50" y="149"/>
                    <a:pt x="50" y="144"/>
                    <a:pt x="48" y="140"/>
                  </a:cubicBezTo>
                  <a:cubicBezTo>
                    <a:pt x="47" y="138"/>
                    <a:pt x="46" y="135"/>
                    <a:pt x="45" y="133"/>
                  </a:cubicBezTo>
                  <a:cubicBezTo>
                    <a:pt x="44" y="128"/>
                    <a:pt x="40" y="125"/>
                    <a:pt x="35" y="124"/>
                  </a:cubicBezTo>
                  <a:cubicBezTo>
                    <a:pt x="14" y="119"/>
                    <a:pt x="14" y="119"/>
                    <a:pt x="14" y="119"/>
                  </a:cubicBezTo>
                  <a:cubicBezTo>
                    <a:pt x="14" y="101"/>
                    <a:pt x="14" y="101"/>
                    <a:pt x="14" y="101"/>
                  </a:cubicBezTo>
                  <a:cubicBezTo>
                    <a:pt x="35" y="96"/>
                    <a:pt x="35" y="96"/>
                    <a:pt x="35" y="96"/>
                  </a:cubicBezTo>
                  <a:cubicBezTo>
                    <a:pt x="40" y="95"/>
                    <a:pt x="44" y="92"/>
                    <a:pt x="45" y="87"/>
                  </a:cubicBezTo>
                  <a:cubicBezTo>
                    <a:pt x="46" y="85"/>
                    <a:pt x="47" y="82"/>
                    <a:pt x="48" y="80"/>
                  </a:cubicBezTo>
                  <a:cubicBezTo>
                    <a:pt x="50" y="76"/>
                    <a:pt x="50" y="71"/>
                    <a:pt x="47" y="66"/>
                  </a:cubicBezTo>
                  <a:cubicBezTo>
                    <a:pt x="35" y="49"/>
                    <a:pt x="35" y="49"/>
                    <a:pt x="35" y="49"/>
                  </a:cubicBezTo>
                  <a:cubicBezTo>
                    <a:pt x="49" y="35"/>
                    <a:pt x="49" y="35"/>
                    <a:pt x="49" y="35"/>
                  </a:cubicBezTo>
                  <a:cubicBezTo>
                    <a:pt x="66" y="47"/>
                    <a:pt x="66" y="47"/>
                    <a:pt x="66" y="47"/>
                  </a:cubicBezTo>
                  <a:cubicBezTo>
                    <a:pt x="69" y="49"/>
                    <a:pt x="71" y="50"/>
                    <a:pt x="74" y="50"/>
                  </a:cubicBezTo>
                  <a:cubicBezTo>
                    <a:pt x="76" y="50"/>
                    <a:pt x="78" y="49"/>
                    <a:pt x="80" y="48"/>
                  </a:cubicBezTo>
                  <a:cubicBezTo>
                    <a:pt x="82" y="47"/>
                    <a:pt x="85" y="46"/>
                    <a:pt x="87" y="45"/>
                  </a:cubicBezTo>
                  <a:cubicBezTo>
                    <a:pt x="92" y="44"/>
                    <a:pt x="95" y="40"/>
                    <a:pt x="96" y="35"/>
                  </a:cubicBezTo>
                  <a:cubicBezTo>
                    <a:pt x="101" y="14"/>
                    <a:pt x="101" y="14"/>
                    <a:pt x="101" y="14"/>
                  </a:cubicBezTo>
                  <a:cubicBezTo>
                    <a:pt x="119" y="14"/>
                    <a:pt x="119" y="14"/>
                    <a:pt x="119" y="14"/>
                  </a:cubicBezTo>
                  <a:cubicBezTo>
                    <a:pt x="124" y="35"/>
                    <a:pt x="124" y="35"/>
                    <a:pt x="124" y="35"/>
                  </a:cubicBezTo>
                  <a:cubicBezTo>
                    <a:pt x="125" y="40"/>
                    <a:pt x="128" y="44"/>
                    <a:pt x="133" y="45"/>
                  </a:cubicBezTo>
                  <a:cubicBezTo>
                    <a:pt x="135" y="46"/>
                    <a:pt x="138" y="47"/>
                    <a:pt x="140" y="48"/>
                  </a:cubicBezTo>
                  <a:cubicBezTo>
                    <a:pt x="142" y="49"/>
                    <a:pt x="144" y="50"/>
                    <a:pt x="146" y="50"/>
                  </a:cubicBezTo>
                  <a:cubicBezTo>
                    <a:pt x="149" y="50"/>
                    <a:pt x="151" y="49"/>
                    <a:pt x="154" y="47"/>
                  </a:cubicBezTo>
                  <a:cubicBezTo>
                    <a:pt x="171" y="35"/>
                    <a:pt x="171" y="35"/>
                    <a:pt x="171" y="35"/>
                  </a:cubicBezTo>
                  <a:cubicBezTo>
                    <a:pt x="185" y="49"/>
                    <a:pt x="185" y="49"/>
                    <a:pt x="185" y="49"/>
                  </a:cubicBezTo>
                  <a:cubicBezTo>
                    <a:pt x="173" y="66"/>
                    <a:pt x="173" y="66"/>
                    <a:pt x="173" y="66"/>
                  </a:cubicBezTo>
                  <a:cubicBezTo>
                    <a:pt x="170" y="71"/>
                    <a:pt x="170" y="76"/>
                    <a:pt x="172" y="80"/>
                  </a:cubicBezTo>
                  <a:cubicBezTo>
                    <a:pt x="173" y="82"/>
                    <a:pt x="174" y="85"/>
                    <a:pt x="175" y="87"/>
                  </a:cubicBezTo>
                  <a:cubicBezTo>
                    <a:pt x="176" y="92"/>
                    <a:pt x="180" y="95"/>
                    <a:pt x="185" y="96"/>
                  </a:cubicBezTo>
                  <a:cubicBezTo>
                    <a:pt x="206" y="101"/>
                    <a:pt x="206" y="101"/>
                    <a:pt x="206" y="101"/>
                  </a:cubicBezTo>
                  <a:cubicBezTo>
                    <a:pt x="206" y="119"/>
                    <a:pt x="206" y="119"/>
                    <a:pt x="206" y="119"/>
                  </a:cubicBezTo>
                  <a:lnTo>
                    <a:pt x="185" y="1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20">
              <a:extLst>
                <a:ext uri="{FF2B5EF4-FFF2-40B4-BE49-F238E27FC236}">
                  <a16:creationId xmlns:a16="http://schemas.microsoft.com/office/drawing/2014/main" id="{4130903E-930F-4D80-9A52-31AD606948C2}"/>
                </a:ext>
              </a:extLst>
            </p:cNvPr>
            <p:cNvSpPr>
              <a:spLocks noEditPoints="1"/>
            </p:cNvSpPr>
            <p:nvPr/>
          </p:nvSpPr>
          <p:spPr bwMode="auto">
            <a:xfrm>
              <a:off x="-2538413" y="300038"/>
              <a:ext cx="360362" cy="36036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48 w 96"/>
                <a:gd name="T11" fmla="*/ 90 h 96"/>
                <a:gd name="T12" fmla="*/ 6 w 96"/>
                <a:gd name="T13" fmla="*/ 48 h 96"/>
                <a:gd name="T14" fmla="*/ 48 w 96"/>
                <a:gd name="T15" fmla="*/ 6 h 96"/>
                <a:gd name="T16" fmla="*/ 90 w 96"/>
                <a:gd name="T17" fmla="*/ 48 h 96"/>
                <a:gd name="T18" fmla="*/ 48 w 96"/>
                <a:gd name="T19" fmla="*/ 9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0"/>
                  </a:moveTo>
                  <a:cubicBezTo>
                    <a:pt x="21" y="0"/>
                    <a:pt x="0" y="21"/>
                    <a:pt x="0" y="48"/>
                  </a:cubicBezTo>
                  <a:cubicBezTo>
                    <a:pt x="0" y="75"/>
                    <a:pt x="21" y="96"/>
                    <a:pt x="48" y="96"/>
                  </a:cubicBezTo>
                  <a:cubicBezTo>
                    <a:pt x="75" y="96"/>
                    <a:pt x="96" y="75"/>
                    <a:pt x="96" y="48"/>
                  </a:cubicBezTo>
                  <a:cubicBezTo>
                    <a:pt x="96" y="21"/>
                    <a:pt x="75" y="0"/>
                    <a:pt x="48" y="0"/>
                  </a:cubicBezTo>
                  <a:close/>
                  <a:moveTo>
                    <a:pt x="48" y="90"/>
                  </a:moveTo>
                  <a:cubicBezTo>
                    <a:pt x="25" y="90"/>
                    <a:pt x="6" y="71"/>
                    <a:pt x="6" y="48"/>
                  </a:cubicBezTo>
                  <a:cubicBezTo>
                    <a:pt x="6" y="25"/>
                    <a:pt x="25" y="6"/>
                    <a:pt x="48" y="6"/>
                  </a:cubicBezTo>
                  <a:cubicBezTo>
                    <a:pt x="71" y="6"/>
                    <a:pt x="90" y="25"/>
                    <a:pt x="90" y="48"/>
                  </a:cubicBezTo>
                  <a:cubicBezTo>
                    <a:pt x="90" y="71"/>
                    <a:pt x="71" y="90"/>
                    <a:pt x="48" y="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7" name="Freeform 21">
              <a:extLst>
                <a:ext uri="{FF2B5EF4-FFF2-40B4-BE49-F238E27FC236}">
                  <a16:creationId xmlns:a16="http://schemas.microsoft.com/office/drawing/2014/main" id="{0B131851-D97D-491B-8BF5-C9020655FEE7}"/>
                </a:ext>
              </a:extLst>
            </p:cNvPr>
            <p:cNvSpPr>
              <a:spLocks noEditPoints="1"/>
            </p:cNvSpPr>
            <p:nvPr/>
          </p:nvSpPr>
          <p:spPr bwMode="auto">
            <a:xfrm>
              <a:off x="-2460625" y="374650"/>
              <a:ext cx="207962" cy="206375"/>
            </a:xfrm>
            <a:custGeom>
              <a:avLst/>
              <a:gdLst>
                <a:gd name="T0" fmla="*/ 27 w 55"/>
                <a:gd name="T1" fmla="*/ 0 h 55"/>
                <a:gd name="T2" fmla="*/ 0 w 55"/>
                <a:gd name="T3" fmla="*/ 28 h 55"/>
                <a:gd name="T4" fmla="*/ 27 w 55"/>
                <a:gd name="T5" fmla="*/ 55 h 55"/>
                <a:gd name="T6" fmla="*/ 55 w 55"/>
                <a:gd name="T7" fmla="*/ 28 h 55"/>
                <a:gd name="T8" fmla="*/ 27 w 55"/>
                <a:gd name="T9" fmla="*/ 0 h 55"/>
                <a:gd name="T10" fmla="*/ 27 w 55"/>
                <a:gd name="T11" fmla="*/ 49 h 55"/>
                <a:gd name="T12" fmla="*/ 6 w 55"/>
                <a:gd name="T13" fmla="*/ 28 h 55"/>
                <a:gd name="T14" fmla="*/ 27 w 55"/>
                <a:gd name="T15" fmla="*/ 7 h 55"/>
                <a:gd name="T16" fmla="*/ 48 w 55"/>
                <a:gd name="T17" fmla="*/ 28 h 55"/>
                <a:gd name="T18" fmla="*/ 27 w 55"/>
                <a:gd name="T19"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55">
                  <a:moveTo>
                    <a:pt x="27" y="0"/>
                  </a:moveTo>
                  <a:cubicBezTo>
                    <a:pt x="12" y="0"/>
                    <a:pt x="0" y="13"/>
                    <a:pt x="0" y="28"/>
                  </a:cubicBezTo>
                  <a:cubicBezTo>
                    <a:pt x="0" y="43"/>
                    <a:pt x="12" y="55"/>
                    <a:pt x="27" y="55"/>
                  </a:cubicBezTo>
                  <a:cubicBezTo>
                    <a:pt x="42" y="55"/>
                    <a:pt x="55" y="43"/>
                    <a:pt x="55" y="28"/>
                  </a:cubicBezTo>
                  <a:cubicBezTo>
                    <a:pt x="55" y="13"/>
                    <a:pt x="42" y="0"/>
                    <a:pt x="27" y="0"/>
                  </a:cubicBezTo>
                  <a:close/>
                  <a:moveTo>
                    <a:pt x="27" y="49"/>
                  </a:moveTo>
                  <a:cubicBezTo>
                    <a:pt x="16" y="49"/>
                    <a:pt x="6" y="39"/>
                    <a:pt x="6" y="28"/>
                  </a:cubicBezTo>
                  <a:cubicBezTo>
                    <a:pt x="6" y="17"/>
                    <a:pt x="16" y="7"/>
                    <a:pt x="27" y="7"/>
                  </a:cubicBezTo>
                  <a:cubicBezTo>
                    <a:pt x="38" y="7"/>
                    <a:pt x="48" y="17"/>
                    <a:pt x="48" y="28"/>
                  </a:cubicBezTo>
                  <a:cubicBezTo>
                    <a:pt x="48" y="39"/>
                    <a:pt x="38" y="49"/>
                    <a:pt x="27" y="4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pic>
        <p:nvPicPr>
          <p:cNvPr id="2" name="Picture 1" descr="Orena_Logo_Final.png">
            <a:extLst>
              <a:ext uri="{FF2B5EF4-FFF2-40B4-BE49-F238E27FC236}">
                <a16:creationId xmlns:a16="http://schemas.microsoft.com/office/drawing/2014/main" id="{E827BA0F-A518-472A-A492-5B918EF22EE7}"/>
              </a:ext>
            </a:extLst>
          </p:cNvPr>
          <p:cNvPicPr>
            <a:picLocks noChangeAspect="1"/>
          </p:cNvPicPr>
          <p:nvPr/>
        </p:nvPicPr>
        <p:blipFill>
          <a:blip r:embed="rId2" cstate="screen"/>
          <a:stretch>
            <a:fillRect/>
          </a:stretch>
        </p:blipFill>
        <p:spPr>
          <a:xfrm>
            <a:off x="10217438" y="5612957"/>
            <a:ext cx="1932071" cy="1207206"/>
          </a:xfrm>
          <a:prstGeom prst="rect">
            <a:avLst/>
          </a:prstGeom>
        </p:spPr>
      </p:pic>
      <p:pic>
        <p:nvPicPr>
          <p:cNvPr id="13" name="Picture 12"/>
          <p:cNvPicPr>
            <a:picLocks noChangeAspect="1"/>
          </p:cNvPicPr>
          <p:nvPr/>
        </p:nvPicPr>
        <p:blipFill>
          <a:blip r:embed="rId3"/>
          <a:stretch>
            <a:fillRect/>
          </a:stretch>
        </p:blipFill>
        <p:spPr>
          <a:xfrm>
            <a:off x="1556347" y="1549049"/>
            <a:ext cx="904982" cy="827412"/>
          </a:xfrm>
          <a:prstGeom prst="rect">
            <a:avLst/>
          </a:prstGeom>
        </p:spPr>
      </p:pic>
      <p:pic>
        <p:nvPicPr>
          <p:cNvPr id="17" name="Picture 16"/>
          <p:cNvPicPr>
            <a:picLocks noChangeAspect="1"/>
          </p:cNvPicPr>
          <p:nvPr/>
        </p:nvPicPr>
        <p:blipFill>
          <a:blip r:embed="rId4"/>
          <a:stretch>
            <a:fillRect/>
          </a:stretch>
        </p:blipFill>
        <p:spPr>
          <a:xfrm>
            <a:off x="1584618" y="2551542"/>
            <a:ext cx="755420" cy="755420"/>
          </a:xfrm>
          <a:prstGeom prst="rect">
            <a:avLst/>
          </a:prstGeom>
        </p:spPr>
      </p:pic>
      <p:pic>
        <p:nvPicPr>
          <p:cNvPr id="18" name="Picture 17"/>
          <p:cNvPicPr>
            <a:picLocks noChangeAspect="1"/>
          </p:cNvPicPr>
          <p:nvPr/>
        </p:nvPicPr>
        <p:blipFill>
          <a:blip r:embed="rId5"/>
          <a:stretch>
            <a:fillRect/>
          </a:stretch>
        </p:blipFill>
        <p:spPr>
          <a:xfrm>
            <a:off x="1584618" y="3527035"/>
            <a:ext cx="805965" cy="798624"/>
          </a:xfrm>
          <a:prstGeom prst="rect">
            <a:avLst/>
          </a:prstGeom>
        </p:spPr>
      </p:pic>
      <p:pic>
        <p:nvPicPr>
          <p:cNvPr id="20" name="Picture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56347" y="4507207"/>
            <a:ext cx="969504" cy="751366"/>
          </a:xfrm>
          <a:prstGeom prst="rect">
            <a:avLst/>
          </a:prstGeom>
        </p:spPr>
      </p:pic>
    </p:spTree>
    <p:extLst>
      <p:ext uri="{BB962C8B-B14F-4D97-AF65-F5344CB8AC3E}">
        <p14:creationId xmlns:p14="http://schemas.microsoft.com/office/powerpoint/2010/main" val="5000503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12"/>
                                        </p:tgtEl>
                                        <p:attrNameLst>
                                          <p:attrName>style.visibility</p:attrName>
                                        </p:attrNameLst>
                                      </p:cBhvr>
                                      <p:to>
                                        <p:strVal val="visible"/>
                                      </p:to>
                                    </p:set>
                                    <p:anim calcmode="lin" valueType="num">
                                      <p:cBhvr>
                                        <p:cTn id="13" dur="500" fill="hold"/>
                                        <p:tgtEl>
                                          <p:spTgt spid="212"/>
                                        </p:tgtEl>
                                        <p:attrNameLst>
                                          <p:attrName>ppt_w</p:attrName>
                                        </p:attrNameLst>
                                      </p:cBhvr>
                                      <p:tavLst>
                                        <p:tav tm="0">
                                          <p:val>
                                            <p:fltVal val="0"/>
                                          </p:val>
                                        </p:tav>
                                        <p:tav tm="100000">
                                          <p:val>
                                            <p:strVal val="#ppt_w"/>
                                          </p:val>
                                        </p:tav>
                                      </p:tavLst>
                                    </p:anim>
                                    <p:anim calcmode="lin" valueType="num">
                                      <p:cBhvr>
                                        <p:cTn id="14" dur="500" fill="hold"/>
                                        <p:tgtEl>
                                          <p:spTgt spid="212"/>
                                        </p:tgtEl>
                                        <p:attrNameLst>
                                          <p:attrName>ppt_h</p:attrName>
                                        </p:attrNameLst>
                                      </p:cBhvr>
                                      <p:tavLst>
                                        <p:tav tm="0">
                                          <p:val>
                                            <p:fltVal val="0"/>
                                          </p:val>
                                        </p:tav>
                                        <p:tav tm="100000">
                                          <p:val>
                                            <p:strVal val="#ppt_h"/>
                                          </p:val>
                                        </p:tav>
                                      </p:tavLst>
                                    </p:anim>
                                    <p:animEffect transition="in" filter="fade">
                                      <p:cBhvr>
                                        <p:cTn id="15" dur="500"/>
                                        <p:tgtEl>
                                          <p:spTgt spid="212"/>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15"/>
                                        </p:tgtEl>
                                        <p:attrNameLst>
                                          <p:attrName>style.visibility</p:attrName>
                                        </p:attrNameLst>
                                      </p:cBhvr>
                                      <p:to>
                                        <p:strVal val="visible"/>
                                      </p:to>
                                    </p:set>
                                    <p:anim calcmode="lin" valueType="num">
                                      <p:cBhvr>
                                        <p:cTn id="23" dur="500" fill="hold"/>
                                        <p:tgtEl>
                                          <p:spTgt spid="215"/>
                                        </p:tgtEl>
                                        <p:attrNameLst>
                                          <p:attrName>ppt_w</p:attrName>
                                        </p:attrNameLst>
                                      </p:cBhvr>
                                      <p:tavLst>
                                        <p:tav tm="0">
                                          <p:val>
                                            <p:fltVal val="0"/>
                                          </p:val>
                                        </p:tav>
                                        <p:tav tm="100000">
                                          <p:val>
                                            <p:strVal val="#ppt_w"/>
                                          </p:val>
                                        </p:tav>
                                      </p:tavLst>
                                    </p:anim>
                                    <p:anim calcmode="lin" valueType="num">
                                      <p:cBhvr>
                                        <p:cTn id="24" dur="500" fill="hold"/>
                                        <p:tgtEl>
                                          <p:spTgt spid="215"/>
                                        </p:tgtEl>
                                        <p:attrNameLst>
                                          <p:attrName>ppt_h</p:attrName>
                                        </p:attrNameLst>
                                      </p:cBhvr>
                                      <p:tavLst>
                                        <p:tav tm="0">
                                          <p:val>
                                            <p:fltVal val="0"/>
                                          </p:val>
                                        </p:tav>
                                        <p:tav tm="100000">
                                          <p:val>
                                            <p:strVal val="#ppt_h"/>
                                          </p:val>
                                        </p:tav>
                                      </p:tavLst>
                                    </p:anim>
                                    <p:animEffect transition="in" filter="fade">
                                      <p:cBhvr>
                                        <p:cTn id="25" dur="500"/>
                                        <p:tgtEl>
                                          <p:spTgt spid="215"/>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par>
                          <p:cTn id="30" fill="hold">
                            <p:stCondLst>
                              <p:cond delay="2500"/>
                            </p:stCondLst>
                            <p:childTnLst>
                              <p:par>
                                <p:cTn id="31" presetID="53" presetClass="entr" presetSubtype="16" fill="hold" nodeType="afterEffect">
                                  <p:stCondLst>
                                    <p:cond delay="0"/>
                                  </p:stCondLst>
                                  <p:childTnLst>
                                    <p:set>
                                      <p:cBhvr>
                                        <p:cTn id="32" dur="1" fill="hold">
                                          <p:stCondLst>
                                            <p:cond delay="0"/>
                                          </p:stCondLst>
                                        </p:cTn>
                                        <p:tgtEl>
                                          <p:spTgt spid="206"/>
                                        </p:tgtEl>
                                        <p:attrNameLst>
                                          <p:attrName>style.visibility</p:attrName>
                                        </p:attrNameLst>
                                      </p:cBhvr>
                                      <p:to>
                                        <p:strVal val="visible"/>
                                      </p:to>
                                    </p:set>
                                    <p:anim calcmode="lin" valueType="num">
                                      <p:cBhvr>
                                        <p:cTn id="33" dur="500" fill="hold"/>
                                        <p:tgtEl>
                                          <p:spTgt spid="206"/>
                                        </p:tgtEl>
                                        <p:attrNameLst>
                                          <p:attrName>ppt_w</p:attrName>
                                        </p:attrNameLst>
                                      </p:cBhvr>
                                      <p:tavLst>
                                        <p:tav tm="0">
                                          <p:val>
                                            <p:fltVal val="0"/>
                                          </p:val>
                                        </p:tav>
                                        <p:tav tm="100000">
                                          <p:val>
                                            <p:strVal val="#ppt_w"/>
                                          </p:val>
                                        </p:tav>
                                      </p:tavLst>
                                    </p:anim>
                                    <p:anim calcmode="lin" valueType="num">
                                      <p:cBhvr>
                                        <p:cTn id="34" dur="500" fill="hold"/>
                                        <p:tgtEl>
                                          <p:spTgt spid="206"/>
                                        </p:tgtEl>
                                        <p:attrNameLst>
                                          <p:attrName>ppt_h</p:attrName>
                                        </p:attrNameLst>
                                      </p:cBhvr>
                                      <p:tavLst>
                                        <p:tav tm="0">
                                          <p:val>
                                            <p:fltVal val="0"/>
                                          </p:val>
                                        </p:tav>
                                        <p:tav tm="100000">
                                          <p:val>
                                            <p:strVal val="#ppt_h"/>
                                          </p:val>
                                        </p:tav>
                                      </p:tavLst>
                                    </p:anim>
                                    <p:animEffect transition="in" filter="fade">
                                      <p:cBhvr>
                                        <p:cTn id="35" dur="500"/>
                                        <p:tgtEl>
                                          <p:spTgt spid="206"/>
                                        </p:tgtEl>
                                      </p:cBhvr>
                                    </p:animEffect>
                                  </p:childTnLst>
                                </p:cTn>
                              </p:par>
                            </p:childTnLst>
                          </p:cTn>
                        </p:par>
                        <p:par>
                          <p:cTn id="36" fill="hold">
                            <p:stCondLst>
                              <p:cond delay="3000"/>
                            </p:stCondLst>
                            <p:childTnLst>
                              <p:par>
                                <p:cTn id="37" presetID="10" presetClass="entr" presetSubtype="0"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par>
                          <p:cTn id="40" fill="hold">
                            <p:stCondLst>
                              <p:cond delay="3500"/>
                            </p:stCondLst>
                            <p:childTnLst>
                              <p:par>
                                <p:cTn id="41" presetID="42" presetClass="entr" presetSubtype="0" fill="hold" grpId="0"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anim calcmode="lin" valueType="num">
                                      <p:cBhvr>
                                        <p:cTn id="44" dur="500" fill="hold"/>
                                        <p:tgtEl>
                                          <p:spTgt spid="3"/>
                                        </p:tgtEl>
                                        <p:attrNameLst>
                                          <p:attrName>ppt_x</p:attrName>
                                        </p:attrNameLst>
                                      </p:cBhvr>
                                      <p:tavLst>
                                        <p:tav tm="0">
                                          <p:val>
                                            <p:strVal val="#ppt_x"/>
                                          </p:val>
                                        </p:tav>
                                        <p:tav tm="100000">
                                          <p:val>
                                            <p:strVal val="#ppt_x"/>
                                          </p:val>
                                        </p:tav>
                                      </p:tavLst>
                                    </p:anim>
                                    <p:anim calcmode="lin" valueType="num">
                                      <p:cBhvr>
                                        <p:cTn id="45" dur="500" fill="hold"/>
                                        <p:tgtEl>
                                          <p:spTgt spid="3"/>
                                        </p:tgtEl>
                                        <p:attrNameLst>
                                          <p:attrName>ppt_y</p:attrName>
                                        </p:attrNameLst>
                                      </p:cBhvr>
                                      <p:tavLst>
                                        <p:tav tm="0">
                                          <p:val>
                                            <p:strVal val="#ppt_y+.1"/>
                                          </p:val>
                                        </p:tav>
                                        <p:tav tm="100000">
                                          <p:val>
                                            <p:strVal val="#ppt_y"/>
                                          </p:val>
                                        </p:tav>
                                      </p:tavLst>
                                    </p:anim>
                                  </p:childTnLst>
                                </p:cTn>
                              </p:par>
                            </p:childTnLst>
                          </p:cTn>
                        </p:par>
                        <p:par>
                          <p:cTn id="46" fill="hold">
                            <p:stCondLst>
                              <p:cond delay="4000"/>
                            </p:stCondLst>
                            <p:childTnLst>
                              <p:par>
                                <p:cTn id="47" presetID="42" presetClass="entr" presetSubtype="0"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anim calcmode="lin" valueType="num">
                                      <p:cBhvr>
                                        <p:cTn id="50" dur="500" fill="hold"/>
                                        <p:tgtEl>
                                          <p:spTgt spid="8"/>
                                        </p:tgtEl>
                                        <p:attrNameLst>
                                          <p:attrName>ppt_x</p:attrName>
                                        </p:attrNameLst>
                                      </p:cBhvr>
                                      <p:tavLst>
                                        <p:tav tm="0">
                                          <p:val>
                                            <p:strVal val="#ppt_x"/>
                                          </p:val>
                                        </p:tav>
                                        <p:tav tm="100000">
                                          <p:val>
                                            <p:strVal val="#ppt_x"/>
                                          </p:val>
                                        </p:tav>
                                      </p:tavLst>
                                    </p:anim>
                                    <p:anim calcmode="lin" valueType="num">
                                      <p:cBhvr>
                                        <p:cTn id="51" dur="500" fill="hold"/>
                                        <p:tgtEl>
                                          <p:spTgt spid="8"/>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42" presetClass="entr" presetSubtype="0" fill="hold" grpId="0"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anim calcmode="lin" valueType="num">
                                      <p:cBhvr>
                                        <p:cTn id="56" dur="500" fill="hold"/>
                                        <p:tgtEl>
                                          <p:spTgt spid="9"/>
                                        </p:tgtEl>
                                        <p:attrNameLst>
                                          <p:attrName>ppt_x</p:attrName>
                                        </p:attrNameLst>
                                      </p:cBhvr>
                                      <p:tavLst>
                                        <p:tav tm="0">
                                          <p:val>
                                            <p:strVal val="#ppt_x"/>
                                          </p:val>
                                        </p:tav>
                                        <p:tav tm="100000">
                                          <p:val>
                                            <p:strVal val="#ppt_x"/>
                                          </p:val>
                                        </p:tav>
                                      </p:tavLst>
                                    </p:anim>
                                    <p:anim calcmode="lin" valueType="num">
                                      <p:cBhvr>
                                        <p:cTn id="57" dur="500" fill="hold"/>
                                        <p:tgtEl>
                                          <p:spTgt spid="9"/>
                                        </p:tgtEl>
                                        <p:attrNameLst>
                                          <p:attrName>ppt_y</p:attrName>
                                        </p:attrNameLst>
                                      </p:cBhvr>
                                      <p:tavLst>
                                        <p:tav tm="0">
                                          <p:val>
                                            <p:strVal val="#ppt_y+.1"/>
                                          </p:val>
                                        </p:tav>
                                        <p:tav tm="100000">
                                          <p:val>
                                            <p:strVal val="#ppt_y"/>
                                          </p:val>
                                        </p:tav>
                                      </p:tavLst>
                                    </p:anim>
                                  </p:childTnLst>
                                </p:cTn>
                              </p:par>
                            </p:childTnLst>
                          </p:cTn>
                        </p:par>
                        <p:par>
                          <p:cTn id="58" fill="hold">
                            <p:stCondLst>
                              <p:cond delay="5000"/>
                            </p:stCondLst>
                            <p:childTnLst>
                              <p:par>
                                <p:cTn id="59" presetID="42" presetClass="entr" presetSubtype="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anim calcmode="lin" valueType="num">
                                      <p:cBhvr>
                                        <p:cTn id="62" dur="500" fill="hold"/>
                                        <p:tgtEl>
                                          <p:spTgt spid="12"/>
                                        </p:tgtEl>
                                        <p:attrNameLst>
                                          <p:attrName>ppt_x</p:attrName>
                                        </p:attrNameLst>
                                      </p:cBhvr>
                                      <p:tavLst>
                                        <p:tav tm="0">
                                          <p:val>
                                            <p:strVal val="#ppt_x"/>
                                          </p:val>
                                        </p:tav>
                                        <p:tav tm="100000">
                                          <p:val>
                                            <p:strVal val="#ppt_x"/>
                                          </p:val>
                                        </p:tav>
                                      </p:tavLst>
                                    </p:anim>
                                    <p:anim calcmode="lin" valueType="num">
                                      <p:cBhvr>
                                        <p:cTn id="63" dur="500" fill="hold"/>
                                        <p:tgtEl>
                                          <p:spTgt spid="12"/>
                                        </p:tgtEl>
                                        <p:attrNameLst>
                                          <p:attrName>ppt_y</p:attrName>
                                        </p:attrNameLst>
                                      </p:cBhvr>
                                      <p:tavLst>
                                        <p:tav tm="0">
                                          <p:val>
                                            <p:strVal val="#ppt_y+.1"/>
                                          </p:val>
                                        </p:tav>
                                        <p:tav tm="100000">
                                          <p:val>
                                            <p:strVal val="#ppt_y"/>
                                          </p:val>
                                        </p:tav>
                                      </p:tavLst>
                                    </p:anim>
                                  </p:childTnLst>
                                </p:cTn>
                              </p:par>
                            </p:childTnLst>
                          </p:cTn>
                        </p:par>
                        <p:par>
                          <p:cTn id="64" fill="hold">
                            <p:stCondLst>
                              <p:cond delay="5500"/>
                            </p:stCondLst>
                            <p:childTnLst>
                              <p:par>
                                <p:cTn id="65" presetID="42" presetClass="entr" presetSubtype="0" fill="hold" grpId="0" nodeType="after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anim calcmode="lin" valueType="num">
                                      <p:cBhvr>
                                        <p:cTn id="68" dur="500" fill="hold"/>
                                        <p:tgtEl>
                                          <p:spTgt spid="14"/>
                                        </p:tgtEl>
                                        <p:attrNameLst>
                                          <p:attrName>ppt_x</p:attrName>
                                        </p:attrNameLst>
                                      </p:cBhvr>
                                      <p:tavLst>
                                        <p:tav tm="0">
                                          <p:val>
                                            <p:strVal val="#ppt_x"/>
                                          </p:val>
                                        </p:tav>
                                        <p:tav tm="100000">
                                          <p:val>
                                            <p:strVal val="#ppt_x"/>
                                          </p:val>
                                        </p:tav>
                                      </p:tavLst>
                                    </p:anim>
                                    <p:anim calcmode="lin" valueType="num">
                                      <p:cBhvr>
                                        <p:cTn id="69" dur="500" fill="hold"/>
                                        <p:tgtEl>
                                          <p:spTgt spid="14"/>
                                        </p:tgtEl>
                                        <p:attrNameLst>
                                          <p:attrName>ppt_y</p:attrName>
                                        </p:attrNameLst>
                                      </p:cBhvr>
                                      <p:tavLst>
                                        <p:tav tm="0">
                                          <p:val>
                                            <p:strVal val="#ppt_y+.1"/>
                                          </p:val>
                                        </p:tav>
                                        <p:tav tm="100000">
                                          <p:val>
                                            <p:strVal val="#ppt_y"/>
                                          </p:val>
                                        </p:tav>
                                      </p:tavLst>
                                    </p:anim>
                                  </p:childTnLst>
                                </p:cTn>
                              </p:par>
                            </p:childTnLst>
                          </p:cTn>
                        </p:par>
                        <p:par>
                          <p:cTn id="70" fill="hold">
                            <p:stCondLst>
                              <p:cond delay="6000"/>
                            </p:stCondLst>
                            <p:childTnLst>
                              <p:par>
                                <p:cTn id="71" presetID="10" presetClass="entr" presetSubtype="0" fill="hold" nodeType="after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childTnLst>
                                </p:cTn>
                              </p:par>
                            </p:childTnLst>
                          </p:cTn>
                        </p:par>
                        <p:par>
                          <p:cTn id="74" fill="hold">
                            <p:stCondLst>
                              <p:cond delay="6500"/>
                            </p:stCondLst>
                            <p:childTnLst>
                              <p:par>
                                <p:cTn id="75" presetID="53" presetClass="entr" presetSubtype="16" fill="hold" nodeType="afterEffect">
                                  <p:stCondLst>
                                    <p:cond delay="0"/>
                                  </p:stCondLst>
                                  <p:childTnLst>
                                    <p:set>
                                      <p:cBhvr>
                                        <p:cTn id="76" dur="1" fill="hold">
                                          <p:stCondLst>
                                            <p:cond delay="0"/>
                                          </p:stCondLst>
                                        </p:cTn>
                                        <p:tgtEl>
                                          <p:spTgt spid="26"/>
                                        </p:tgtEl>
                                        <p:attrNameLst>
                                          <p:attrName>style.visibility</p:attrName>
                                        </p:attrNameLst>
                                      </p:cBhvr>
                                      <p:to>
                                        <p:strVal val="visible"/>
                                      </p:to>
                                    </p:set>
                                    <p:anim calcmode="lin" valueType="num">
                                      <p:cBhvr>
                                        <p:cTn id="77" dur="500" fill="hold"/>
                                        <p:tgtEl>
                                          <p:spTgt spid="26"/>
                                        </p:tgtEl>
                                        <p:attrNameLst>
                                          <p:attrName>ppt_w</p:attrName>
                                        </p:attrNameLst>
                                      </p:cBhvr>
                                      <p:tavLst>
                                        <p:tav tm="0">
                                          <p:val>
                                            <p:fltVal val="0"/>
                                          </p:val>
                                        </p:tav>
                                        <p:tav tm="100000">
                                          <p:val>
                                            <p:strVal val="#ppt_w"/>
                                          </p:val>
                                        </p:tav>
                                      </p:tavLst>
                                    </p:anim>
                                    <p:anim calcmode="lin" valueType="num">
                                      <p:cBhvr>
                                        <p:cTn id="78" dur="500" fill="hold"/>
                                        <p:tgtEl>
                                          <p:spTgt spid="26"/>
                                        </p:tgtEl>
                                        <p:attrNameLst>
                                          <p:attrName>ppt_h</p:attrName>
                                        </p:attrNameLst>
                                      </p:cBhvr>
                                      <p:tavLst>
                                        <p:tav tm="0">
                                          <p:val>
                                            <p:fltVal val="0"/>
                                          </p:val>
                                        </p:tav>
                                        <p:tav tm="100000">
                                          <p:val>
                                            <p:strVal val="#ppt_h"/>
                                          </p:val>
                                        </p:tav>
                                      </p:tavLst>
                                    </p:anim>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5" grpId="0" animBg="1"/>
      <p:bldP spid="3" grpId="0" animBg="1"/>
      <p:bldP spid="8" grpId="0" animBg="1"/>
      <p:bldP spid="9" grpId="0" animBg="1"/>
      <p:bldP spid="12"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7358" y="1388266"/>
            <a:ext cx="1894255" cy="1825143"/>
            <a:chOff x="1253765" y="2284944"/>
            <a:chExt cx="1894255" cy="1825143"/>
          </a:xfrm>
        </p:grpSpPr>
        <p:sp>
          <p:nvSpPr>
            <p:cNvPr id="101" name="Rectangle 100"/>
            <p:cNvSpPr/>
            <p:nvPr/>
          </p:nvSpPr>
          <p:spPr>
            <a:xfrm>
              <a:off x="1354208" y="2284944"/>
              <a:ext cx="1791378" cy="18251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a:off x="1253765" y="2284944"/>
              <a:ext cx="1894255" cy="169784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3" name="TextBox 2"/>
          <p:cNvSpPr txBox="1"/>
          <p:nvPr/>
        </p:nvSpPr>
        <p:spPr>
          <a:xfrm>
            <a:off x="2848396" y="324525"/>
            <a:ext cx="6109894" cy="646331"/>
          </a:xfrm>
          <a:prstGeom prst="rect">
            <a:avLst/>
          </a:prstGeom>
          <a:noFill/>
          <a:ln w="57150">
            <a:solidFill>
              <a:srgbClr val="0070C0"/>
            </a:solidFill>
          </a:ln>
        </p:spPr>
        <p:txBody>
          <a:bodyPr wrap="square" lIns="91440" tIns="45720" rIns="91440" bIns="45720" rtlCol="0" anchor="t">
            <a:spAutoFit/>
          </a:bodyPr>
          <a:lstStyle/>
          <a:p>
            <a:pPr algn="ctr"/>
            <a:r>
              <a:rPr lang="id-ID" sz="3600" b="1" dirty="0">
                <a:solidFill>
                  <a:srgbClr val="44546A"/>
                </a:solidFill>
                <a:latin typeface="Segoe UI"/>
                <a:cs typeface="Segoe UI"/>
              </a:rPr>
              <a:t>Meet The </a:t>
            </a:r>
            <a:r>
              <a:rPr lang="en-US" sz="3600" b="1" dirty="0">
                <a:solidFill>
                  <a:srgbClr val="44546A"/>
                </a:solidFill>
                <a:latin typeface="Segoe UI"/>
                <a:cs typeface="Segoe UI"/>
              </a:rPr>
              <a:t>Directors</a:t>
            </a:r>
          </a:p>
        </p:txBody>
      </p:sp>
      <p:sp>
        <p:nvSpPr>
          <p:cNvPr id="31" name="Rectangle 30"/>
          <p:cNvSpPr/>
          <p:nvPr/>
        </p:nvSpPr>
        <p:spPr>
          <a:xfrm>
            <a:off x="111477" y="3372221"/>
            <a:ext cx="5078710" cy="2677656"/>
          </a:xfrm>
          <a:prstGeom prst="rect">
            <a:avLst/>
          </a:prstGeom>
        </p:spPr>
        <p:txBody>
          <a:bodyPr wrap="square" lIns="91440" tIns="45720" rIns="91440" bIns="45720" anchor="t">
            <a:spAutoFit/>
          </a:bodyPr>
          <a:lstStyle/>
          <a:p>
            <a:r>
              <a:rPr lang="en-US" sz="1400" b="1" dirty="0"/>
              <a:t>Ekata Mehul</a:t>
            </a:r>
            <a:r>
              <a:rPr lang="en-US" sz="1400" dirty="0"/>
              <a:t>, Director and CEO – Blazing Arrows Pvt. Ltd.; 25 years of experience in Industry &amp; Academia; Board of Studies for various Universities; Ph. D. (Wireless Sensor Networks) (Education); M. Tech (ICT). B. Tech. (Comp.). Patent – “digital metering using Zigbee Technology’”, chapters in Books, Papers Publications. Nominated as “Women Entrepreneur Gujarat by GESIA”; IVLP Alumni in US for ‘Women in Technology”; “Traveler” for Arkansas state, US. Subject Matter Expert and Master Trainer – ESSCI, SSC NASSCOM. Executive member for “Computer Society of India, Baroda Chapter”, Core Committee in Vadodara HR Forum, life member for NASSCOM, ISTE, IETE. Director for “Women in Big Data, India”. An Educator &amp; Blissful Human being </a:t>
            </a:r>
            <a:endParaRPr lang="en-IN" sz="1400" dirty="0"/>
          </a:p>
        </p:txBody>
      </p:sp>
      <p:grpSp>
        <p:nvGrpSpPr>
          <p:cNvPr id="51" name="Group 17"/>
          <p:cNvGrpSpPr/>
          <p:nvPr/>
        </p:nvGrpSpPr>
        <p:grpSpPr>
          <a:xfrm>
            <a:off x="2" y="6736617"/>
            <a:ext cx="12191999" cy="134339"/>
            <a:chOff x="2" y="2110197"/>
            <a:chExt cx="12191999" cy="134339"/>
          </a:xfrm>
        </p:grpSpPr>
        <p:sp>
          <p:nvSpPr>
            <p:cNvPr id="52" name="Rectangle 51"/>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7" name="Rectangle 56"/>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8" name="Picture 57" descr="Orena_Logo_Final.png"/>
          <p:cNvPicPr>
            <a:picLocks noChangeAspect="1"/>
          </p:cNvPicPr>
          <p:nvPr/>
        </p:nvPicPr>
        <p:blipFill>
          <a:blip r:embed="rId2" cstate="screen"/>
          <a:stretch>
            <a:fillRect/>
          </a:stretch>
        </p:blipFill>
        <p:spPr>
          <a:xfrm>
            <a:off x="10188950" y="5541070"/>
            <a:ext cx="1932071" cy="1207206"/>
          </a:xfrm>
          <a:prstGeom prst="rect">
            <a:avLst/>
          </a:prstGeom>
        </p:spPr>
      </p:pic>
      <p:grpSp>
        <p:nvGrpSpPr>
          <p:cNvPr id="7" name="Group 6">
            <a:extLst>
              <a:ext uri="{FF2B5EF4-FFF2-40B4-BE49-F238E27FC236}">
                <a16:creationId xmlns:a16="http://schemas.microsoft.com/office/drawing/2014/main" id="{5FA3BD37-CD12-4904-93FB-B24056452856}"/>
              </a:ext>
            </a:extLst>
          </p:cNvPr>
          <p:cNvGrpSpPr/>
          <p:nvPr/>
        </p:nvGrpSpPr>
        <p:grpSpPr>
          <a:xfrm>
            <a:off x="3595241" y="1633780"/>
            <a:ext cx="1453348" cy="648723"/>
            <a:chOff x="4245207" y="4324973"/>
            <a:chExt cx="1453348" cy="648723"/>
          </a:xfrm>
        </p:grpSpPr>
        <p:sp>
          <p:nvSpPr>
            <p:cNvPr id="38" name="TextBox 57">
              <a:extLst>
                <a:ext uri="{FF2B5EF4-FFF2-40B4-BE49-F238E27FC236}">
                  <a16:creationId xmlns:a16="http://schemas.microsoft.com/office/drawing/2014/main" id="{B86528D3-B3C6-4424-90BE-1FAE559611A5}"/>
                </a:ext>
              </a:extLst>
            </p:cNvPr>
            <p:cNvSpPr txBox="1"/>
            <p:nvPr/>
          </p:nvSpPr>
          <p:spPr>
            <a:xfrm>
              <a:off x="4279794" y="4324973"/>
              <a:ext cx="1381340" cy="369332"/>
            </a:xfrm>
            <a:prstGeom prst="rect">
              <a:avLst/>
            </a:prstGeom>
            <a:noFill/>
          </p:spPr>
          <p:txBody>
            <a:bodyPr wrap="none" lIns="91440" tIns="45720" rIns="91440" bIns="45720" rtlCol="0" anchor="t">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en-US" b="1" dirty="0">
                  <a:solidFill>
                    <a:schemeClr val="accent1">
                      <a:lumMod val="50000"/>
                    </a:schemeClr>
                  </a:solidFill>
                </a:rPr>
                <a:t>Ekata Mehul</a:t>
              </a:r>
              <a:endParaRPr lang="id-ID" b="1" dirty="0" err="1">
                <a:solidFill>
                  <a:schemeClr val="accent1">
                    <a:lumMod val="50000"/>
                  </a:schemeClr>
                </a:solidFill>
                <a:latin typeface="+mj-lt"/>
              </a:endParaRPr>
            </a:p>
          </p:txBody>
        </p:sp>
        <p:sp>
          <p:nvSpPr>
            <p:cNvPr id="39" name="TextBox 64">
              <a:extLst>
                <a:ext uri="{FF2B5EF4-FFF2-40B4-BE49-F238E27FC236}">
                  <a16:creationId xmlns:a16="http://schemas.microsoft.com/office/drawing/2014/main" id="{657EEC86-8243-43D2-ABC2-BB971C758CF6}"/>
                </a:ext>
              </a:extLst>
            </p:cNvPr>
            <p:cNvSpPr txBox="1"/>
            <p:nvPr/>
          </p:nvSpPr>
          <p:spPr>
            <a:xfrm>
              <a:off x="4245207" y="4665919"/>
              <a:ext cx="1453348" cy="307777"/>
            </a:xfrm>
            <a:prstGeom prst="rect">
              <a:avLst/>
            </a:prstGeom>
            <a:noFill/>
          </p:spPr>
          <p:txBody>
            <a:bodyPr wrap="none" lIns="91440" tIns="45720" rIns="91440" bIns="45720" rtlCol="0" anchor="t">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en-US" sz="1400" dirty="0"/>
                <a:t>Principle Director</a:t>
              </a:r>
              <a:endParaRPr lang="id-ID" sz="1400" dirty="0"/>
            </a:p>
          </p:txBody>
        </p:sp>
      </p:grpSp>
      <p:pic>
        <p:nvPicPr>
          <p:cNvPr id="28" name="Picture Placeholder 27" descr="Untitled design (3).png"/>
          <p:cNvPicPr>
            <a:picLocks noGrp="1" noChangeAspect="1"/>
          </p:cNvPicPr>
          <p:nvPr>
            <p:ph type="pic" sz="quarter" idx="11"/>
          </p:nvPr>
        </p:nvPicPr>
        <p:blipFill>
          <a:blip r:embed="rId3" cstate="print"/>
          <a:srcRect l="47" r="47"/>
          <a:stretch>
            <a:fillRect/>
          </a:stretch>
        </p:blipFill>
        <p:spPr>
          <a:xfrm>
            <a:off x="1508064" y="1404411"/>
            <a:ext cx="1697846" cy="1697847"/>
          </a:xfrm>
        </p:spPr>
      </p:pic>
      <p:sp>
        <p:nvSpPr>
          <p:cNvPr id="20" name="TextBox 19">
            <a:extLst>
              <a:ext uri="{FF2B5EF4-FFF2-40B4-BE49-F238E27FC236}">
                <a16:creationId xmlns:a16="http://schemas.microsoft.com/office/drawing/2014/main" id="{A94F8E8B-D157-47F1-B39E-32D860624AA0}"/>
              </a:ext>
            </a:extLst>
          </p:cNvPr>
          <p:cNvSpPr txBox="1"/>
          <p:nvPr/>
        </p:nvSpPr>
        <p:spPr>
          <a:xfrm>
            <a:off x="5716530" y="3347130"/>
            <a:ext cx="6096000" cy="2308324"/>
          </a:xfrm>
          <a:prstGeom prst="rect">
            <a:avLst/>
          </a:prstGeom>
          <a:noFill/>
        </p:spPr>
        <p:txBody>
          <a:bodyPr wrap="square">
            <a:spAutoFit/>
          </a:bodyPr>
          <a:lstStyle/>
          <a:p>
            <a:pPr marL="604521" lvl="1" indent="-302261" algn="just">
              <a:buFont typeface="Arial"/>
              <a:buChar char="•"/>
            </a:pPr>
            <a:r>
              <a:rPr lang="en-US" sz="1200" b="1" i="1" dirty="0">
                <a:solidFill>
                  <a:srgbClr val="000000"/>
                </a:solidFill>
                <a:latin typeface="Poppins Bold Italics"/>
                <a:ea typeface="Poppins Bold Italics"/>
                <a:cs typeface="Poppins Bold Italics"/>
                <a:sym typeface="Poppins Bold Italics"/>
              </a:rPr>
              <a:t>25+ years</a:t>
            </a:r>
            <a:r>
              <a:rPr lang="en-US" sz="1200" dirty="0">
                <a:solidFill>
                  <a:srgbClr val="000000"/>
                </a:solidFill>
                <a:latin typeface="Poppins"/>
                <a:ea typeface="Poppins"/>
                <a:cs typeface="Poppins"/>
                <a:sym typeface="Poppins"/>
              </a:rPr>
              <a:t> of industry experience as a Chief Software Architect</a:t>
            </a:r>
          </a:p>
          <a:p>
            <a:pPr marL="604521" lvl="1" indent="-302261" algn="just">
              <a:buFont typeface="Arial"/>
              <a:buChar char="•"/>
            </a:pPr>
            <a:r>
              <a:rPr lang="en-US" sz="1200" b="1" i="1" dirty="0" err="1">
                <a:solidFill>
                  <a:srgbClr val="000000"/>
                </a:solidFill>
                <a:latin typeface="Poppins Bold Italics"/>
                <a:ea typeface="Poppins Bold Italics"/>
                <a:cs typeface="Poppins Bold Italics"/>
                <a:sym typeface="Poppins Bold Italics"/>
              </a:rPr>
              <a:t>B.Tech</a:t>
            </a:r>
            <a:r>
              <a:rPr lang="en-US" sz="1200" b="1" i="1" dirty="0">
                <a:solidFill>
                  <a:srgbClr val="000000"/>
                </a:solidFill>
                <a:latin typeface="Poppins Bold Italics"/>
                <a:ea typeface="Poppins Bold Italics"/>
                <a:cs typeface="Poppins Bold Italics"/>
                <a:sym typeface="Poppins Bold Italics"/>
              </a:rPr>
              <a:t> </a:t>
            </a:r>
            <a:r>
              <a:rPr lang="en-US" sz="1200" dirty="0">
                <a:solidFill>
                  <a:srgbClr val="000000"/>
                </a:solidFill>
                <a:latin typeface="Poppins"/>
                <a:ea typeface="Poppins"/>
                <a:cs typeface="Poppins"/>
                <a:sym typeface="Poppins"/>
              </a:rPr>
              <a:t>(Computer Science, 1995), </a:t>
            </a:r>
            <a:r>
              <a:rPr lang="en-US" sz="1200" b="1" dirty="0">
                <a:solidFill>
                  <a:srgbClr val="000000"/>
                </a:solidFill>
                <a:latin typeface="Poppins Bold"/>
                <a:ea typeface="Poppins Bold"/>
                <a:cs typeface="Poppins Bold"/>
                <a:sym typeface="Poppins Bold"/>
              </a:rPr>
              <a:t>NIT Rourkela</a:t>
            </a:r>
          </a:p>
          <a:p>
            <a:pPr marL="604521" lvl="1" indent="-302261" algn="just">
              <a:buFont typeface="Arial"/>
              <a:buChar char="•"/>
            </a:pPr>
            <a:r>
              <a:rPr lang="en-US" sz="1200" dirty="0">
                <a:solidFill>
                  <a:srgbClr val="000000"/>
                </a:solidFill>
                <a:latin typeface="Poppins"/>
                <a:ea typeface="Poppins"/>
                <a:cs typeface="Poppins"/>
                <a:sym typeface="Poppins"/>
              </a:rPr>
              <a:t>Industry Academia Anchor, KDEM, Govt of Karnataka, India</a:t>
            </a:r>
          </a:p>
          <a:p>
            <a:pPr marL="604521" lvl="1" indent="-302261" algn="just">
              <a:buFont typeface="Arial"/>
              <a:buChar char="•"/>
            </a:pPr>
            <a:r>
              <a:rPr lang="en-US" sz="1200" dirty="0">
                <a:solidFill>
                  <a:srgbClr val="000000"/>
                </a:solidFill>
                <a:latin typeface="Poppins"/>
                <a:ea typeface="Poppins"/>
                <a:cs typeface="Poppins"/>
                <a:sym typeface="Poppins"/>
              </a:rPr>
              <a:t>Executive MBA - </a:t>
            </a:r>
            <a:r>
              <a:rPr lang="en-US" sz="1200" b="1" i="1" dirty="0">
                <a:solidFill>
                  <a:srgbClr val="000000"/>
                </a:solidFill>
                <a:latin typeface="Poppins Bold Italics"/>
                <a:ea typeface="Poppins Bold Italics"/>
                <a:cs typeface="Poppins Bold Italics"/>
                <a:sym typeface="Poppins Bold Italics"/>
              </a:rPr>
              <a:t>Harvard Business School</a:t>
            </a:r>
          </a:p>
          <a:p>
            <a:pPr marL="604521" lvl="1" indent="-302261" algn="just">
              <a:buFont typeface="Arial"/>
              <a:buChar char="•"/>
            </a:pPr>
            <a:r>
              <a:rPr lang="en-US" sz="1200" dirty="0">
                <a:solidFill>
                  <a:srgbClr val="000000"/>
                </a:solidFill>
                <a:latin typeface="Poppins"/>
                <a:ea typeface="Poppins"/>
                <a:cs typeface="Poppins"/>
                <a:sym typeface="Poppins"/>
              </a:rPr>
              <a:t>AI/Data Science &amp; Quantum Computing - </a:t>
            </a:r>
            <a:r>
              <a:rPr lang="en-US" sz="1200" b="1" i="1" dirty="0">
                <a:solidFill>
                  <a:srgbClr val="000000"/>
                </a:solidFill>
                <a:latin typeface="Poppins Bold Italics"/>
                <a:ea typeface="Poppins Bold Italics"/>
                <a:cs typeface="Poppins Bold Italics"/>
                <a:sym typeface="Poppins Bold Italics"/>
              </a:rPr>
              <a:t>MIT, Boston</a:t>
            </a:r>
          </a:p>
          <a:p>
            <a:pPr marL="604521" lvl="1" indent="-302261" algn="just">
              <a:buFont typeface="Arial"/>
              <a:buChar char="•"/>
            </a:pPr>
            <a:r>
              <a:rPr lang="en-US" sz="1200" b="1" i="1" dirty="0">
                <a:solidFill>
                  <a:srgbClr val="000000"/>
                </a:solidFill>
                <a:latin typeface="Poppins Bold Italics"/>
                <a:ea typeface="Poppins Bold Italics"/>
                <a:cs typeface="Poppins Bold Italics"/>
                <a:sym typeface="Poppins Bold Italics"/>
              </a:rPr>
              <a:t>Past President - NIT Rourkela Global Alumni Association</a:t>
            </a:r>
          </a:p>
          <a:p>
            <a:pPr marL="604521" lvl="1" indent="-302261" algn="just">
              <a:buFont typeface="Arial"/>
              <a:buChar char="•"/>
            </a:pPr>
            <a:r>
              <a:rPr lang="en-US" sz="1200" dirty="0">
                <a:solidFill>
                  <a:srgbClr val="000000"/>
                </a:solidFill>
                <a:latin typeface="Poppins"/>
                <a:ea typeface="Poppins"/>
                <a:cs typeface="Poppins"/>
                <a:sym typeface="Poppins"/>
              </a:rPr>
              <a:t>Prior Industry Experience: </a:t>
            </a:r>
            <a:r>
              <a:rPr lang="en-US" sz="1200" b="1" i="1" dirty="0">
                <a:solidFill>
                  <a:srgbClr val="000000"/>
                </a:solidFill>
                <a:latin typeface="Poppins Bold Italics"/>
                <a:ea typeface="Poppins Bold Italics"/>
                <a:cs typeface="Poppins Bold Italics"/>
                <a:sym typeface="Poppins Bold Italics"/>
              </a:rPr>
              <a:t>IBM USA</a:t>
            </a:r>
            <a:r>
              <a:rPr lang="en-US" sz="1200" dirty="0">
                <a:solidFill>
                  <a:srgbClr val="000000"/>
                </a:solidFill>
                <a:latin typeface="Poppins"/>
                <a:ea typeface="Poppins"/>
                <a:cs typeface="Poppins"/>
                <a:sym typeface="Poppins"/>
              </a:rPr>
              <a:t>, </a:t>
            </a:r>
            <a:r>
              <a:rPr lang="en-US" sz="1200" b="1" i="1" dirty="0">
                <a:solidFill>
                  <a:srgbClr val="000000"/>
                </a:solidFill>
                <a:latin typeface="Poppins Bold Italics"/>
                <a:ea typeface="Poppins Bold Italics"/>
                <a:cs typeface="Poppins Bold Italics"/>
                <a:sym typeface="Poppins Bold Italics"/>
              </a:rPr>
              <a:t>AT&amp;T NJ</a:t>
            </a:r>
            <a:r>
              <a:rPr lang="en-US" sz="1200" dirty="0">
                <a:solidFill>
                  <a:srgbClr val="000000"/>
                </a:solidFill>
                <a:latin typeface="Poppins"/>
                <a:ea typeface="Poppins"/>
                <a:cs typeface="Poppins"/>
                <a:sym typeface="Poppins"/>
              </a:rPr>
              <a:t>, CNR Corp, </a:t>
            </a:r>
            <a:r>
              <a:rPr lang="en-US" sz="1200" dirty="0" err="1">
                <a:solidFill>
                  <a:srgbClr val="000000"/>
                </a:solidFill>
                <a:latin typeface="Poppins"/>
                <a:ea typeface="Poppins"/>
                <a:cs typeface="Poppins"/>
                <a:sym typeface="Poppins"/>
              </a:rPr>
              <a:t>eVue</a:t>
            </a:r>
            <a:r>
              <a:rPr lang="en-US" sz="1200" dirty="0">
                <a:solidFill>
                  <a:srgbClr val="000000"/>
                </a:solidFill>
                <a:latin typeface="Poppins"/>
                <a:ea typeface="Poppins"/>
                <a:cs typeface="Poppins"/>
                <a:sym typeface="Poppins"/>
              </a:rPr>
              <a:t> etc.</a:t>
            </a:r>
          </a:p>
          <a:p>
            <a:pPr marL="604521" lvl="1" indent="-302261" algn="just">
              <a:buFont typeface="Arial"/>
              <a:buChar char="•"/>
            </a:pPr>
            <a:r>
              <a:rPr lang="en-US" sz="1200" b="1" i="1" dirty="0">
                <a:solidFill>
                  <a:srgbClr val="000000"/>
                </a:solidFill>
                <a:latin typeface="Poppins Bold Italics"/>
                <a:ea typeface="Poppins Bold Italics"/>
                <a:cs typeface="Poppins Bold Italics"/>
                <a:sym typeface="Poppins Bold Italics"/>
              </a:rPr>
              <a:t>Serial Entrepreneurship </a:t>
            </a:r>
            <a:r>
              <a:rPr lang="en-US" sz="1200" i="1" dirty="0">
                <a:solidFill>
                  <a:srgbClr val="000000"/>
                </a:solidFill>
                <a:latin typeface="Poppins Italics"/>
                <a:ea typeface="Poppins Italics"/>
                <a:cs typeface="Poppins Italics"/>
                <a:sym typeface="Poppins Italics"/>
              </a:rPr>
              <a:t>&amp;</a:t>
            </a:r>
            <a:r>
              <a:rPr lang="en-US" sz="1200" b="1" i="1" dirty="0">
                <a:solidFill>
                  <a:srgbClr val="000000"/>
                </a:solidFill>
                <a:latin typeface="Poppins Bold Italics"/>
                <a:ea typeface="Poppins Bold Italics"/>
                <a:cs typeface="Poppins Bold Italics"/>
                <a:sym typeface="Poppins Bold Italics"/>
              </a:rPr>
              <a:t> Mentor </a:t>
            </a:r>
            <a:r>
              <a:rPr lang="en-US" sz="1200" dirty="0">
                <a:solidFill>
                  <a:srgbClr val="000000"/>
                </a:solidFill>
                <a:latin typeface="Poppins"/>
                <a:ea typeface="Poppins"/>
                <a:cs typeface="Poppins"/>
                <a:sym typeface="Poppins"/>
              </a:rPr>
              <a:t>for Startups and Angel Investor</a:t>
            </a:r>
          </a:p>
          <a:p>
            <a:pPr marL="604521" lvl="1" indent="-302261" algn="just">
              <a:buFont typeface="Arial"/>
              <a:buChar char="•"/>
            </a:pPr>
            <a:r>
              <a:rPr lang="en-US" sz="1200" dirty="0">
                <a:solidFill>
                  <a:srgbClr val="000000"/>
                </a:solidFill>
                <a:latin typeface="Poppins"/>
                <a:ea typeface="Poppins"/>
                <a:cs typeface="Poppins"/>
                <a:sym typeface="Poppins"/>
              </a:rPr>
              <a:t>Active Participant in various </a:t>
            </a:r>
            <a:r>
              <a:rPr lang="en-US" sz="1200" b="1" i="1" dirty="0">
                <a:solidFill>
                  <a:srgbClr val="000000"/>
                </a:solidFill>
                <a:latin typeface="Poppins Bold Italics"/>
                <a:ea typeface="Poppins Bold Italics"/>
                <a:cs typeface="Poppins Bold Italics"/>
                <a:sym typeface="Poppins Bold Italics"/>
              </a:rPr>
              <a:t>standardizing organizations</a:t>
            </a:r>
          </a:p>
          <a:p>
            <a:pPr marL="604521" lvl="1" indent="-302261" algn="just">
              <a:buFont typeface="Arial"/>
              <a:buChar char="•"/>
            </a:pPr>
            <a:r>
              <a:rPr lang="en-US" sz="1200" dirty="0">
                <a:solidFill>
                  <a:srgbClr val="000000"/>
                </a:solidFill>
                <a:latin typeface="Poppins"/>
                <a:ea typeface="Poppins"/>
                <a:cs typeface="Poppins"/>
                <a:sym typeface="Poppins"/>
              </a:rPr>
              <a:t>Acting as a </a:t>
            </a:r>
            <a:r>
              <a:rPr lang="en-US" sz="1200" b="1" i="1" dirty="0">
                <a:solidFill>
                  <a:srgbClr val="000000"/>
                </a:solidFill>
                <a:latin typeface="Poppins Bold Italics"/>
                <a:ea typeface="Poppins Bold Italics"/>
                <a:cs typeface="Poppins Bold Italics"/>
                <a:sym typeface="Poppins Bold Italics"/>
              </a:rPr>
              <a:t>Board Member</a:t>
            </a:r>
            <a:r>
              <a:rPr lang="en-US" sz="1200" dirty="0">
                <a:solidFill>
                  <a:srgbClr val="000000"/>
                </a:solidFill>
                <a:latin typeface="Poppins"/>
                <a:ea typeface="Poppins"/>
                <a:cs typeface="Poppins"/>
                <a:sym typeface="Poppins"/>
              </a:rPr>
              <a:t> for various companies</a:t>
            </a:r>
          </a:p>
          <a:p>
            <a:pPr marL="604521" lvl="1" indent="-302261" algn="just">
              <a:buFont typeface="Arial"/>
              <a:buChar char="•"/>
            </a:pPr>
            <a:r>
              <a:rPr lang="en-US" sz="1200" dirty="0">
                <a:solidFill>
                  <a:srgbClr val="000000"/>
                </a:solidFill>
                <a:latin typeface="Poppins"/>
                <a:ea typeface="Poppins"/>
                <a:cs typeface="Poppins"/>
                <a:sym typeface="Poppins"/>
              </a:rPr>
              <a:t> Visionary and catalyst for </a:t>
            </a:r>
            <a:r>
              <a:rPr lang="en-US" sz="1200" b="1" i="1" dirty="0">
                <a:solidFill>
                  <a:srgbClr val="000000"/>
                </a:solidFill>
                <a:latin typeface="Poppins Bold Italics"/>
                <a:ea typeface="Poppins Bold Italics"/>
                <a:cs typeface="Poppins Bold Italics"/>
                <a:sym typeface="Poppins Bold Italics"/>
              </a:rPr>
              <a:t>Industry-Academia collaboration</a:t>
            </a:r>
          </a:p>
          <a:p>
            <a:pPr marL="604521" lvl="1" indent="-302261" algn="just">
              <a:buFont typeface="Arial"/>
              <a:buChar char="•"/>
            </a:pPr>
            <a:r>
              <a:rPr lang="en-US" sz="1200" dirty="0">
                <a:solidFill>
                  <a:srgbClr val="000000"/>
                </a:solidFill>
                <a:latin typeface="Poppins"/>
                <a:ea typeface="Poppins"/>
                <a:cs typeface="Poppins"/>
                <a:sym typeface="Poppins"/>
              </a:rPr>
              <a:t>Instrumental in setting up </a:t>
            </a:r>
            <a:r>
              <a:rPr lang="en-US" sz="1200" b="1" i="1" dirty="0">
                <a:solidFill>
                  <a:srgbClr val="000000"/>
                </a:solidFill>
                <a:latin typeface="Poppins Bold Italics"/>
                <a:ea typeface="Poppins Bold Italics"/>
                <a:cs typeface="Poppins Bold Italics"/>
                <a:sym typeface="Poppins Bold Italics"/>
              </a:rPr>
              <a:t>COE </a:t>
            </a:r>
            <a:r>
              <a:rPr lang="en-US" sz="1200" dirty="0">
                <a:solidFill>
                  <a:srgbClr val="000000"/>
                </a:solidFill>
                <a:latin typeface="Poppins"/>
                <a:ea typeface="Poppins"/>
                <a:cs typeface="Poppins"/>
                <a:sym typeface="Poppins"/>
              </a:rPr>
              <a:t>and </a:t>
            </a:r>
            <a:r>
              <a:rPr lang="en-US" sz="1200" b="1" i="1" dirty="0">
                <a:solidFill>
                  <a:srgbClr val="000000"/>
                </a:solidFill>
                <a:latin typeface="Poppins Bold Italics"/>
                <a:ea typeface="Poppins Bold Italics"/>
                <a:cs typeface="Poppins Bold Italics"/>
                <a:sym typeface="Poppins Bold Italics"/>
              </a:rPr>
              <a:t>Incubation Centers</a:t>
            </a:r>
            <a:endParaRPr lang="en-IN" sz="1200" dirty="0"/>
          </a:p>
        </p:txBody>
      </p:sp>
    </p:spTree>
    <p:extLst>
      <p:ext uri="{BB962C8B-B14F-4D97-AF65-F5344CB8AC3E}">
        <p14:creationId xmlns:p14="http://schemas.microsoft.com/office/powerpoint/2010/main" val="2731415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childTnLst>
                          </p:cTn>
                        </p:par>
                        <p:par>
                          <p:cTn id="18" fill="hold">
                            <p:stCondLst>
                              <p:cond delay="1500"/>
                            </p:stCondLst>
                            <p:childTnLst>
                              <p:par>
                                <p:cTn id="19" presetID="42"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39925" y="394432"/>
            <a:ext cx="5701048" cy="646331"/>
          </a:xfrm>
          <a:prstGeom prst="rect">
            <a:avLst/>
          </a:prstGeom>
          <a:noFill/>
          <a:ln w="57150">
            <a:solidFill>
              <a:srgbClr val="0070C0"/>
            </a:solidFill>
          </a:ln>
        </p:spPr>
        <p:txBody>
          <a:bodyPr wrap="square" lIns="91440" tIns="45720" rIns="91440" bIns="45720" rtlCol="0" anchor="t">
            <a:spAutoFit/>
          </a:bodyPr>
          <a:lstStyle/>
          <a:p>
            <a:pPr algn="ctr"/>
            <a:r>
              <a:rPr lang="en-US" sz="3600" b="1" dirty="0">
                <a:solidFill>
                  <a:srgbClr val="44546A"/>
                </a:solidFill>
                <a:latin typeface="Segoe UI"/>
                <a:cs typeface="Segoe UI"/>
              </a:rPr>
              <a:t>Advisory Board Members</a:t>
            </a:r>
          </a:p>
        </p:txBody>
      </p:sp>
      <p:grpSp>
        <p:nvGrpSpPr>
          <p:cNvPr id="19" name="Group 18"/>
          <p:cNvGrpSpPr/>
          <p:nvPr/>
        </p:nvGrpSpPr>
        <p:grpSpPr>
          <a:xfrm>
            <a:off x="620541" y="3758318"/>
            <a:ext cx="2747395" cy="1271473"/>
            <a:chOff x="619517" y="3651823"/>
            <a:chExt cx="2747395" cy="1271473"/>
          </a:xfrm>
        </p:grpSpPr>
        <p:sp>
          <p:nvSpPr>
            <p:cNvPr id="20" name="TextBox 19"/>
            <p:cNvSpPr txBox="1"/>
            <p:nvPr/>
          </p:nvSpPr>
          <p:spPr>
            <a:xfrm>
              <a:off x="619517" y="3651823"/>
              <a:ext cx="2592462" cy="369332"/>
            </a:xfrm>
            <a:prstGeom prst="rect">
              <a:avLst/>
            </a:prstGeom>
            <a:noFill/>
          </p:spPr>
          <p:txBody>
            <a:bodyPr wrap="square" rtlCol="0">
              <a:spAutoFit/>
            </a:bodyPr>
            <a:lstStyle/>
            <a:p>
              <a:pPr algn="ctr"/>
              <a:r>
                <a:rPr lang="en-US" dirty="0">
                  <a:solidFill>
                    <a:schemeClr val="accent1">
                      <a:lumMod val="50000"/>
                    </a:schemeClr>
                  </a:solidFill>
                </a:rPr>
                <a:t>Dr. Bhuvan Unhelkar</a:t>
              </a:r>
              <a:endParaRPr lang="id-ID" b="1" dirty="0">
                <a:solidFill>
                  <a:schemeClr val="accent1">
                    <a:lumMod val="50000"/>
                  </a:schemeClr>
                </a:solidFill>
                <a:latin typeface="+mj-lt"/>
              </a:endParaRPr>
            </a:p>
          </p:txBody>
        </p:sp>
        <p:sp>
          <p:nvSpPr>
            <p:cNvPr id="21" name="Rectangle 20"/>
            <p:cNvSpPr/>
            <p:nvPr/>
          </p:nvSpPr>
          <p:spPr>
            <a:xfrm>
              <a:off x="845222" y="4092299"/>
              <a:ext cx="2521690" cy="830997"/>
            </a:xfrm>
            <a:prstGeom prst="rect">
              <a:avLst/>
            </a:prstGeom>
          </p:spPr>
          <p:txBody>
            <a:bodyPr wrap="square">
              <a:spAutoFit/>
            </a:bodyPr>
            <a:lstStyle/>
            <a:p>
              <a:r>
                <a:rPr lang="en-IN" sz="1200" b="1" dirty="0"/>
                <a:t>Professor of Information Technology; Consultant </a:t>
              </a:r>
            </a:p>
            <a:p>
              <a:pPr>
                <a:buFont typeface="Arial" panose="020B0604020202020204" pitchFamily="34" charset="0"/>
                <a:buChar char="•"/>
              </a:pPr>
              <a:r>
                <a:rPr lang="en-IN" sz="1200" dirty="0"/>
                <a:t>Sarasota, Florida </a:t>
              </a:r>
            </a:p>
            <a:p>
              <a:pPr algn="ctr"/>
              <a:endParaRPr lang="id-ID" sz="1200" dirty="0">
                <a:solidFill>
                  <a:schemeClr val="bg1">
                    <a:lumMod val="65000"/>
                  </a:schemeClr>
                </a:solidFill>
              </a:endParaRPr>
            </a:p>
          </p:txBody>
        </p:sp>
      </p:grpSp>
      <p:grpSp>
        <p:nvGrpSpPr>
          <p:cNvPr id="27" name="Group 26"/>
          <p:cNvGrpSpPr/>
          <p:nvPr/>
        </p:nvGrpSpPr>
        <p:grpSpPr>
          <a:xfrm>
            <a:off x="9096397" y="3760014"/>
            <a:ext cx="2521690" cy="1208581"/>
            <a:chOff x="8620080" y="4388750"/>
            <a:chExt cx="2521690" cy="1208581"/>
          </a:xfrm>
        </p:grpSpPr>
        <p:sp>
          <p:nvSpPr>
            <p:cNvPr id="29" name="TextBox 28"/>
            <p:cNvSpPr txBox="1"/>
            <p:nvPr/>
          </p:nvSpPr>
          <p:spPr>
            <a:xfrm>
              <a:off x="9238763" y="4388750"/>
              <a:ext cx="1721177" cy="369332"/>
            </a:xfrm>
            <a:prstGeom prst="rect">
              <a:avLst/>
            </a:prstGeom>
            <a:noFill/>
          </p:spPr>
          <p:txBody>
            <a:bodyPr wrap="none" rtlCol="0">
              <a:spAutoFit/>
            </a:bodyPr>
            <a:lstStyle/>
            <a:p>
              <a:pPr algn="ctr"/>
              <a:r>
                <a:rPr lang="en-US" dirty="0">
                  <a:solidFill>
                    <a:schemeClr val="accent1">
                      <a:lumMod val="50000"/>
                    </a:schemeClr>
                  </a:solidFill>
                </a:rPr>
                <a:t>Mr. Pratul Shroff</a:t>
              </a:r>
              <a:endParaRPr lang="id-ID" b="1" dirty="0">
                <a:solidFill>
                  <a:schemeClr val="accent1">
                    <a:lumMod val="50000"/>
                  </a:schemeClr>
                </a:solidFill>
                <a:latin typeface="+mj-lt"/>
              </a:endParaRPr>
            </a:p>
          </p:txBody>
        </p:sp>
        <p:sp>
          <p:nvSpPr>
            <p:cNvPr id="30" name="Rectangle 29"/>
            <p:cNvSpPr/>
            <p:nvPr/>
          </p:nvSpPr>
          <p:spPr>
            <a:xfrm>
              <a:off x="8620080" y="4766334"/>
              <a:ext cx="2521690" cy="830997"/>
            </a:xfrm>
            <a:prstGeom prst="rect">
              <a:avLst/>
            </a:prstGeom>
          </p:spPr>
          <p:txBody>
            <a:bodyPr wrap="square">
              <a:spAutoFit/>
            </a:bodyPr>
            <a:lstStyle/>
            <a:p>
              <a:pPr algn="ctr"/>
              <a:r>
                <a:rPr lang="en-IN" sz="1200" b="1" dirty="0"/>
                <a:t>Philanthropist, Thinker &amp; Doer!!</a:t>
              </a:r>
            </a:p>
            <a:p>
              <a:pPr algn="ctr"/>
              <a:r>
                <a:rPr lang="en-US" sz="1200" b="1" dirty="0"/>
                <a:t>Former – Founder of eInfochips</a:t>
              </a:r>
            </a:p>
            <a:p>
              <a:pPr algn="ctr"/>
              <a:r>
                <a:rPr lang="en-US" sz="1200" b="1" dirty="0"/>
                <a:t>Current – Founder for Dr. K. R. Shroff Foundation</a:t>
              </a:r>
              <a:endParaRPr lang="id-ID" sz="1200" b="1" dirty="0"/>
            </a:p>
          </p:txBody>
        </p:sp>
      </p:grpSp>
      <p:grpSp>
        <p:nvGrpSpPr>
          <p:cNvPr id="31" name="Group 30"/>
          <p:cNvGrpSpPr/>
          <p:nvPr/>
        </p:nvGrpSpPr>
        <p:grpSpPr>
          <a:xfrm>
            <a:off x="3459872" y="3758318"/>
            <a:ext cx="2521690" cy="1482374"/>
            <a:chOff x="3461652" y="3763821"/>
            <a:chExt cx="2521690" cy="1482374"/>
          </a:xfrm>
        </p:grpSpPr>
        <p:sp>
          <p:nvSpPr>
            <p:cNvPr id="32" name="TextBox 31"/>
            <p:cNvSpPr txBox="1"/>
            <p:nvPr/>
          </p:nvSpPr>
          <p:spPr>
            <a:xfrm>
              <a:off x="3501117" y="3763821"/>
              <a:ext cx="2421043" cy="369332"/>
            </a:xfrm>
            <a:prstGeom prst="rect">
              <a:avLst/>
            </a:prstGeom>
            <a:noFill/>
          </p:spPr>
          <p:txBody>
            <a:bodyPr wrap="square" rtlCol="0">
              <a:spAutoFit/>
            </a:bodyPr>
            <a:lstStyle/>
            <a:p>
              <a:pPr algn="ctr"/>
              <a:r>
                <a:rPr lang="en-US" dirty="0">
                  <a:solidFill>
                    <a:schemeClr val="accent1">
                      <a:lumMod val="50000"/>
                    </a:schemeClr>
                  </a:solidFill>
                </a:rPr>
                <a:t>Dr. Prabhat Ranjan</a:t>
              </a:r>
              <a:endParaRPr lang="id-ID" b="1" dirty="0">
                <a:solidFill>
                  <a:schemeClr val="accent1">
                    <a:lumMod val="50000"/>
                  </a:schemeClr>
                </a:solidFill>
                <a:latin typeface="+mj-lt"/>
              </a:endParaRPr>
            </a:p>
          </p:txBody>
        </p:sp>
        <p:sp>
          <p:nvSpPr>
            <p:cNvPr id="33" name="Rectangle 32"/>
            <p:cNvSpPr/>
            <p:nvPr/>
          </p:nvSpPr>
          <p:spPr>
            <a:xfrm>
              <a:off x="3461652" y="4230532"/>
              <a:ext cx="2521690" cy="1015663"/>
            </a:xfrm>
            <a:prstGeom prst="rect">
              <a:avLst/>
            </a:prstGeom>
          </p:spPr>
          <p:txBody>
            <a:bodyPr wrap="square">
              <a:spAutoFit/>
            </a:bodyPr>
            <a:lstStyle/>
            <a:p>
              <a:pPr algn="ctr"/>
              <a:r>
                <a:rPr lang="en-IN" sz="1200" b="1" dirty="0"/>
                <a:t>Vice Chancellor at D Y Patil International University, Akurdi, Pune</a:t>
              </a:r>
            </a:p>
            <a:p>
              <a:pPr algn="ctr"/>
              <a:r>
                <a:rPr lang="en-US" sz="1200" b="1" dirty="0"/>
                <a:t>Former – Director, TIFAC</a:t>
              </a:r>
              <a:endParaRPr lang="en-IN" sz="1200" b="1" dirty="0"/>
            </a:p>
            <a:p>
              <a:pPr algn="ctr"/>
              <a:endParaRPr lang="id-ID" sz="1200" dirty="0">
                <a:solidFill>
                  <a:schemeClr val="bg1">
                    <a:lumMod val="65000"/>
                  </a:schemeClr>
                </a:solidFill>
              </a:endParaRPr>
            </a:p>
          </p:txBody>
        </p:sp>
      </p:grpSp>
      <p:cxnSp>
        <p:nvCxnSpPr>
          <p:cNvPr id="39" name="Straight Connector 38"/>
          <p:cNvCxnSpPr/>
          <p:nvPr/>
        </p:nvCxnSpPr>
        <p:spPr>
          <a:xfrm flipV="1">
            <a:off x="778414" y="5047117"/>
            <a:ext cx="1940712" cy="5673"/>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722674" y="5036215"/>
            <a:ext cx="1999645"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9332568" y="5052790"/>
            <a:ext cx="2314106"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pic>
        <p:nvPicPr>
          <p:cNvPr id="8" name="Picture Placeholder 7"/>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066825" y="1857562"/>
            <a:ext cx="1697846" cy="1697847"/>
          </a:xfrm>
        </p:spPr>
      </p:pic>
      <p:pic>
        <p:nvPicPr>
          <p:cNvPr id="13" name="Picture Placeholder 12"/>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3704" b="3704"/>
          <a:stretch>
            <a:fillRect/>
          </a:stretch>
        </p:blipFill>
        <p:spPr>
          <a:xfrm>
            <a:off x="9585793" y="1646148"/>
            <a:ext cx="1697846" cy="1697847"/>
          </a:xfrm>
        </p:spPr>
      </p:pic>
      <p:sp>
        <p:nvSpPr>
          <p:cNvPr id="51" name="Rectangle 50"/>
          <p:cNvSpPr/>
          <p:nvPr/>
        </p:nvSpPr>
        <p:spPr>
          <a:xfrm rot="16200000">
            <a:off x="2669180" y="5463177"/>
            <a:ext cx="757644"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52" name="Rectangle 51"/>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637179" y="5463177"/>
            <a:ext cx="75764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57" name="Group 17"/>
          <p:cNvGrpSpPr/>
          <p:nvPr/>
        </p:nvGrpSpPr>
        <p:grpSpPr>
          <a:xfrm>
            <a:off x="2" y="6736617"/>
            <a:ext cx="12191999" cy="134339"/>
            <a:chOff x="2" y="2110197"/>
            <a:chExt cx="12191999" cy="134339"/>
          </a:xfrm>
        </p:grpSpPr>
        <p:sp>
          <p:nvSpPr>
            <p:cNvPr id="58" name="Rectangle 57"/>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Rectangle 58"/>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0" name="Rectangle 59"/>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1" name="Rectangle 60"/>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2" name="Rectangle 61"/>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3" name="Rectangle 62"/>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71" name="Picture 70" descr="Orena_Logo_Final.png"/>
          <p:cNvPicPr>
            <a:picLocks noChangeAspect="1"/>
          </p:cNvPicPr>
          <p:nvPr/>
        </p:nvPicPr>
        <p:blipFill>
          <a:blip r:embed="rId4" cstate="screen"/>
          <a:stretch>
            <a:fillRect/>
          </a:stretch>
        </p:blipFill>
        <p:spPr>
          <a:xfrm>
            <a:off x="10220582" y="5504261"/>
            <a:ext cx="1932071" cy="1207206"/>
          </a:xfrm>
          <a:prstGeom prst="rect">
            <a:avLst/>
          </a:prstGeom>
        </p:spPr>
      </p:pic>
      <p:pic>
        <p:nvPicPr>
          <p:cNvPr id="11" name="Picture Placeholder 10"/>
          <p:cNvPicPr>
            <a:picLocks noGrp="1" noChangeAspect="1"/>
          </p:cNvPicPr>
          <p:nvPr>
            <p:ph type="pic" sz="quarter" idx="11"/>
          </p:nvPr>
        </p:nvPicPr>
        <p:blipFill>
          <a:blip r:embed="rId5">
            <a:extLst>
              <a:ext uri="{28A0092B-C50C-407E-A947-70E740481C1C}">
                <a14:useLocalDpi xmlns:a14="http://schemas.microsoft.com/office/drawing/2010/main" val="0"/>
              </a:ext>
            </a:extLst>
          </a:blip>
          <a:srcRect l="47" r="47"/>
          <a:stretch>
            <a:fillRect/>
          </a:stretch>
        </p:blipFill>
        <p:spPr>
          <a:xfrm>
            <a:off x="3875830" y="1786724"/>
            <a:ext cx="1697846" cy="1697847"/>
          </a:xfrm>
        </p:spPr>
      </p:pic>
    </p:spTree>
    <p:extLst>
      <p:ext uri="{BB962C8B-B14F-4D97-AF65-F5344CB8AC3E}">
        <p14:creationId xmlns:p14="http://schemas.microsoft.com/office/powerpoint/2010/main" val="35191961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par>
                          <p:cTn id="24" fill="hold">
                            <p:stCondLst>
                              <p:cond delay="2500"/>
                            </p:stCondLst>
                            <p:childTnLst>
                              <p:par>
                                <p:cTn id="25" presetID="42" presetClass="entr" presetSubtype="0"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childTnLst>
                          </p:cTn>
                        </p:par>
                        <p:par>
                          <p:cTn id="30" fill="hold">
                            <p:stCondLst>
                              <p:cond delay="3500"/>
                            </p:stCondLst>
                            <p:childTnLst>
                              <p:par>
                                <p:cTn id="31" presetID="10" presetClass="entr" presetSubtype="0" fill="hold"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childTnLst>
                          </p:cTn>
                        </p:par>
                        <p:par>
                          <p:cTn id="34" fill="hold">
                            <p:stCondLst>
                              <p:cond delay="4000"/>
                            </p:stCondLst>
                            <p:childTnLst>
                              <p:par>
                                <p:cTn id="35" presetID="42" presetClass="entr" presetSubtype="0" fill="hold"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1000"/>
                                        <p:tgtEl>
                                          <p:spTgt spid="27"/>
                                        </p:tgtEl>
                                      </p:cBhvr>
                                    </p:animEffect>
                                    <p:anim calcmode="lin" valueType="num">
                                      <p:cBhvr>
                                        <p:cTn id="38" dur="1000" fill="hold"/>
                                        <p:tgtEl>
                                          <p:spTgt spid="27"/>
                                        </p:tgtEl>
                                        <p:attrNameLst>
                                          <p:attrName>ppt_x</p:attrName>
                                        </p:attrNameLst>
                                      </p:cBhvr>
                                      <p:tavLst>
                                        <p:tav tm="0">
                                          <p:val>
                                            <p:strVal val="#ppt_x"/>
                                          </p:val>
                                        </p:tav>
                                        <p:tav tm="100000">
                                          <p:val>
                                            <p:strVal val="#ppt_x"/>
                                          </p:val>
                                        </p:tav>
                                      </p:tavLst>
                                    </p:anim>
                                    <p:anim calcmode="lin" valueType="num">
                                      <p:cBhvr>
                                        <p:cTn id="39" dur="1000" fill="hold"/>
                                        <p:tgtEl>
                                          <p:spTgt spid="27"/>
                                        </p:tgtEl>
                                        <p:attrNameLst>
                                          <p:attrName>ppt_y</p:attrName>
                                        </p:attrNameLst>
                                      </p:cBhvr>
                                      <p:tavLst>
                                        <p:tav tm="0">
                                          <p:val>
                                            <p:strVal val="#ppt_y+.1"/>
                                          </p:val>
                                        </p:tav>
                                        <p:tav tm="100000">
                                          <p:val>
                                            <p:strVal val="#ppt_y"/>
                                          </p:val>
                                        </p:tav>
                                      </p:tavLst>
                                    </p:anim>
                                  </p:childTnLst>
                                </p:cTn>
                              </p:par>
                            </p:childTnLst>
                          </p:cTn>
                        </p:par>
                        <p:par>
                          <p:cTn id="40" fill="hold">
                            <p:stCondLst>
                              <p:cond delay="5000"/>
                            </p:stCondLst>
                            <p:childTnLst>
                              <p:par>
                                <p:cTn id="41" presetID="10" presetClass="entr" presetSubtype="0" fill="hold" nodeType="after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500"/>
                                        <p:tgtEl>
                                          <p:spTgt spid="57"/>
                                        </p:tgtEl>
                                      </p:cBhvr>
                                    </p:animEffect>
                                  </p:childTnLst>
                                </p:cTn>
                              </p:par>
                            </p:childTnLst>
                          </p:cTn>
                        </p:par>
                        <p:par>
                          <p:cTn id="44" fill="hold">
                            <p:stCondLst>
                              <p:cond delay="5500"/>
                            </p:stCondLst>
                            <p:childTnLst>
                              <p:par>
                                <p:cTn id="45" presetID="42" presetClass="entr" presetSubtype="0" fill="hold" grpId="0" nodeType="after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anim calcmode="lin" valueType="num">
                                      <p:cBhvr>
                                        <p:cTn id="48" dur="500" fill="hold"/>
                                        <p:tgtEl>
                                          <p:spTgt spid="56"/>
                                        </p:tgtEl>
                                        <p:attrNameLst>
                                          <p:attrName>ppt_x</p:attrName>
                                        </p:attrNameLst>
                                      </p:cBhvr>
                                      <p:tavLst>
                                        <p:tav tm="0">
                                          <p:val>
                                            <p:strVal val="#ppt_x"/>
                                          </p:val>
                                        </p:tav>
                                        <p:tav tm="100000">
                                          <p:val>
                                            <p:strVal val="#ppt_x"/>
                                          </p:val>
                                        </p:tav>
                                      </p:tavLst>
                                    </p:anim>
                                    <p:anim calcmode="lin" valueType="num">
                                      <p:cBhvr>
                                        <p:cTn id="49" dur="500" fill="hold"/>
                                        <p:tgtEl>
                                          <p:spTgt spid="56"/>
                                        </p:tgtEl>
                                        <p:attrNameLst>
                                          <p:attrName>ppt_y</p:attrName>
                                        </p:attrNameLst>
                                      </p:cBhvr>
                                      <p:tavLst>
                                        <p:tav tm="0">
                                          <p:val>
                                            <p:strVal val="#ppt_y+.1"/>
                                          </p:val>
                                        </p:tav>
                                        <p:tav tm="100000">
                                          <p:val>
                                            <p:strVal val="#ppt_y"/>
                                          </p:val>
                                        </p:tav>
                                      </p:tavLst>
                                    </p:anim>
                                  </p:childTnLst>
                                </p:cTn>
                              </p:par>
                            </p:childTnLst>
                          </p:cTn>
                        </p:par>
                        <p:par>
                          <p:cTn id="50" fill="hold">
                            <p:stCondLst>
                              <p:cond delay="6000"/>
                            </p:stCondLst>
                            <p:childTnLst>
                              <p:par>
                                <p:cTn id="51" presetID="42" presetClass="entr" presetSubtype="0"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fade">
                                      <p:cBhvr>
                                        <p:cTn id="53" dur="500"/>
                                        <p:tgtEl>
                                          <p:spTgt spid="51"/>
                                        </p:tgtEl>
                                      </p:cBhvr>
                                    </p:animEffect>
                                    <p:anim calcmode="lin" valueType="num">
                                      <p:cBhvr>
                                        <p:cTn id="54" dur="500" fill="hold"/>
                                        <p:tgtEl>
                                          <p:spTgt spid="51"/>
                                        </p:tgtEl>
                                        <p:attrNameLst>
                                          <p:attrName>ppt_x</p:attrName>
                                        </p:attrNameLst>
                                      </p:cBhvr>
                                      <p:tavLst>
                                        <p:tav tm="0">
                                          <p:val>
                                            <p:strVal val="#ppt_x"/>
                                          </p:val>
                                        </p:tav>
                                        <p:tav tm="100000">
                                          <p:val>
                                            <p:strVal val="#ppt_x"/>
                                          </p:val>
                                        </p:tav>
                                      </p:tavLst>
                                    </p:anim>
                                    <p:anim calcmode="lin" valueType="num">
                                      <p:cBhvr>
                                        <p:cTn id="55" dur="500" fill="hold"/>
                                        <p:tgtEl>
                                          <p:spTgt spid="51"/>
                                        </p:tgtEl>
                                        <p:attrNameLst>
                                          <p:attrName>ppt_y</p:attrName>
                                        </p:attrNameLst>
                                      </p:cBhvr>
                                      <p:tavLst>
                                        <p:tav tm="0">
                                          <p:val>
                                            <p:strVal val="#ppt_y+.1"/>
                                          </p:val>
                                        </p:tav>
                                        <p:tav tm="100000">
                                          <p:val>
                                            <p:strVal val="#ppt_y"/>
                                          </p:val>
                                        </p:tav>
                                      </p:tavLst>
                                    </p:anim>
                                  </p:childTnLst>
                                </p:cTn>
                              </p:par>
                            </p:childTnLst>
                          </p:cTn>
                        </p:par>
                        <p:par>
                          <p:cTn id="56" fill="hold">
                            <p:stCondLst>
                              <p:cond delay="6500"/>
                            </p:stCondLst>
                            <p:childTnLst>
                              <p:par>
                                <p:cTn id="57" presetID="42" presetClass="entr" presetSubtype="0" fill="hold" grpId="0" nodeType="after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anim calcmode="lin" valueType="num">
                                      <p:cBhvr>
                                        <p:cTn id="60" dur="500" fill="hold"/>
                                        <p:tgtEl>
                                          <p:spTgt spid="52"/>
                                        </p:tgtEl>
                                        <p:attrNameLst>
                                          <p:attrName>ppt_x</p:attrName>
                                        </p:attrNameLst>
                                      </p:cBhvr>
                                      <p:tavLst>
                                        <p:tav tm="0">
                                          <p:val>
                                            <p:strVal val="#ppt_x"/>
                                          </p:val>
                                        </p:tav>
                                        <p:tav tm="100000">
                                          <p:val>
                                            <p:strVal val="#ppt_x"/>
                                          </p:val>
                                        </p:tav>
                                      </p:tavLst>
                                    </p:anim>
                                    <p:anim calcmode="lin" valueType="num">
                                      <p:cBhvr>
                                        <p:cTn id="61" dur="500" fill="hold"/>
                                        <p:tgtEl>
                                          <p:spTgt spid="52"/>
                                        </p:tgtEl>
                                        <p:attrNameLst>
                                          <p:attrName>ppt_y</p:attrName>
                                        </p:attrNameLst>
                                      </p:cBhvr>
                                      <p:tavLst>
                                        <p:tav tm="0">
                                          <p:val>
                                            <p:strVal val="#ppt_y+.1"/>
                                          </p:val>
                                        </p:tav>
                                        <p:tav tm="100000">
                                          <p:val>
                                            <p:strVal val="#ppt_y"/>
                                          </p:val>
                                        </p:tav>
                                      </p:tavLst>
                                    </p:anim>
                                  </p:childTnLst>
                                </p:cTn>
                              </p:par>
                            </p:childTnLst>
                          </p:cTn>
                        </p:par>
                        <p:par>
                          <p:cTn id="62" fill="hold">
                            <p:stCondLst>
                              <p:cond delay="7000"/>
                            </p:stCondLst>
                            <p:childTnLst>
                              <p:par>
                                <p:cTn id="63" presetID="42" presetClass="entr" presetSubtype="0" fill="hold" grpId="0" nodeType="after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500"/>
                                        <p:tgtEl>
                                          <p:spTgt spid="53"/>
                                        </p:tgtEl>
                                      </p:cBhvr>
                                    </p:animEffect>
                                    <p:anim calcmode="lin" valueType="num">
                                      <p:cBhvr>
                                        <p:cTn id="66" dur="500" fill="hold"/>
                                        <p:tgtEl>
                                          <p:spTgt spid="53"/>
                                        </p:tgtEl>
                                        <p:attrNameLst>
                                          <p:attrName>ppt_x</p:attrName>
                                        </p:attrNameLst>
                                      </p:cBhvr>
                                      <p:tavLst>
                                        <p:tav tm="0">
                                          <p:val>
                                            <p:strVal val="#ppt_x"/>
                                          </p:val>
                                        </p:tav>
                                        <p:tav tm="100000">
                                          <p:val>
                                            <p:strVal val="#ppt_x"/>
                                          </p:val>
                                        </p:tav>
                                      </p:tavLst>
                                    </p:anim>
                                    <p:anim calcmode="lin" valueType="num">
                                      <p:cBhvr>
                                        <p:cTn id="67" dur="500" fill="hold"/>
                                        <p:tgtEl>
                                          <p:spTgt spid="53"/>
                                        </p:tgtEl>
                                        <p:attrNameLst>
                                          <p:attrName>ppt_y</p:attrName>
                                        </p:attrNameLst>
                                      </p:cBhvr>
                                      <p:tavLst>
                                        <p:tav tm="0">
                                          <p:val>
                                            <p:strVal val="#ppt_y+.1"/>
                                          </p:val>
                                        </p:tav>
                                        <p:tav tm="100000">
                                          <p:val>
                                            <p:strVal val="#ppt_y"/>
                                          </p:val>
                                        </p:tav>
                                      </p:tavLst>
                                    </p:anim>
                                  </p:childTnLst>
                                </p:cTn>
                              </p:par>
                            </p:childTnLst>
                          </p:cTn>
                        </p:par>
                        <p:par>
                          <p:cTn id="68" fill="hold">
                            <p:stCondLst>
                              <p:cond delay="7500"/>
                            </p:stCondLst>
                            <p:childTnLst>
                              <p:par>
                                <p:cTn id="69" presetID="42" presetClass="entr" presetSubtype="0" fill="hold" grpId="0" nodeType="afterEffect">
                                  <p:stCondLst>
                                    <p:cond delay="0"/>
                                  </p:stCondLst>
                                  <p:childTnLst>
                                    <p:set>
                                      <p:cBhvr>
                                        <p:cTn id="70" dur="1" fill="hold">
                                          <p:stCondLst>
                                            <p:cond delay="0"/>
                                          </p:stCondLst>
                                        </p:cTn>
                                        <p:tgtEl>
                                          <p:spTgt spid="54"/>
                                        </p:tgtEl>
                                        <p:attrNameLst>
                                          <p:attrName>style.visibility</p:attrName>
                                        </p:attrNameLst>
                                      </p:cBhvr>
                                      <p:to>
                                        <p:strVal val="visible"/>
                                      </p:to>
                                    </p:set>
                                    <p:animEffect transition="in" filter="fade">
                                      <p:cBhvr>
                                        <p:cTn id="71" dur="500"/>
                                        <p:tgtEl>
                                          <p:spTgt spid="54"/>
                                        </p:tgtEl>
                                      </p:cBhvr>
                                    </p:animEffect>
                                    <p:anim calcmode="lin" valueType="num">
                                      <p:cBhvr>
                                        <p:cTn id="72" dur="500" fill="hold"/>
                                        <p:tgtEl>
                                          <p:spTgt spid="54"/>
                                        </p:tgtEl>
                                        <p:attrNameLst>
                                          <p:attrName>ppt_x</p:attrName>
                                        </p:attrNameLst>
                                      </p:cBhvr>
                                      <p:tavLst>
                                        <p:tav tm="0">
                                          <p:val>
                                            <p:strVal val="#ppt_x"/>
                                          </p:val>
                                        </p:tav>
                                        <p:tav tm="100000">
                                          <p:val>
                                            <p:strVal val="#ppt_x"/>
                                          </p:val>
                                        </p:tav>
                                      </p:tavLst>
                                    </p:anim>
                                    <p:anim calcmode="lin" valueType="num">
                                      <p:cBhvr>
                                        <p:cTn id="73" dur="5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1" grpId="0" animBg="1"/>
      <p:bldP spid="52" grpId="0" animBg="1"/>
      <p:bldP spid="53" grpId="0" animBg="1"/>
      <p:bldP spid="54" grpId="0" animBg="1"/>
      <p:bldP spid="5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724052" y="1724052"/>
            <a:ext cx="6431616" cy="2983514"/>
            <a:chOff x="0" y="0"/>
            <a:chExt cx="544777" cy="197496"/>
          </a:xfrm>
        </p:grpSpPr>
        <p:sp>
          <p:nvSpPr>
            <p:cNvPr id="3" name="Freeform 3"/>
            <p:cNvSpPr/>
            <p:nvPr/>
          </p:nvSpPr>
          <p:spPr>
            <a:xfrm>
              <a:off x="22775" y="0"/>
              <a:ext cx="499227" cy="197496"/>
            </a:xfrm>
            <a:custGeom>
              <a:avLst/>
              <a:gdLst/>
              <a:ahLst/>
              <a:cxnLst/>
              <a:rect l="l" t="t" r="r" b="b"/>
              <a:pathLst>
                <a:path w="499227" h="197496">
                  <a:moveTo>
                    <a:pt x="220967" y="0"/>
                  </a:moveTo>
                  <a:lnTo>
                    <a:pt x="481460" y="0"/>
                  </a:lnTo>
                  <a:cubicBezTo>
                    <a:pt x="488158" y="0"/>
                    <a:pt x="494188" y="4060"/>
                    <a:pt x="496707" y="10267"/>
                  </a:cubicBezTo>
                  <a:cubicBezTo>
                    <a:pt x="499227" y="16474"/>
                    <a:pt x="497732" y="23588"/>
                    <a:pt x="492929" y="28257"/>
                  </a:cubicBezTo>
                  <a:lnTo>
                    <a:pt x="347874" y="169240"/>
                  </a:lnTo>
                  <a:cubicBezTo>
                    <a:pt x="329231" y="187359"/>
                    <a:pt x="304258" y="197496"/>
                    <a:pt x="278260" y="197496"/>
                  </a:cubicBezTo>
                  <a:lnTo>
                    <a:pt x="17767" y="197496"/>
                  </a:lnTo>
                  <a:cubicBezTo>
                    <a:pt x="11068" y="197496"/>
                    <a:pt x="5038" y="193436"/>
                    <a:pt x="2519" y="187229"/>
                  </a:cubicBezTo>
                  <a:cubicBezTo>
                    <a:pt x="0" y="181023"/>
                    <a:pt x="1494" y="173908"/>
                    <a:pt x="6298" y="169240"/>
                  </a:cubicBezTo>
                  <a:lnTo>
                    <a:pt x="151352" y="28257"/>
                  </a:lnTo>
                  <a:cubicBezTo>
                    <a:pt x="169996" y="10137"/>
                    <a:pt x="194969" y="0"/>
                    <a:pt x="220967" y="0"/>
                  </a:cubicBezTo>
                  <a:close/>
                </a:path>
              </a:pathLst>
            </a:custGeom>
            <a:gradFill rotWithShape="1">
              <a:gsLst>
                <a:gs pos="0">
                  <a:srgbClr val="A06841">
                    <a:alpha val="100000"/>
                  </a:srgbClr>
                </a:gs>
                <a:gs pos="100000">
                  <a:srgbClr val="FFC0AE">
                    <a:alpha val="100000"/>
                  </a:srgbClr>
                </a:gs>
              </a:gsLst>
              <a:path path="circle">
                <a:fillToRect r="100000" b="100000"/>
              </a:path>
              <a:tileRect l="-100000" t="-100000"/>
            </a:gradFill>
          </p:spPr>
        </p:sp>
        <p:sp>
          <p:nvSpPr>
            <p:cNvPr id="4" name="TextBox 4"/>
            <p:cNvSpPr txBox="1"/>
            <p:nvPr/>
          </p:nvSpPr>
          <p:spPr>
            <a:xfrm>
              <a:off x="101600" y="-57150"/>
              <a:ext cx="341577" cy="25464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5" name="Group 5"/>
          <p:cNvGrpSpPr/>
          <p:nvPr/>
        </p:nvGrpSpPr>
        <p:grpSpPr>
          <a:xfrm rot="-5400000">
            <a:off x="1398830" y="3787322"/>
            <a:ext cx="3774319" cy="3433837"/>
            <a:chOff x="0" y="0"/>
            <a:chExt cx="699288" cy="368513"/>
          </a:xfrm>
        </p:grpSpPr>
        <p:sp>
          <p:nvSpPr>
            <p:cNvPr id="6" name="Freeform 6"/>
            <p:cNvSpPr/>
            <p:nvPr/>
          </p:nvSpPr>
          <p:spPr>
            <a:xfrm>
              <a:off x="25113" y="0"/>
              <a:ext cx="649062" cy="368513"/>
            </a:xfrm>
            <a:custGeom>
              <a:avLst/>
              <a:gdLst/>
              <a:ahLst/>
              <a:cxnLst/>
              <a:rect l="l" t="t" r="r" b="b"/>
              <a:pathLst>
                <a:path w="649062" h="368513">
                  <a:moveTo>
                    <a:pt x="243830" y="0"/>
                  </a:moveTo>
                  <a:lnTo>
                    <a:pt x="608432" y="0"/>
                  </a:lnTo>
                  <a:cubicBezTo>
                    <a:pt x="622166" y="0"/>
                    <a:pt x="634878" y="7256"/>
                    <a:pt x="641862" y="19082"/>
                  </a:cubicBezTo>
                  <a:cubicBezTo>
                    <a:pt x="648846" y="30908"/>
                    <a:pt x="649062" y="45544"/>
                    <a:pt x="642430" y="57571"/>
                  </a:cubicBezTo>
                  <a:lnTo>
                    <a:pt x="502720" y="310942"/>
                  </a:lnTo>
                  <a:cubicBezTo>
                    <a:pt x="483137" y="346458"/>
                    <a:pt x="445789" y="368513"/>
                    <a:pt x="405232" y="368513"/>
                  </a:cubicBezTo>
                  <a:lnTo>
                    <a:pt x="40630" y="368513"/>
                  </a:lnTo>
                  <a:cubicBezTo>
                    <a:pt x="26896" y="368513"/>
                    <a:pt x="14184" y="361257"/>
                    <a:pt x="7200" y="349431"/>
                  </a:cubicBezTo>
                  <a:cubicBezTo>
                    <a:pt x="216" y="337605"/>
                    <a:pt x="0" y="322969"/>
                    <a:pt x="6632" y="310942"/>
                  </a:cubicBezTo>
                  <a:lnTo>
                    <a:pt x="146342" y="57571"/>
                  </a:lnTo>
                  <a:cubicBezTo>
                    <a:pt x="165925" y="22056"/>
                    <a:pt x="203274" y="0"/>
                    <a:pt x="243830" y="0"/>
                  </a:cubicBezTo>
                  <a:close/>
                </a:path>
              </a:pathLst>
            </a:custGeom>
            <a:gradFill rotWithShape="1">
              <a:gsLst>
                <a:gs pos="0">
                  <a:srgbClr val="DF4332">
                    <a:alpha val="100000"/>
                  </a:srgbClr>
                </a:gs>
                <a:gs pos="100000">
                  <a:srgbClr val="FFFFFF">
                    <a:alpha val="100000"/>
                  </a:srgbClr>
                </a:gs>
              </a:gsLst>
              <a:lin ang="5400000"/>
            </a:gradFill>
          </p:spPr>
        </p:sp>
        <p:sp>
          <p:nvSpPr>
            <p:cNvPr id="7" name="TextBox 7"/>
            <p:cNvSpPr txBox="1"/>
            <p:nvPr/>
          </p:nvSpPr>
          <p:spPr>
            <a:xfrm>
              <a:off x="101600" y="-57150"/>
              <a:ext cx="496088" cy="425663"/>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8" name="Group 8"/>
          <p:cNvGrpSpPr/>
          <p:nvPr/>
        </p:nvGrpSpPr>
        <p:grpSpPr>
          <a:xfrm>
            <a:off x="645746" y="685800"/>
            <a:ext cx="3903997" cy="5486400"/>
            <a:chOff x="0" y="0"/>
            <a:chExt cx="27842731" cy="39128192"/>
          </a:xfrm>
        </p:grpSpPr>
        <p:sp>
          <p:nvSpPr>
            <p:cNvPr id="9" name="Freeform 9"/>
            <p:cNvSpPr/>
            <p:nvPr/>
          </p:nvSpPr>
          <p:spPr>
            <a:xfrm>
              <a:off x="0" y="0"/>
              <a:ext cx="27842846" cy="39128195"/>
            </a:xfrm>
            <a:custGeom>
              <a:avLst/>
              <a:gdLst/>
              <a:ahLst/>
              <a:cxnLst/>
              <a:rect l="l" t="t" r="r" b="b"/>
              <a:pathLst>
                <a:path w="27842846" h="39128195">
                  <a:moveTo>
                    <a:pt x="6711061" y="0"/>
                  </a:moveTo>
                  <a:cubicBezTo>
                    <a:pt x="3007741" y="16764"/>
                    <a:pt x="0" y="3034792"/>
                    <a:pt x="0" y="6742049"/>
                  </a:cubicBezTo>
                  <a:lnTo>
                    <a:pt x="0" y="32386017"/>
                  </a:lnTo>
                  <a:cubicBezTo>
                    <a:pt x="0" y="36103688"/>
                    <a:pt x="3024505" y="39128195"/>
                    <a:pt x="6742176" y="39128195"/>
                  </a:cubicBezTo>
                  <a:lnTo>
                    <a:pt x="21100669" y="39128195"/>
                  </a:lnTo>
                  <a:cubicBezTo>
                    <a:pt x="24818339" y="39128195"/>
                    <a:pt x="27842846" y="36103688"/>
                    <a:pt x="27842846" y="32386017"/>
                  </a:cubicBezTo>
                  <a:lnTo>
                    <a:pt x="27842846" y="6742049"/>
                  </a:lnTo>
                  <a:cubicBezTo>
                    <a:pt x="27842846" y="3034792"/>
                    <a:pt x="24835104" y="16764"/>
                    <a:pt x="21131785" y="0"/>
                  </a:cubicBezTo>
                  <a:close/>
                </a:path>
              </a:pathLst>
            </a:custGeom>
            <a:solidFill>
              <a:srgbClr val="FFFFFF"/>
            </a:solidFill>
            <a:ln w="12700">
              <a:solidFill>
                <a:srgbClr val="000000"/>
              </a:solidFill>
            </a:ln>
          </p:spPr>
        </p:sp>
      </p:grpSp>
      <p:grpSp>
        <p:nvGrpSpPr>
          <p:cNvPr id="10" name="Group 10"/>
          <p:cNvGrpSpPr/>
          <p:nvPr/>
        </p:nvGrpSpPr>
        <p:grpSpPr>
          <a:xfrm>
            <a:off x="569030" y="285854"/>
            <a:ext cx="3692168" cy="5274526"/>
            <a:chOff x="0" y="0"/>
            <a:chExt cx="4445000" cy="6350000"/>
          </a:xfrm>
        </p:grpSpPr>
        <p:sp>
          <p:nvSpPr>
            <p:cNvPr id="11" name="Freeform 11"/>
            <p:cNvSpPr/>
            <p:nvPr/>
          </p:nvSpPr>
          <p:spPr>
            <a:xfrm>
              <a:off x="0" y="0"/>
              <a:ext cx="4445000" cy="6350000"/>
            </a:xfrm>
            <a:custGeom>
              <a:avLst/>
              <a:gdLst/>
              <a:ahLst/>
              <a:cxnLst/>
              <a:rect l="l" t="t" r="r" b="b"/>
              <a:pathLst>
                <a:path w="4445000" h="6350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a:blip r:embed="rId2"/>
              <a:stretch>
                <a:fillRect l="-69204" t="-25280" r="-183886" b="-13749"/>
              </a:stretch>
            </a:blipFill>
          </p:spPr>
        </p:sp>
      </p:grpSp>
      <p:sp>
        <p:nvSpPr>
          <p:cNvPr id="12" name="Freeform 12"/>
          <p:cNvSpPr/>
          <p:nvPr/>
        </p:nvSpPr>
        <p:spPr>
          <a:xfrm>
            <a:off x="10884741" y="113228"/>
            <a:ext cx="516312" cy="525909"/>
          </a:xfrm>
          <a:custGeom>
            <a:avLst/>
            <a:gdLst/>
            <a:ahLst/>
            <a:cxnLst/>
            <a:rect l="l" t="t" r="r" b="b"/>
            <a:pathLst>
              <a:path w="774468" h="788864">
                <a:moveTo>
                  <a:pt x="0" y="0"/>
                </a:moveTo>
                <a:lnTo>
                  <a:pt x="774468" y="0"/>
                </a:lnTo>
                <a:lnTo>
                  <a:pt x="774468" y="788864"/>
                </a:lnTo>
                <a:lnTo>
                  <a:pt x="0" y="788864"/>
                </a:lnTo>
                <a:lnTo>
                  <a:pt x="0" y="0"/>
                </a:lnTo>
                <a:close/>
              </a:path>
            </a:pathLst>
          </a:custGeom>
          <a:blipFill>
            <a:blip r:embed="rId3">
              <a:extLst>
                <a:ext uri="{96DAC541-7B7A-43D3-8B79-37D633B846F1}">
                  <asvg:svgBlip xmlns:asvg="http://schemas.microsoft.com/office/drawing/2016/SVG/main" r:embed="rId4"/>
                </a:ext>
              </a:extLst>
            </a:blip>
            <a:stretch>
              <a:fillRect t="-223570" r="-227113"/>
            </a:stretch>
          </a:blipFill>
        </p:spPr>
      </p:sp>
      <p:sp>
        <p:nvSpPr>
          <p:cNvPr id="13" name="TextBox 13"/>
          <p:cNvSpPr txBox="1"/>
          <p:nvPr/>
        </p:nvSpPr>
        <p:spPr>
          <a:xfrm>
            <a:off x="5002908" y="940972"/>
            <a:ext cx="6819485" cy="2526974"/>
          </a:xfrm>
          <a:prstGeom prst="rect">
            <a:avLst/>
          </a:prstGeom>
        </p:spPr>
        <p:txBody>
          <a:bodyPr lIns="0" tIns="0" rIns="0" bIns="0" rtlCol="0" anchor="t">
            <a:spAutoFit/>
          </a:bodyPr>
          <a:lstStyle/>
          <a:p>
            <a:pPr marL="273494" lvl="1" indent="-136747" algn="just" defTabSz="609630">
              <a:lnSpc>
                <a:spcPts val="1773"/>
              </a:lnSpc>
              <a:buFont typeface="Arial"/>
              <a:buChar char="•"/>
            </a:pPr>
            <a:r>
              <a:rPr lang="en-US" sz="1267" dirty="0">
                <a:solidFill>
                  <a:srgbClr val="000000"/>
                </a:solidFill>
                <a:latin typeface="Poppins"/>
                <a:ea typeface="Poppins"/>
                <a:cs typeface="Poppins"/>
                <a:sym typeface="Poppins"/>
              </a:rPr>
              <a:t>XCEL Solutions Corp is a </a:t>
            </a:r>
            <a:r>
              <a:rPr lang="en-US" sz="1267" b="1" dirty="0">
                <a:solidFill>
                  <a:srgbClr val="000000"/>
                </a:solidFill>
                <a:latin typeface="Poppins Bold"/>
                <a:ea typeface="Poppins Bold"/>
                <a:cs typeface="Poppins Bold"/>
                <a:sym typeface="Poppins Bold"/>
              </a:rPr>
              <a:t>Global Enterprise Solution Provider, </a:t>
            </a:r>
            <a:r>
              <a:rPr lang="en-US" sz="1267" dirty="0">
                <a:solidFill>
                  <a:srgbClr val="000000"/>
                </a:solidFill>
                <a:latin typeface="Poppins"/>
                <a:ea typeface="Poppins"/>
                <a:cs typeface="Poppins"/>
                <a:sym typeface="Poppins"/>
              </a:rPr>
              <a:t>a leader in</a:t>
            </a:r>
            <a:r>
              <a:rPr lang="en-US" sz="1267" b="1" dirty="0">
                <a:solidFill>
                  <a:srgbClr val="000000"/>
                </a:solidFill>
                <a:latin typeface="Poppins Bold"/>
                <a:ea typeface="Poppins Bold"/>
                <a:cs typeface="Poppins Bold"/>
                <a:sym typeface="Poppins Bold"/>
              </a:rPr>
              <a:t> Digital Transformation </a:t>
            </a:r>
            <a:r>
              <a:rPr lang="en-US" sz="1267" dirty="0">
                <a:solidFill>
                  <a:srgbClr val="000000"/>
                </a:solidFill>
                <a:latin typeface="Poppins"/>
                <a:ea typeface="Poppins"/>
                <a:cs typeface="Poppins"/>
                <a:sym typeface="Poppins"/>
              </a:rPr>
              <a:t>and </a:t>
            </a:r>
            <a:r>
              <a:rPr lang="en-US" sz="1267" b="1" dirty="0">
                <a:solidFill>
                  <a:srgbClr val="000000"/>
                </a:solidFill>
                <a:latin typeface="Poppins Bold"/>
                <a:ea typeface="Poppins Bold"/>
                <a:cs typeface="Poppins Bold"/>
                <a:sym typeface="Poppins Bold"/>
              </a:rPr>
              <a:t>Product Development Company</a:t>
            </a:r>
            <a:r>
              <a:rPr lang="en-US" sz="1267" dirty="0">
                <a:solidFill>
                  <a:srgbClr val="000000"/>
                </a:solidFill>
                <a:latin typeface="Poppins"/>
                <a:ea typeface="Poppins"/>
                <a:cs typeface="Poppins"/>
                <a:sym typeface="Poppins"/>
              </a:rPr>
              <a:t> with a proven track record servicing Fortune 500 and 1000 and other companies worldwide.</a:t>
            </a:r>
          </a:p>
          <a:p>
            <a:pPr algn="just" defTabSz="609630">
              <a:lnSpc>
                <a:spcPts val="933"/>
              </a:lnSpc>
            </a:pPr>
            <a:endParaRPr lang="en-US" sz="1267" dirty="0">
              <a:solidFill>
                <a:srgbClr val="000000"/>
              </a:solidFill>
              <a:latin typeface="Poppins"/>
              <a:ea typeface="Poppins"/>
              <a:cs typeface="Poppins"/>
              <a:sym typeface="Poppins"/>
            </a:endParaRPr>
          </a:p>
          <a:p>
            <a:pPr marL="273494" lvl="1" indent="-136747" algn="just" defTabSz="609630">
              <a:lnSpc>
                <a:spcPts val="1773"/>
              </a:lnSpc>
              <a:buFont typeface="Arial"/>
              <a:buChar char="•"/>
            </a:pPr>
            <a:r>
              <a:rPr lang="en-US" sz="1267" dirty="0">
                <a:solidFill>
                  <a:srgbClr val="000000"/>
                </a:solidFill>
                <a:latin typeface="Poppins"/>
                <a:ea typeface="Poppins"/>
                <a:cs typeface="Poppins"/>
                <a:sym typeface="Poppins"/>
              </a:rPr>
              <a:t>Global Operation </a:t>
            </a:r>
            <a:r>
              <a:rPr lang="en-US" sz="1267" dirty="0" err="1">
                <a:solidFill>
                  <a:srgbClr val="000000"/>
                </a:solidFill>
                <a:latin typeface="Poppins"/>
                <a:ea typeface="Poppins"/>
                <a:cs typeface="Poppins"/>
                <a:sym typeface="Poppins"/>
              </a:rPr>
              <a:t>Centres</a:t>
            </a:r>
            <a:r>
              <a:rPr lang="en-US" sz="1267" dirty="0">
                <a:solidFill>
                  <a:srgbClr val="000000"/>
                </a:solidFill>
                <a:latin typeface="Poppins"/>
                <a:ea typeface="Poppins"/>
                <a:cs typeface="Poppins"/>
                <a:sym typeface="Poppins"/>
              </a:rPr>
              <a:t> / Offices catering to clients worldwide - New Jersey, Mexico, Philippines, India.</a:t>
            </a:r>
          </a:p>
          <a:p>
            <a:pPr algn="just" defTabSz="609630">
              <a:lnSpc>
                <a:spcPts val="933"/>
              </a:lnSpc>
            </a:pPr>
            <a:endParaRPr lang="en-US" sz="1267" dirty="0">
              <a:solidFill>
                <a:srgbClr val="000000"/>
              </a:solidFill>
              <a:latin typeface="Poppins"/>
              <a:ea typeface="Poppins"/>
              <a:cs typeface="Poppins"/>
              <a:sym typeface="Poppins"/>
            </a:endParaRPr>
          </a:p>
          <a:p>
            <a:pPr marL="273494" lvl="1" indent="-136747" algn="just" defTabSz="609630">
              <a:lnSpc>
                <a:spcPts val="1773"/>
              </a:lnSpc>
              <a:buFont typeface="Arial"/>
              <a:buChar char="•"/>
            </a:pPr>
            <a:r>
              <a:rPr lang="en-US" sz="1267" dirty="0">
                <a:solidFill>
                  <a:srgbClr val="000000"/>
                </a:solidFill>
                <a:latin typeface="Poppins"/>
                <a:ea typeface="Poppins"/>
                <a:cs typeface="Poppins"/>
                <a:sym typeface="Poppins"/>
              </a:rPr>
              <a:t>Over 20+ years of industry experience expanding to over 20 different industry segments.</a:t>
            </a:r>
          </a:p>
          <a:p>
            <a:pPr algn="just" defTabSz="609630">
              <a:lnSpc>
                <a:spcPts val="933"/>
              </a:lnSpc>
            </a:pPr>
            <a:endParaRPr lang="en-US" sz="1267" dirty="0">
              <a:solidFill>
                <a:srgbClr val="000000"/>
              </a:solidFill>
              <a:latin typeface="Poppins"/>
              <a:ea typeface="Poppins"/>
              <a:cs typeface="Poppins"/>
              <a:sym typeface="Poppins"/>
            </a:endParaRPr>
          </a:p>
          <a:p>
            <a:pPr marL="273494" lvl="1" indent="-136747" algn="just" defTabSz="609630">
              <a:lnSpc>
                <a:spcPts val="1773"/>
              </a:lnSpc>
              <a:buFont typeface="Arial"/>
              <a:buChar char="•"/>
            </a:pPr>
            <a:r>
              <a:rPr lang="en-US" sz="1267" dirty="0">
                <a:solidFill>
                  <a:srgbClr val="000000"/>
                </a:solidFill>
                <a:latin typeface="Poppins"/>
                <a:ea typeface="Poppins"/>
                <a:cs typeface="Poppins"/>
                <a:sym typeface="Poppins"/>
              </a:rPr>
              <a:t>One of the fastest growing companies in the USA (awarded 3 consecutive years).</a:t>
            </a:r>
          </a:p>
          <a:p>
            <a:pPr algn="just" defTabSz="609630">
              <a:lnSpc>
                <a:spcPts val="933"/>
              </a:lnSpc>
            </a:pPr>
            <a:endParaRPr lang="en-US" sz="1267" dirty="0">
              <a:solidFill>
                <a:srgbClr val="000000"/>
              </a:solidFill>
              <a:latin typeface="Poppins"/>
              <a:ea typeface="Poppins"/>
              <a:cs typeface="Poppins"/>
              <a:sym typeface="Poppins"/>
            </a:endParaRPr>
          </a:p>
          <a:p>
            <a:pPr marL="273494" lvl="1" indent="-136747" algn="just" defTabSz="609630">
              <a:lnSpc>
                <a:spcPts val="1773"/>
              </a:lnSpc>
              <a:buFont typeface="Arial"/>
              <a:buChar char="•"/>
            </a:pPr>
            <a:r>
              <a:rPr lang="en-US" sz="1267" dirty="0">
                <a:solidFill>
                  <a:srgbClr val="000000"/>
                </a:solidFill>
                <a:latin typeface="Poppins"/>
                <a:ea typeface="Poppins"/>
                <a:cs typeface="Poppins"/>
                <a:sym typeface="Poppins"/>
              </a:rPr>
              <a:t>XCEL Corp, Technology Partner for IBM, Oracle, SAP, Microsoft, Qlik, AWS, etc.</a:t>
            </a:r>
          </a:p>
        </p:txBody>
      </p:sp>
      <p:sp>
        <p:nvSpPr>
          <p:cNvPr id="14" name="TextBox 14"/>
          <p:cNvSpPr txBox="1"/>
          <p:nvPr/>
        </p:nvSpPr>
        <p:spPr>
          <a:xfrm>
            <a:off x="5134649" y="285854"/>
            <a:ext cx="2811888" cy="948978"/>
          </a:xfrm>
          <a:prstGeom prst="rect">
            <a:avLst/>
          </a:prstGeom>
        </p:spPr>
        <p:txBody>
          <a:bodyPr lIns="0" tIns="0" rIns="0" bIns="0" rtlCol="0" anchor="t">
            <a:spAutoFit/>
          </a:bodyPr>
          <a:lstStyle/>
          <a:p>
            <a:pPr algn="r" defTabSz="609630">
              <a:lnSpc>
                <a:spcPts val="3667"/>
              </a:lnSpc>
            </a:pPr>
            <a:r>
              <a:rPr lang="en-US" sz="3334" b="1">
                <a:solidFill>
                  <a:srgbClr val="20428B"/>
                </a:solidFill>
                <a:latin typeface="Poppins Bold"/>
                <a:ea typeface="Poppins Bold"/>
                <a:cs typeface="Poppins Bold"/>
                <a:sym typeface="Poppins Bold"/>
              </a:rPr>
              <a:t>WHO WE ARE</a:t>
            </a:r>
          </a:p>
        </p:txBody>
      </p:sp>
      <p:sp>
        <p:nvSpPr>
          <p:cNvPr id="15" name="TextBox 15"/>
          <p:cNvSpPr txBox="1"/>
          <p:nvPr/>
        </p:nvSpPr>
        <p:spPr>
          <a:xfrm>
            <a:off x="5115599" y="3767850"/>
            <a:ext cx="3085567" cy="948978"/>
          </a:xfrm>
          <a:prstGeom prst="rect">
            <a:avLst/>
          </a:prstGeom>
        </p:spPr>
        <p:txBody>
          <a:bodyPr lIns="0" tIns="0" rIns="0" bIns="0" rtlCol="0" anchor="t">
            <a:spAutoFit/>
          </a:bodyPr>
          <a:lstStyle/>
          <a:p>
            <a:pPr algn="r" defTabSz="609630">
              <a:lnSpc>
                <a:spcPts val="3667"/>
              </a:lnSpc>
            </a:pPr>
            <a:r>
              <a:rPr lang="en-US" sz="3334" b="1">
                <a:solidFill>
                  <a:srgbClr val="20428B"/>
                </a:solidFill>
                <a:latin typeface="Poppins Bold"/>
                <a:ea typeface="Poppins Bold"/>
                <a:cs typeface="Poppins Bold"/>
                <a:sym typeface="Poppins Bold"/>
              </a:rPr>
              <a:t>OUR SERVICES</a:t>
            </a:r>
          </a:p>
        </p:txBody>
      </p:sp>
      <p:sp>
        <p:nvSpPr>
          <p:cNvPr id="16" name="TextBox 16"/>
          <p:cNvSpPr txBox="1"/>
          <p:nvPr/>
        </p:nvSpPr>
        <p:spPr>
          <a:xfrm>
            <a:off x="5121949" y="4470584"/>
            <a:ext cx="6285455" cy="2167901"/>
          </a:xfrm>
          <a:prstGeom prst="rect">
            <a:avLst/>
          </a:prstGeom>
        </p:spPr>
        <p:txBody>
          <a:bodyPr lIns="0" tIns="0" rIns="0" bIns="0" rtlCol="0" anchor="t">
            <a:spAutoFit/>
          </a:bodyPr>
          <a:lstStyle/>
          <a:p>
            <a:pPr algn="just" defTabSz="609630">
              <a:lnSpc>
                <a:spcPts val="1773"/>
              </a:lnSpc>
            </a:pPr>
            <a:r>
              <a:rPr lang="en-US" sz="1267">
                <a:solidFill>
                  <a:srgbClr val="000000"/>
                </a:solidFill>
                <a:latin typeface="Poppins"/>
                <a:ea typeface="Poppins"/>
                <a:cs typeface="Poppins"/>
                <a:sym typeface="Poppins"/>
              </a:rPr>
              <a:t>1. Software Research &amp; Development (SAMKU Software Research Lab)</a:t>
            </a:r>
          </a:p>
          <a:p>
            <a:pPr algn="just" defTabSz="609630">
              <a:lnSpc>
                <a:spcPts val="653"/>
              </a:lnSpc>
            </a:pPr>
            <a:endParaRPr lang="en-US" sz="1267">
              <a:solidFill>
                <a:srgbClr val="000000"/>
              </a:solidFill>
              <a:latin typeface="Poppins"/>
              <a:ea typeface="Poppins"/>
              <a:cs typeface="Poppins"/>
              <a:sym typeface="Poppins"/>
            </a:endParaRPr>
          </a:p>
          <a:p>
            <a:pPr algn="just" defTabSz="609630">
              <a:lnSpc>
                <a:spcPts val="1773"/>
              </a:lnSpc>
            </a:pPr>
            <a:r>
              <a:rPr lang="en-US" sz="1267">
                <a:solidFill>
                  <a:srgbClr val="000000"/>
                </a:solidFill>
                <a:latin typeface="Poppins"/>
                <a:ea typeface="Poppins"/>
                <a:cs typeface="Poppins"/>
                <a:sym typeface="Poppins"/>
              </a:rPr>
              <a:t>2. Strategic Talent Acquisition (Niche Skills)</a:t>
            </a:r>
          </a:p>
          <a:p>
            <a:pPr algn="just" defTabSz="609630">
              <a:lnSpc>
                <a:spcPts val="933"/>
              </a:lnSpc>
            </a:pPr>
            <a:endParaRPr lang="en-US" sz="1267">
              <a:solidFill>
                <a:srgbClr val="000000"/>
              </a:solidFill>
              <a:latin typeface="Poppins"/>
              <a:ea typeface="Poppins"/>
              <a:cs typeface="Poppins"/>
              <a:sym typeface="Poppins"/>
            </a:endParaRPr>
          </a:p>
          <a:p>
            <a:pPr algn="just" defTabSz="609630">
              <a:lnSpc>
                <a:spcPts val="1773"/>
              </a:lnSpc>
            </a:pPr>
            <a:r>
              <a:rPr lang="en-US" sz="1267">
                <a:solidFill>
                  <a:srgbClr val="000000"/>
                </a:solidFill>
                <a:latin typeface="Poppins"/>
                <a:ea typeface="Poppins"/>
                <a:cs typeface="Poppins"/>
                <a:sym typeface="Poppins"/>
              </a:rPr>
              <a:t>3. Educational and University Research Activities / Training &amp; Development </a:t>
            </a:r>
          </a:p>
          <a:p>
            <a:pPr algn="just" defTabSz="609630">
              <a:lnSpc>
                <a:spcPts val="653"/>
              </a:lnSpc>
            </a:pPr>
            <a:endParaRPr lang="en-US" sz="1267">
              <a:solidFill>
                <a:srgbClr val="000000"/>
              </a:solidFill>
              <a:latin typeface="Poppins"/>
              <a:ea typeface="Poppins"/>
              <a:cs typeface="Poppins"/>
              <a:sym typeface="Poppins"/>
            </a:endParaRPr>
          </a:p>
          <a:p>
            <a:pPr algn="just" defTabSz="609630">
              <a:lnSpc>
                <a:spcPts val="1773"/>
              </a:lnSpc>
            </a:pPr>
            <a:r>
              <a:rPr lang="en-US" sz="1267">
                <a:solidFill>
                  <a:srgbClr val="000000"/>
                </a:solidFill>
                <a:latin typeface="Poppins"/>
                <a:ea typeface="Poppins"/>
                <a:cs typeface="Poppins"/>
                <a:sym typeface="Poppins"/>
              </a:rPr>
              <a:t>4. Professional / Business Consulting Services / Project Management</a:t>
            </a:r>
          </a:p>
          <a:p>
            <a:pPr algn="just" defTabSz="609630">
              <a:lnSpc>
                <a:spcPts val="653"/>
              </a:lnSpc>
            </a:pPr>
            <a:endParaRPr lang="en-US" sz="1267">
              <a:solidFill>
                <a:srgbClr val="000000"/>
              </a:solidFill>
              <a:latin typeface="Poppins"/>
              <a:ea typeface="Poppins"/>
              <a:cs typeface="Poppins"/>
              <a:sym typeface="Poppins"/>
            </a:endParaRPr>
          </a:p>
          <a:p>
            <a:pPr algn="just" defTabSz="609630">
              <a:lnSpc>
                <a:spcPts val="1773"/>
              </a:lnSpc>
            </a:pPr>
            <a:r>
              <a:rPr lang="en-US" sz="1267">
                <a:solidFill>
                  <a:srgbClr val="000000"/>
                </a:solidFill>
                <a:latin typeface="Poppins"/>
                <a:ea typeface="Poppins"/>
                <a:cs typeface="Poppins"/>
                <a:sym typeface="Poppins"/>
              </a:rPr>
              <a:t>5. Remote Infrastructure / Application Support / Database Support</a:t>
            </a:r>
          </a:p>
          <a:p>
            <a:pPr algn="just" defTabSz="609630">
              <a:lnSpc>
                <a:spcPts val="653"/>
              </a:lnSpc>
            </a:pPr>
            <a:endParaRPr lang="en-US" sz="1267">
              <a:solidFill>
                <a:srgbClr val="000000"/>
              </a:solidFill>
              <a:latin typeface="Poppins"/>
              <a:ea typeface="Poppins"/>
              <a:cs typeface="Poppins"/>
              <a:sym typeface="Poppins"/>
            </a:endParaRPr>
          </a:p>
          <a:p>
            <a:pPr algn="just" defTabSz="609630">
              <a:lnSpc>
                <a:spcPts val="1773"/>
              </a:lnSpc>
            </a:pPr>
            <a:r>
              <a:rPr lang="en-US" sz="1267">
                <a:solidFill>
                  <a:srgbClr val="000000"/>
                </a:solidFill>
                <a:latin typeface="Poppins"/>
                <a:ea typeface="Poppins"/>
                <a:cs typeface="Poppins"/>
                <a:sym typeface="Poppins"/>
              </a:rPr>
              <a:t>6. Application Performance Tuning / Infrastructure &amp; Performance Analysis</a:t>
            </a:r>
          </a:p>
          <a:p>
            <a:pPr algn="just" defTabSz="609630">
              <a:lnSpc>
                <a:spcPts val="653"/>
              </a:lnSpc>
            </a:pPr>
            <a:endParaRPr lang="en-US" sz="1267">
              <a:solidFill>
                <a:srgbClr val="000000"/>
              </a:solidFill>
              <a:latin typeface="Poppins"/>
              <a:ea typeface="Poppins"/>
              <a:cs typeface="Poppins"/>
              <a:sym typeface="Poppins"/>
            </a:endParaRPr>
          </a:p>
          <a:p>
            <a:pPr algn="just" defTabSz="609630">
              <a:lnSpc>
                <a:spcPts val="1773"/>
              </a:lnSpc>
            </a:pPr>
            <a:r>
              <a:rPr lang="en-US" sz="1267">
                <a:solidFill>
                  <a:srgbClr val="000000"/>
                </a:solidFill>
                <a:latin typeface="Poppins"/>
                <a:ea typeface="Poppins"/>
                <a:cs typeface="Poppins"/>
                <a:sym typeface="Poppins"/>
              </a:rPr>
              <a:t>7. nShore Service (On, Off, Near, Best, Distributed Shore Model)</a:t>
            </a:r>
          </a:p>
        </p:txBody>
      </p:sp>
      <p:grpSp>
        <p:nvGrpSpPr>
          <p:cNvPr id="17" name="Group 17"/>
          <p:cNvGrpSpPr/>
          <p:nvPr/>
        </p:nvGrpSpPr>
        <p:grpSpPr>
          <a:xfrm>
            <a:off x="157925" y="5458980"/>
            <a:ext cx="4514379" cy="1333078"/>
            <a:chOff x="0" y="0"/>
            <a:chExt cx="9028757" cy="2666156"/>
          </a:xfrm>
        </p:grpSpPr>
        <p:sp>
          <p:nvSpPr>
            <p:cNvPr id="18" name="Freeform 18"/>
            <p:cNvSpPr/>
            <p:nvPr/>
          </p:nvSpPr>
          <p:spPr>
            <a:xfrm>
              <a:off x="1763986" y="120169"/>
              <a:ext cx="1745165" cy="2416382"/>
            </a:xfrm>
            <a:custGeom>
              <a:avLst/>
              <a:gdLst/>
              <a:ahLst/>
              <a:cxnLst/>
              <a:rect l="l" t="t" r="r" b="b"/>
              <a:pathLst>
                <a:path w="1745165" h="2416382">
                  <a:moveTo>
                    <a:pt x="0" y="0"/>
                  </a:moveTo>
                  <a:lnTo>
                    <a:pt x="1745165" y="0"/>
                  </a:lnTo>
                  <a:lnTo>
                    <a:pt x="1745165" y="2416382"/>
                  </a:lnTo>
                  <a:lnTo>
                    <a:pt x="0" y="2416382"/>
                  </a:lnTo>
                  <a:lnTo>
                    <a:pt x="0" y="0"/>
                  </a:lnTo>
                  <a:close/>
                </a:path>
              </a:pathLst>
            </a:custGeom>
            <a:blipFill>
              <a:blip r:embed="rId5"/>
              <a:stretch>
                <a:fillRect/>
              </a:stretch>
            </a:blipFill>
          </p:spPr>
        </p:sp>
        <p:sp>
          <p:nvSpPr>
            <p:cNvPr id="19" name="Freeform 19"/>
            <p:cNvSpPr/>
            <p:nvPr/>
          </p:nvSpPr>
          <p:spPr>
            <a:xfrm>
              <a:off x="3499740" y="18821"/>
              <a:ext cx="1911964" cy="2647335"/>
            </a:xfrm>
            <a:custGeom>
              <a:avLst/>
              <a:gdLst/>
              <a:ahLst/>
              <a:cxnLst/>
              <a:rect l="l" t="t" r="r" b="b"/>
              <a:pathLst>
                <a:path w="1911964" h="2647335">
                  <a:moveTo>
                    <a:pt x="0" y="0"/>
                  </a:moveTo>
                  <a:lnTo>
                    <a:pt x="1911964" y="0"/>
                  </a:lnTo>
                  <a:lnTo>
                    <a:pt x="1911964" y="2647335"/>
                  </a:lnTo>
                  <a:lnTo>
                    <a:pt x="0" y="2647335"/>
                  </a:lnTo>
                  <a:lnTo>
                    <a:pt x="0" y="0"/>
                  </a:lnTo>
                  <a:close/>
                </a:path>
              </a:pathLst>
            </a:custGeom>
            <a:blipFill>
              <a:blip r:embed="rId6"/>
              <a:stretch>
                <a:fillRect/>
              </a:stretch>
            </a:blipFill>
          </p:spPr>
        </p:sp>
        <p:sp>
          <p:nvSpPr>
            <p:cNvPr id="20" name="Freeform 20"/>
            <p:cNvSpPr/>
            <p:nvPr/>
          </p:nvSpPr>
          <p:spPr>
            <a:xfrm>
              <a:off x="0" y="9411"/>
              <a:ext cx="1838750" cy="2545961"/>
            </a:xfrm>
            <a:custGeom>
              <a:avLst/>
              <a:gdLst/>
              <a:ahLst/>
              <a:cxnLst/>
              <a:rect l="l" t="t" r="r" b="b"/>
              <a:pathLst>
                <a:path w="1838750" h="2545961">
                  <a:moveTo>
                    <a:pt x="0" y="0"/>
                  </a:moveTo>
                  <a:lnTo>
                    <a:pt x="1838750" y="0"/>
                  </a:lnTo>
                  <a:lnTo>
                    <a:pt x="1838750" y="2545961"/>
                  </a:lnTo>
                  <a:lnTo>
                    <a:pt x="0" y="2545961"/>
                  </a:lnTo>
                  <a:lnTo>
                    <a:pt x="0" y="0"/>
                  </a:lnTo>
                  <a:close/>
                </a:path>
              </a:pathLst>
            </a:custGeom>
            <a:blipFill>
              <a:blip r:embed="rId7"/>
              <a:stretch>
                <a:fillRect/>
              </a:stretch>
            </a:blipFill>
          </p:spPr>
        </p:sp>
        <p:sp>
          <p:nvSpPr>
            <p:cNvPr id="21" name="Freeform 21"/>
            <p:cNvSpPr/>
            <p:nvPr/>
          </p:nvSpPr>
          <p:spPr>
            <a:xfrm>
              <a:off x="5338490" y="83909"/>
              <a:ext cx="1784946" cy="2471463"/>
            </a:xfrm>
            <a:custGeom>
              <a:avLst/>
              <a:gdLst/>
              <a:ahLst/>
              <a:cxnLst/>
              <a:rect l="l" t="t" r="r" b="b"/>
              <a:pathLst>
                <a:path w="1784946" h="2471463">
                  <a:moveTo>
                    <a:pt x="0" y="0"/>
                  </a:moveTo>
                  <a:lnTo>
                    <a:pt x="1784946" y="0"/>
                  </a:lnTo>
                  <a:lnTo>
                    <a:pt x="1784946" y="2471463"/>
                  </a:lnTo>
                  <a:lnTo>
                    <a:pt x="0" y="2471463"/>
                  </a:lnTo>
                  <a:lnTo>
                    <a:pt x="0" y="0"/>
                  </a:lnTo>
                  <a:close/>
                </a:path>
              </a:pathLst>
            </a:custGeom>
            <a:blipFill>
              <a:blip r:embed="rId8"/>
              <a:stretch>
                <a:fillRect/>
              </a:stretch>
            </a:blipFill>
          </p:spPr>
        </p:sp>
        <p:sp>
          <p:nvSpPr>
            <p:cNvPr id="22" name="Freeform 22"/>
            <p:cNvSpPr/>
            <p:nvPr/>
          </p:nvSpPr>
          <p:spPr>
            <a:xfrm>
              <a:off x="7123436" y="0"/>
              <a:ext cx="1905321" cy="2564783"/>
            </a:xfrm>
            <a:custGeom>
              <a:avLst/>
              <a:gdLst/>
              <a:ahLst/>
              <a:cxnLst/>
              <a:rect l="l" t="t" r="r" b="b"/>
              <a:pathLst>
                <a:path w="1905321" h="2564783">
                  <a:moveTo>
                    <a:pt x="0" y="0"/>
                  </a:moveTo>
                  <a:lnTo>
                    <a:pt x="1905321" y="0"/>
                  </a:lnTo>
                  <a:lnTo>
                    <a:pt x="1905321" y="2564783"/>
                  </a:lnTo>
                  <a:lnTo>
                    <a:pt x="0" y="2564783"/>
                  </a:lnTo>
                  <a:lnTo>
                    <a:pt x="0" y="0"/>
                  </a:lnTo>
                  <a:close/>
                </a:path>
              </a:pathLst>
            </a:custGeom>
            <a:blipFill>
              <a:blip r:embed="rId9"/>
              <a:stretch>
                <a:fillRect l="-10017" b="-13164"/>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40505" y="846506"/>
            <a:ext cx="4990833" cy="5164989"/>
            <a:chOff x="0" y="0"/>
            <a:chExt cx="29499547" cy="30528933"/>
          </a:xfrm>
        </p:grpSpPr>
        <p:sp>
          <p:nvSpPr>
            <p:cNvPr id="3" name="Freeform 3"/>
            <p:cNvSpPr/>
            <p:nvPr/>
          </p:nvSpPr>
          <p:spPr>
            <a:xfrm>
              <a:off x="0" y="0"/>
              <a:ext cx="29499561" cy="30528893"/>
            </a:xfrm>
            <a:custGeom>
              <a:avLst/>
              <a:gdLst/>
              <a:ahLst/>
              <a:cxnLst/>
              <a:rect l="l" t="t" r="r" b="b"/>
              <a:pathLst>
                <a:path w="29499561" h="30528893">
                  <a:moveTo>
                    <a:pt x="5148072" y="0"/>
                  </a:moveTo>
                  <a:cubicBezTo>
                    <a:pt x="2302764" y="12319"/>
                    <a:pt x="0" y="2322703"/>
                    <a:pt x="0" y="5170932"/>
                  </a:cubicBezTo>
                  <a:lnTo>
                    <a:pt x="0" y="25357962"/>
                  </a:lnTo>
                  <a:cubicBezTo>
                    <a:pt x="0" y="28213813"/>
                    <a:pt x="2315083" y="30528893"/>
                    <a:pt x="5170932" y="30528893"/>
                  </a:cubicBezTo>
                  <a:lnTo>
                    <a:pt x="24328628" y="30528893"/>
                  </a:lnTo>
                  <a:cubicBezTo>
                    <a:pt x="27184477" y="30528893"/>
                    <a:pt x="29499561" y="28213813"/>
                    <a:pt x="29499561" y="25357962"/>
                  </a:cubicBezTo>
                  <a:lnTo>
                    <a:pt x="29499561" y="5170932"/>
                  </a:lnTo>
                  <a:cubicBezTo>
                    <a:pt x="29499561" y="2322703"/>
                    <a:pt x="27196796" y="12319"/>
                    <a:pt x="24351487" y="0"/>
                  </a:cubicBezTo>
                  <a:close/>
                </a:path>
              </a:pathLst>
            </a:custGeom>
            <a:gradFill rotWithShape="1">
              <a:gsLst>
                <a:gs pos="0">
                  <a:srgbClr val="20428B">
                    <a:alpha val="100000"/>
                  </a:srgbClr>
                </a:gs>
                <a:gs pos="100000">
                  <a:srgbClr val="FFFFFF">
                    <a:alpha val="100000"/>
                  </a:srgbClr>
                </a:gs>
              </a:gsLst>
              <a:lin ang="5400000"/>
            </a:gradFill>
            <a:ln w="12700">
              <a:solidFill>
                <a:srgbClr val="000000"/>
              </a:solidFill>
            </a:ln>
          </p:spPr>
        </p:sp>
      </p:grpSp>
      <p:grpSp>
        <p:nvGrpSpPr>
          <p:cNvPr id="4" name="Group 4"/>
          <p:cNvGrpSpPr/>
          <p:nvPr/>
        </p:nvGrpSpPr>
        <p:grpSpPr>
          <a:xfrm>
            <a:off x="6858453" y="971955"/>
            <a:ext cx="4754937" cy="4914090"/>
            <a:chOff x="0" y="0"/>
            <a:chExt cx="6362700" cy="6575666"/>
          </a:xfrm>
        </p:grpSpPr>
        <p:sp>
          <p:nvSpPr>
            <p:cNvPr id="5" name="Freeform 5"/>
            <p:cNvSpPr/>
            <p:nvPr/>
          </p:nvSpPr>
          <p:spPr>
            <a:xfrm>
              <a:off x="6350" y="6350"/>
              <a:ext cx="6350013" cy="6562979"/>
            </a:xfrm>
            <a:custGeom>
              <a:avLst/>
              <a:gdLst/>
              <a:ahLst/>
              <a:cxnLst/>
              <a:rect l="l" t="t" r="r" b="b"/>
              <a:pathLst>
                <a:path w="6350013" h="6562979">
                  <a:moveTo>
                    <a:pt x="6350000" y="5480583"/>
                  </a:moveTo>
                  <a:cubicBezTo>
                    <a:pt x="6350000" y="6078372"/>
                    <a:pt x="5865419" y="6562979"/>
                    <a:pt x="5267617" y="6562979"/>
                  </a:cubicBezTo>
                  <a:lnTo>
                    <a:pt x="1082383" y="6562979"/>
                  </a:lnTo>
                  <a:cubicBezTo>
                    <a:pt x="484594" y="6562979"/>
                    <a:pt x="0" y="6078385"/>
                    <a:pt x="0" y="5480583"/>
                  </a:cubicBezTo>
                  <a:lnTo>
                    <a:pt x="0" y="1082383"/>
                  </a:lnTo>
                  <a:cubicBezTo>
                    <a:pt x="0" y="484594"/>
                    <a:pt x="484581" y="0"/>
                    <a:pt x="1082383" y="0"/>
                  </a:cubicBezTo>
                  <a:lnTo>
                    <a:pt x="5267630" y="0"/>
                  </a:lnTo>
                  <a:cubicBezTo>
                    <a:pt x="5865419" y="0"/>
                    <a:pt x="6350013" y="484594"/>
                    <a:pt x="6350013" y="1082383"/>
                  </a:cubicBezTo>
                  <a:lnTo>
                    <a:pt x="6350013" y="5480583"/>
                  </a:lnTo>
                  <a:close/>
                </a:path>
              </a:pathLst>
            </a:custGeom>
            <a:blipFill>
              <a:blip r:embed="rId2"/>
              <a:stretch>
                <a:fillRect l="-274784" t="-99760" r="-43460" b="-27868"/>
              </a:stretch>
            </a:blipFill>
          </p:spPr>
        </p:sp>
      </p:grpSp>
      <p:sp>
        <p:nvSpPr>
          <p:cNvPr id="6" name="Freeform 6"/>
          <p:cNvSpPr/>
          <p:nvPr/>
        </p:nvSpPr>
        <p:spPr>
          <a:xfrm>
            <a:off x="11290789" y="6529402"/>
            <a:ext cx="645203" cy="657196"/>
          </a:xfrm>
          <a:custGeom>
            <a:avLst/>
            <a:gdLst/>
            <a:ahLst/>
            <a:cxnLst/>
            <a:rect l="l" t="t" r="r" b="b"/>
            <a:pathLst>
              <a:path w="967805" h="985794">
                <a:moveTo>
                  <a:pt x="0" y="0"/>
                </a:moveTo>
                <a:lnTo>
                  <a:pt x="967805" y="0"/>
                </a:lnTo>
                <a:lnTo>
                  <a:pt x="967805" y="985794"/>
                </a:lnTo>
                <a:lnTo>
                  <a:pt x="0" y="985794"/>
                </a:lnTo>
                <a:lnTo>
                  <a:pt x="0" y="0"/>
                </a:lnTo>
                <a:close/>
              </a:path>
            </a:pathLst>
          </a:custGeom>
          <a:blipFill>
            <a:blip r:embed="rId3">
              <a:extLst>
                <a:ext uri="{96DAC541-7B7A-43D3-8B79-37D633B846F1}">
                  <asvg:svgBlip xmlns:asvg="http://schemas.microsoft.com/office/drawing/2016/SVG/main" r:embed="rId4"/>
                </a:ext>
              </a:extLst>
            </a:blip>
            <a:stretch>
              <a:fillRect t="-223570" r="-227113"/>
            </a:stretch>
          </a:blipFill>
        </p:spPr>
      </p:sp>
      <p:sp>
        <p:nvSpPr>
          <p:cNvPr id="7" name="TextBox 7"/>
          <p:cNvSpPr txBox="1"/>
          <p:nvPr/>
        </p:nvSpPr>
        <p:spPr>
          <a:xfrm>
            <a:off x="685800" y="846506"/>
            <a:ext cx="4074012" cy="516039"/>
          </a:xfrm>
          <a:prstGeom prst="rect">
            <a:avLst/>
          </a:prstGeom>
        </p:spPr>
        <p:txBody>
          <a:bodyPr lIns="0" tIns="0" rIns="0" bIns="0" rtlCol="0" anchor="t">
            <a:spAutoFit/>
          </a:bodyPr>
          <a:lstStyle/>
          <a:p>
            <a:pPr algn="r">
              <a:lnSpc>
                <a:spcPts val="4023"/>
              </a:lnSpc>
            </a:pPr>
            <a:r>
              <a:rPr lang="en-US" sz="3657" b="1">
                <a:solidFill>
                  <a:srgbClr val="20428B"/>
                </a:solidFill>
                <a:latin typeface="Poppins Bold"/>
                <a:ea typeface="Poppins Bold"/>
                <a:cs typeface="Poppins Bold"/>
                <a:sym typeface="Poppins Bold"/>
              </a:rPr>
              <a:t>OUR R &amp; D FOCUS</a:t>
            </a:r>
          </a:p>
        </p:txBody>
      </p:sp>
      <p:sp>
        <p:nvSpPr>
          <p:cNvPr id="8" name="TextBox 8"/>
          <p:cNvSpPr txBox="1"/>
          <p:nvPr/>
        </p:nvSpPr>
        <p:spPr>
          <a:xfrm>
            <a:off x="626642" y="1485646"/>
            <a:ext cx="5408481" cy="4318490"/>
          </a:xfrm>
          <a:prstGeom prst="rect">
            <a:avLst/>
          </a:prstGeom>
        </p:spPr>
        <p:txBody>
          <a:bodyPr lIns="0" tIns="0" rIns="0" bIns="0" rtlCol="0" anchor="t">
            <a:spAutoFit/>
          </a:bodyPr>
          <a:lstStyle/>
          <a:p>
            <a:pPr marL="385357" lvl="1" indent="-192678" algn="just">
              <a:lnSpc>
                <a:spcPts val="2499"/>
              </a:lnSpc>
              <a:buFont typeface="Arial"/>
              <a:buChar char="•"/>
            </a:pPr>
            <a:r>
              <a:rPr lang="en-US" sz="1785">
                <a:solidFill>
                  <a:srgbClr val="000000"/>
                </a:solidFill>
                <a:latin typeface="Poppins"/>
                <a:ea typeface="Poppins"/>
                <a:cs typeface="Poppins"/>
                <a:sym typeface="Poppins"/>
              </a:rPr>
              <a:t>Mobility Platform (Mobile Application)</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Artificial Intelligence / Data Science</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Machine Learning, Deep Learning, LLM, GenAI</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Industry Focused Products / Solutions</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AI Powered Digital Marketing Platform</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DAAS (Data-As-A-Service) • IoT / IoM</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Blockchain</a:t>
            </a:r>
          </a:p>
          <a:p>
            <a:pPr marL="385357" lvl="1" indent="-192678" algn="just">
              <a:lnSpc>
                <a:spcPts val="2499"/>
              </a:lnSpc>
              <a:buFont typeface="Arial"/>
              <a:buChar char="•"/>
            </a:pPr>
            <a:r>
              <a:rPr lang="en-US" sz="1785">
                <a:solidFill>
                  <a:srgbClr val="000000"/>
                </a:solidFill>
                <a:latin typeface="Poppins"/>
                <a:ea typeface="Poppins"/>
                <a:cs typeface="Poppins"/>
                <a:sym typeface="Poppins"/>
              </a:rPr>
              <a:t>Quantum Computing</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Enterprise Security</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Enterprise Application / ERP CRM Platform</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Mechanical Device Integration (Robotics)</a:t>
            </a:r>
          </a:p>
        </p:txBody>
      </p:sp>
      <p:grpSp>
        <p:nvGrpSpPr>
          <p:cNvPr id="9" name="Group 9"/>
          <p:cNvGrpSpPr/>
          <p:nvPr/>
        </p:nvGrpSpPr>
        <p:grpSpPr>
          <a:xfrm rot="2338656">
            <a:off x="-930115" y="5728655"/>
            <a:ext cx="14052229" cy="5676761"/>
            <a:chOff x="0" y="0"/>
            <a:chExt cx="406400" cy="164176"/>
          </a:xfrm>
        </p:grpSpPr>
        <p:sp>
          <p:nvSpPr>
            <p:cNvPr id="10" name="Freeform 10"/>
            <p:cNvSpPr/>
            <p:nvPr/>
          </p:nvSpPr>
          <p:spPr>
            <a:xfrm>
              <a:off x="20615" y="0"/>
              <a:ext cx="365170" cy="164176"/>
            </a:xfrm>
            <a:custGeom>
              <a:avLst/>
              <a:gdLst/>
              <a:ahLst/>
              <a:cxnLst/>
              <a:rect l="l" t="t" r="r" b="b"/>
              <a:pathLst>
                <a:path w="365170" h="164176">
                  <a:moveTo>
                    <a:pt x="216009" y="0"/>
                  </a:moveTo>
                  <a:lnTo>
                    <a:pt x="352361" y="0"/>
                  </a:lnTo>
                  <a:cubicBezTo>
                    <a:pt x="357369" y="0"/>
                    <a:pt x="361832" y="3156"/>
                    <a:pt x="363501" y="7877"/>
                  </a:cubicBezTo>
                  <a:cubicBezTo>
                    <a:pt x="365170" y="12598"/>
                    <a:pt x="363682" y="17859"/>
                    <a:pt x="359787" y="21005"/>
                  </a:cubicBezTo>
                  <a:lnTo>
                    <a:pt x="208583" y="143170"/>
                  </a:lnTo>
                  <a:cubicBezTo>
                    <a:pt x="191761" y="156762"/>
                    <a:pt x="170788" y="164176"/>
                    <a:pt x="149161" y="164176"/>
                  </a:cubicBezTo>
                  <a:lnTo>
                    <a:pt x="12809" y="164176"/>
                  </a:lnTo>
                  <a:cubicBezTo>
                    <a:pt x="7801" y="164176"/>
                    <a:pt x="3338" y="161019"/>
                    <a:pt x="1669" y="156298"/>
                  </a:cubicBezTo>
                  <a:cubicBezTo>
                    <a:pt x="0" y="151577"/>
                    <a:pt x="1488" y="146317"/>
                    <a:pt x="5383" y="143170"/>
                  </a:cubicBezTo>
                  <a:lnTo>
                    <a:pt x="156587" y="21005"/>
                  </a:lnTo>
                  <a:cubicBezTo>
                    <a:pt x="173409" y="7414"/>
                    <a:pt x="194382" y="0"/>
                    <a:pt x="216009" y="0"/>
                  </a:cubicBezTo>
                  <a:close/>
                </a:path>
              </a:pathLst>
            </a:custGeom>
            <a:gradFill rotWithShape="1">
              <a:gsLst>
                <a:gs pos="0">
                  <a:srgbClr val="20428B">
                    <a:alpha val="100000"/>
                  </a:srgbClr>
                </a:gs>
                <a:gs pos="100000">
                  <a:srgbClr val="FFFFFF">
                    <a:alpha val="100000"/>
                  </a:srgbClr>
                </a:gs>
              </a:gsLst>
              <a:lin ang="5400000"/>
            </a:gradFill>
          </p:spPr>
        </p:sp>
        <p:sp>
          <p:nvSpPr>
            <p:cNvPr id="11" name="TextBox 11"/>
            <p:cNvSpPr txBox="1"/>
            <p:nvPr/>
          </p:nvSpPr>
          <p:spPr>
            <a:xfrm>
              <a:off x="101600" y="-57150"/>
              <a:ext cx="203200" cy="221326"/>
            </a:xfrm>
            <a:prstGeom prst="rect">
              <a:avLst/>
            </a:prstGeom>
          </p:spPr>
          <p:txBody>
            <a:bodyPr lIns="33867" tIns="33867" rIns="33867" bIns="33867" rtlCol="0" anchor="ctr"/>
            <a:lstStyle/>
            <a:p>
              <a:pPr algn="ctr">
                <a:lnSpc>
                  <a:spcPts val="1773"/>
                </a:lnSpc>
              </a:pPr>
              <a:endParaRPr sz="120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94496" y="367033"/>
            <a:ext cx="2996652" cy="646331"/>
          </a:xfrm>
          <a:prstGeom prst="rect">
            <a:avLst/>
          </a:prstGeom>
          <a:noFill/>
        </p:spPr>
        <p:txBody>
          <a:bodyPr wrap="square" lIns="91440" tIns="45720" rIns="91440" bIns="45720" rtlCol="0" anchor="t">
            <a:spAutoFit/>
          </a:bodyPr>
          <a:lstStyle/>
          <a:p>
            <a:pPr algn="ctr"/>
            <a:r>
              <a:rPr lang="en-US" sz="3600" b="1" dirty="0">
                <a:solidFill>
                  <a:schemeClr val="tx2"/>
                </a:solidFill>
                <a:latin typeface="Segoe UI"/>
                <a:cs typeface="Segoe UI"/>
              </a:rPr>
              <a:t>Domains</a:t>
            </a:r>
          </a:p>
        </p:txBody>
      </p:sp>
      <p:sp>
        <p:nvSpPr>
          <p:cNvPr id="9" name="TextBox 8"/>
          <p:cNvSpPr txBox="1"/>
          <p:nvPr/>
        </p:nvSpPr>
        <p:spPr>
          <a:xfrm>
            <a:off x="702148" y="1543921"/>
            <a:ext cx="1518301" cy="400110"/>
          </a:xfrm>
          <a:prstGeom prst="rect">
            <a:avLst/>
          </a:prstGeom>
          <a:noFill/>
        </p:spPr>
        <p:txBody>
          <a:bodyPr wrap="none" rtlCol="0">
            <a:spAutoFit/>
          </a:bodyPr>
          <a:lstStyle/>
          <a:p>
            <a:pPr algn="ctr"/>
            <a:r>
              <a:rPr lang="en-US" sz="2000" b="1" dirty="0">
                <a:solidFill>
                  <a:srgbClr val="244D6F"/>
                </a:solidFill>
              </a:rPr>
              <a:t>Automation</a:t>
            </a:r>
            <a:endParaRPr lang="id-ID" sz="2000" b="1" dirty="0">
              <a:solidFill>
                <a:schemeClr val="bg1">
                  <a:lumMod val="50000"/>
                </a:schemeClr>
              </a:solidFill>
              <a:latin typeface="+mj-lt"/>
            </a:endParaRPr>
          </a:p>
        </p:txBody>
      </p:sp>
      <p:sp>
        <p:nvSpPr>
          <p:cNvPr id="10" name="TextBox 9"/>
          <p:cNvSpPr txBox="1"/>
          <p:nvPr/>
        </p:nvSpPr>
        <p:spPr>
          <a:xfrm>
            <a:off x="9796127" y="5199504"/>
            <a:ext cx="1591654" cy="400110"/>
          </a:xfrm>
          <a:prstGeom prst="rect">
            <a:avLst/>
          </a:prstGeom>
          <a:noFill/>
        </p:spPr>
        <p:txBody>
          <a:bodyPr wrap="none" rtlCol="0">
            <a:spAutoFit/>
          </a:bodyPr>
          <a:lstStyle/>
          <a:p>
            <a:pPr marL="285750" indent="-285750"/>
            <a:r>
              <a:rPr lang="en-US" sz="2000" b="1" dirty="0">
                <a:solidFill>
                  <a:srgbClr val="244D6F"/>
                </a:solidFill>
              </a:rPr>
              <a:t>E-Commerce</a:t>
            </a:r>
          </a:p>
        </p:txBody>
      </p:sp>
      <p:sp>
        <p:nvSpPr>
          <p:cNvPr id="11" name="TextBox 10"/>
          <p:cNvSpPr txBox="1"/>
          <p:nvPr/>
        </p:nvSpPr>
        <p:spPr>
          <a:xfrm>
            <a:off x="792381" y="5144931"/>
            <a:ext cx="1634529" cy="400110"/>
          </a:xfrm>
          <a:prstGeom prst="rect">
            <a:avLst/>
          </a:prstGeom>
          <a:noFill/>
        </p:spPr>
        <p:txBody>
          <a:bodyPr wrap="square" rtlCol="0">
            <a:spAutoFit/>
          </a:bodyPr>
          <a:lstStyle/>
          <a:p>
            <a:pPr marL="285750" indent="-285750"/>
            <a:r>
              <a:rPr lang="en-US" sz="2000" b="1" dirty="0">
                <a:solidFill>
                  <a:srgbClr val="244D6F"/>
                </a:solidFill>
              </a:rPr>
              <a:t>Industry 4.0</a:t>
            </a:r>
          </a:p>
        </p:txBody>
      </p:sp>
      <p:sp>
        <p:nvSpPr>
          <p:cNvPr id="12" name="TextBox 11"/>
          <p:cNvSpPr txBox="1"/>
          <p:nvPr/>
        </p:nvSpPr>
        <p:spPr>
          <a:xfrm>
            <a:off x="3329817" y="5177891"/>
            <a:ext cx="2504981" cy="400110"/>
          </a:xfrm>
          <a:prstGeom prst="rect">
            <a:avLst/>
          </a:prstGeom>
          <a:noFill/>
        </p:spPr>
        <p:txBody>
          <a:bodyPr wrap="none" rtlCol="0">
            <a:spAutoFit/>
          </a:bodyPr>
          <a:lstStyle/>
          <a:p>
            <a:pPr marL="285750" indent="-285750"/>
            <a:r>
              <a:rPr lang="en-US" sz="2000" b="1" dirty="0">
                <a:solidFill>
                  <a:srgbClr val="244D6F"/>
                </a:solidFill>
              </a:rPr>
              <a:t>Consumable Durables</a:t>
            </a:r>
          </a:p>
        </p:txBody>
      </p:sp>
      <p:grpSp>
        <p:nvGrpSpPr>
          <p:cNvPr id="73" name="Group 72"/>
          <p:cNvGrpSpPr/>
          <p:nvPr/>
        </p:nvGrpSpPr>
        <p:grpSpPr>
          <a:xfrm>
            <a:off x="840813" y="2007742"/>
            <a:ext cx="1240972" cy="1344529"/>
            <a:chOff x="1627495" y="2469824"/>
            <a:chExt cx="1643606" cy="1545995"/>
          </a:xfrm>
        </p:grpSpPr>
        <p:sp>
          <p:nvSpPr>
            <p:cNvPr id="28" name="Rectangle 27"/>
            <p:cNvSpPr/>
            <p:nvPr/>
          </p:nvSpPr>
          <p:spPr>
            <a:xfrm>
              <a:off x="1627496" y="2469824"/>
              <a:ext cx="1643605" cy="137631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p:cNvSpPr/>
            <p:nvPr/>
          </p:nvSpPr>
          <p:spPr>
            <a:xfrm>
              <a:off x="1627497" y="2469824"/>
              <a:ext cx="1376313" cy="13763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0" name="Rectangle 29"/>
            <p:cNvSpPr/>
            <p:nvPr/>
          </p:nvSpPr>
          <p:spPr>
            <a:xfrm>
              <a:off x="1627495" y="2469824"/>
              <a:ext cx="1521058" cy="1545995"/>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72" name="Group 71"/>
          <p:cNvGrpSpPr/>
          <p:nvPr/>
        </p:nvGrpSpPr>
        <p:grpSpPr>
          <a:xfrm>
            <a:off x="9859708" y="3761210"/>
            <a:ext cx="1332411" cy="1422908"/>
            <a:chOff x="4078464" y="2469824"/>
            <a:chExt cx="1643606" cy="1545995"/>
          </a:xfrm>
        </p:grpSpPr>
        <p:sp>
          <p:nvSpPr>
            <p:cNvPr id="31" name="Rectangle 30"/>
            <p:cNvSpPr/>
            <p:nvPr/>
          </p:nvSpPr>
          <p:spPr>
            <a:xfrm>
              <a:off x="4078465" y="2469824"/>
              <a:ext cx="1643605" cy="1376313"/>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Rectangle 32"/>
            <p:cNvSpPr/>
            <p:nvPr/>
          </p:nvSpPr>
          <p:spPr>
            <a:xfrm>
              <a:off x="4078464" y="2469824"/>
              <a:ext cx="1521058" cy="1545995"/>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Rectangle 31"/>
            <p:cNvSpPr/>
            <p:nvPr/>
          </p:nvSpPr>
          <p:spPr>
            <a:xfrm>
              <a:off x="4078466" y="2469824"/>
              <a:ext cx="1376313" cy="13763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grpSp>
        <p:nvGrpSpPr>
          <p:cNvPr id="71" name="Group 70"/>
          <p:cNvGrpSpPr/>
          <p:nvPr/>
        </p:nvGrpSpPr>
        <p:grpSpPr>
          <a:xfrm>
            <a:off x="805432" y="3632124"/>
            <a:ext cx="1366617" cy="1324438"/>
            <a:chOff x="6529433" y="2469824"/>
            <a:chExt cx="1643606" cy="1545995"/>
          </a:xfrm>
        </p:grpSpPr>
        <p:sp>
          <p:nvSpPr>
            <p:cNvPr id="34" name="Rectangle 33"/>
            <p:cNvSpPr/>
            <p:nvPr/>
          </p:nvSpPr>
          <p:spPr>
            <a:xfrm>
              <a:off x="6529434" y="2469824"/>
              <a:ext cx="1643605" cy="1376313"/>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Rectangle 35"/>
            <p:cNvSpPr/>
            <p:nvPr/>
          </p:nvSpPr>
          <p:spPr>
            <a:xfrm>
              <a:off x="6529433" y="2469824"/>
              <a:ext cx="1521058" cy="154599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p:cNvSpPr/>
            <p:nvPr/>
          </p:nvSpPr>
          <p:spPr>
            <a:xfrm>
              <a:off x="6529437" y="2469824"/>
              <a:ext cx="1376313" cy="13763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grpSp>
        <p:nvGrpSpPr>
          <p:cNvPr id="70" name="Group 69"/>
          <p:cNvGrpSpPr/>
          <p:nvPr/>
        </p:nvGrpSpPr>
        <p:grpSpPr>
          <a:xfrm>
            <a:off x="3778837" y="3721955"/>
            <a:ext cx="1397726" cy="1312052"/>
            <a:chOff x="9013428" y="2469824"/>
            <a:chExt cx="1643606" cy="1545995"/>
          </a:xfrm>
        </p:grpSpPr>
        <p:sp>
          <p:nvSpPr>
            <p:cNvPr id="37" name="Rectangle 36"/>
            <p:cNvSpPr/>
            <p:nvPr/>
          </p:nvSpPr>
          <p:spPr>
            <a:xfrm>
              <a:off x="9013429" y="2469824"/>
              <a:ext cx="1643605" cy="1376313"/>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p:cNvSpPr/>
            <p:nvPr/>
          </p:nvSpPr>
          <p:spPr>
            <a:xfrm>
              <a:off x="9013428" y="2469824"/>
              <a:ext cx="1521058" cy="1545995"/>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8" name="Rectangle 37"/>
            <p:cNvSpPr/>
            <p:nvPr/>
          </p:nvSpPr>
          <p:spPr>
            <a:xfrm>
              <a:off x="9013430" y="2469824"/>
              <a:ext cx="1376313" cy="137631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69" name="Group 68"/>
            <p:cNvGrpSpPr/>
            <p:nvPr/>
          </p:nvGrpSpPr>
          <p:grpSpPr>
            <a:xfrm>
              <a:off x="9619799" y="3050963"/>
              <a:ext cx="172392" cy="169905"/>
              <a:chOff x="198438" y="331788"/>
              <a:chExt cx="330200" cy="325437"/>
            </a:xfrm>
            <a:solidFill>
              <a:schemeClr val="bg1"/>
            </a:solidFill>
          </p:grpSpPr>
          <p:sp>
            <p:nvSpPr>
              <p:cNvPr id="66" name="Rectangle 25"/>
              <p:cNvSpPr>
                <a:spLocks noChangeArrowheads="1"/>
              </p:cNvSpPr>
              <p:nvPr/>
            </p:nvSpPr>
            <p:spPr bwMode="auto">
              <a:xfrm>
                <a:off x="198438" y="331788"/>
                <a:ext cx="330200" cy="635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sp>
            <p:nvSpPr>
              <p:cNvPr id="68" name="Rectangle 27"/>
              <p:cNvSpPr>
                <a:spLocks noChangeArrowheads="1"/>
              </p:cNvSpPr>
              <p:nvPr/>
            </p:nvSpPr>
            <p:spPr bwMode="auto">
              <a:xfrm>
                <a:off x="198438" y="592138"/>
                <a:ext cx="330200" cy="65087"/>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cxnSp>
        <p:nvCxnSpPr>
          <p:cNvPr id="75" name="Straight Connector 74"/>
          <p:cNvCxnSpPr/>
          <p:nvPr/>
        </p:nvCxnSpPr>
        <p:spPr>
          <a:xfrm flipH="1">
            <a:off x="1415035" y="3204701"/>
            <a:ext cx="8041" cy="388244"/>
          </a:xfrm>
          <a:prstGeom prst="line">
            <a:avLst/>
          </a:prstGeom>
          <a:ln w="41275">
            <a:tailEnd type="oval"/>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9830209" y="2024075"/>
            <a:ext cx="1359294" cy="1410631"/>
            <a:chOff x="1626582" y="2469824"/>
            <a:chExt cx="1644519" cy="1586045"/>
          </a:xfrm>
        </p:grpSpPr>
        <p:sp>
          <p:nvSpPr>
            <p:cNvPr id="57" name="Rectangle 56"/>
            <p:cNvSpPr/>
            <p:nvPr/>
          </p:nvSpPr>
          <p:spPr>
            <a:xfrm>
              <a:off x="1627496" y="2469824"/>
              <a:ext cx="1643605" cy="137631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1" name="Rectangle 60"/>
            <p:cNvSpPr/>
            <p:nvPr/>
          </p:nvSpPr>
          <p:spPr>
            <a:xfrm>
              <a:off x="1627497" y="2469824"/>
              <a:ext cx="1376313" cy="13763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2" name="Rectangle 61"/>
            <p:cNvSpPr/>
            <p:nvPr/>
          </p:nvSpPr>
          <p:spPr>
            <a:xfrm>
              <a:off x="1626582" y="2509874"/>
              <a:ext cx="1521058" cy="1545995"/>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81" name="Straight Connector 80"/>
          <p:cNvCxnSpPr/>
          <p:nvPr/>
        </p:nvCxnSpPr>
        <p:spPr>
          <a:xfrm flipH="1">
            <a:off x="10517043" y="3301879"/>
            <a:ext cx="1589" cy="437120"/>
          </a:xfrm>
          <a:prstGeom prst="line">
            <a:avLst/>
          </a:prstGeom>
          <a:ln w="41275">
            <a:tailEnd type="oval"/>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9958685" y="1591385"/>
            <a:ext cx="1116717" cy="400110"/>
          </a:xfrm>
          <a:prstGeom prst="rect">
            <a:avLst/>
          </a:prstGeom>
          <a:noFill/>
        </p:spPr>
        <p:txBody>
          <a:bodyPr wrap="none" rtlCol="0">
            <a:spAutoFit/>
          </a:bodyPr>
          <a:lstStyle/>
          <a:p>
            <a:pPr algn="ctr"/>
            <a:r>
              <a:rPr lang="en-US" sz="2000" b="1" dirty="0">
                <a:solidFill>
                  <a:srgbClr val="244D6F"/>
                </a:solidFill>
              </a:rPr>
              <a:t>IT &amp; ITES</a:t>
            </a:r>
            <a:endParaRPr lang="id-ID" sz="2000" b="1" dirty="0">
              <a:solidFill>
                <a:srgbClr val="244D6F"/>
              </a:solidFill>
            </a:endParaRPr>
          </a:p>
        </p:txBody>
      </p:sp>
      <p:pic>
        <p:nvPicPr>
          <p:cNvPr id="104" name="Picture 103" descr="Orena_Logo_Final.png"/>
          <p:cNvPicPr>
            <a:picLocks noChangeAspect="1"/>
          </p:cNvPicPr>
          <p:nvPr/>
        </p:nvPicPr>
        <p:blipFill>
          <a:blip r:embed="rId2" cstate="screen"/>
          <a:stretch>
            <a:fillRect/>
          </a:stretch>
        </p:blipFill>
        <p:spPr>
          <a:xfrm>
            <a:off x="10177201" y="5595548"/>
            <a:ext cx="1932071" cy="1207206"/>
          </a:xfrm>
          <a:prstGeom prst="rect">
            <a:avLst/>
          </a:prstGeom>
        </p:spPr>
      </p:pic>
      <p:sp>
        <p:nvSpPr>
          <p:cNvPr id="105" name="Rectangle 104"/>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6" name="Rectangle 105"/>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Rectangle 106"/>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8" name="Rectangle 107"/>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677854" y="5436273"/>
            <a:ext cx="702098" cy="2040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11" name="Group 110"/>
          <p:cNvGrpSpPr/>
          <p:nvPr/>
        </p:nvGrpSpPr>
        <p:grpSpPr>
          <a:xfrm>
            <a:off x="2" y="6736617"/>
            <a:ext cx="12191999" cy="134339"/>
            <a:chOff x="2" y="2110197"/>
            <a:chExt cx="12191999" cy="134339"/>
          </a:xfrm>
        </p:grpSpPr>
        <p:sp>
          <p:nvSpPr>
            <p:cNvPr id="112" name="Rectangle 111"/>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5" name="Rectangle 114"/>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6" name="Rectangle 115"/>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 name="Picture 4">
            <a:extLst>
              <a:ext uri="{FF2B5EF4-FFF2-40B4-BE49-F238E27FC236}">
                <a16:creationId xmlns:a16="http://schemas.microsoft.com/office/drawing/2014/main" id="{6FB63672-B491-4ADA-99A4-68C0B5EEECF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52" b="10972"/>
          <a:stretch/>
        </p:blipFill>
        <p:spPr>
          <a:xfrm>
            <a:off x="954236" y="2181328"/>
            <a:ext cx="898174" cy="869258"/>
          </a:xfrm>
          <a:prstGeom prst="rect">
            <a:avLst/>
          </a:prstGeom>
        </p:spPr>
      </p:pic>
      <p:pic>
        <p:nvPicPr>
          <p:cNvPr id="7" name="Picture 6">
            <a:extLst>
              <a:ext uri="{FF2B5EF4-FFF2-40B4-BE49-F238E27FC236}">
                <a16:creationId xmlns:a16="http://schemas.microsoft.com/office/drawing/2014/main" id="{1F9571B7-1DA3-4E01-9289-CE366A706E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70910" y="3898424"/>
            <a:ext cx="965279" cy="965279"/>
          </a:xfrm>
          <a:prstGeom prst="rect">
            <a:avLst/>
          </a:prstGeom>
        </p:spPr>
      </p:pic>
      <p:pic>
        <p:nvPicPr>
          <p:cNvPr id="13" name="Picture 12">
            <a:extLst>
              <a:ext uri="{FF2B5EF4-FFF2-40B4-BE49-F238E27FC236}">
                <a16:creationId xmlns:a16="http://schemas.microsoft.com/office/drawing/2014/main" id="{D55FD31A-0984-4065-A890-803D98EFB7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4536" y="3879804"/>
            <a:ext cx="1082092" cy="765116"/>
          </a:xfrm>
          <a:prstGeom prst="rect">
            <a:avLst/>
          </a:prstGeom>
        </p:spPr>
      </p:pic>
      <p:pic>
        <p:nvPicPr>
          <p:cNvPr id="15" name="Picture 14">
            <a:extLst>
              <a:ext uri="{FF2B5EF4-FFF2-40B4-BE49-F238E27FC236}">
                <a16:creationId xmlns:a16="http://schemas.microsoft.com/office/drawing/2014/main" id="{E7E90DEA-F865-4CCC-946A-B599B5AB7CDE}"/>
              </a:ext>
            </a:extLst>
          </p:cNvPr>
          <p:cNvPicPr>
            <a:picLocks noChangeAspect="1"/>
          </p:cNvPicPr>
          <p:nvPr/>
        </p:nvPicPr>
        <p:blipFill rotWithShape="1">
          <a:blip r:embed="rId6">
            <a:extLst>
              <a:ext uri="{28A0092B-C50C-407E-A947-70E740481C1C}">
                <a14:useLocalDpi xmlns:a14="http://schemas.microsoft.com/office/drawing/2010/main" val="0"/>
              </a:ext>
            </a:extLst>
          </a:blip>
          <a:srcRect r="2091" b="22607"/>
          <a:stretch/>
        </p:blipFill>
        <p:spPr>
          <a:xfrm>
            <a:off x="3862813" y="3898424"/>
            <a:ext cx="1002597" cy="792516"/>
          </a:xfrm>
          <a:prstGeom prst="rect">
            <a:avLst/>
          </a:prstGeom>
        </p:spPr>
      </p:pic>
      <p:pic>
        <p:nvPicPr>
          <p:cNvPr id="17" name="Picture 16">
            <a:extLst>
              <a:ext uri="{FF2B5EF4-FFF2-40B4-BE49-F238E27FC236}">
                <a16:creationId xmlns:a16="http://schemas.microsoft.com/office/drawing/2014/main" id="{32474E3F-C8C9-42AD-9003-6BB6CBF205C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000939" y="2240208"/>
            <a:ext cx="867700" cy="867700"/>
          </a:xfrm>
          <a:prstGeom prst="rect">
            <a:avLst/>
          </a:prstGeom>
        </p:spPr>
      </p:pic>
      <p:sp>
        <p:nvSpPr>
          <p:cNvPr id="54" name="TextBox 53"/>
          <p:cNvSpPr txBox="1"/>
          <p:nvPr/>
        </p:nvSpPr>
        <p:spPr>
          <a:xfrm>
            <a:off x="3331784" y="1591385"/>
            <a:ext cx="2250874" cy="400110"/>
          </a:xfrm>
          <a:prstGeom prst="rect">
            <a:avLst/>
          </a:prstGeom>
          <a:noFill/>
        </p:spPr>
        <p:txBody>
          <a:bodyPr wrap="none" rtlCol="0">
            <a:spAutoFit/>
          </a:bodyPr>
          <a:lstStyle/>
          <a:p>
            <a:pPr algn="ctr"/>
            <a:r>
              <a:rPr lang="en-US" sz="2000" b="1" dirty="0">
                <a:solidFill>
                  <a:srgbClr val="244D6F"/>
                </a:solidFill>
              </a:rPr>
              <a:t>Embedded Systems</a:t>
            </a:r>
            <a:endParaRPr lang="id-ID" sz="2000" b="1" dirty="0">
              <a:solidFill>
                <a:schemeClr val="bg1">
                  <a:lumMod val="50000"/>
                </a:schemeClr>
              </a:solidFill>
              <a:latin typeface="+mj-lt"/>
            </a:endParaRPr>
          </a:p>
        </p:txBody>
      </p:sp>
      <p:sp>
        <p:nvSpPr>
          <p:cNvPr id="58" name="TextBox 57"/>
          <p:cNvSpPr txBox="1"/>
          <p:nvPr/>
        </p:nvSpPr>
        <p:spPr>
          <a:xfrm>
            <a:off x="6746895" y="1600294"/>
            <a:ext cx="1580754" cy="400110"/>
          </a:xfrm>
          <a:prstGeom prst="rect">
            <a:avLst/>
          </a:prstGeom>
          <a:noFill/>
        </p:spPr>
        <p:txBody>
          <a:bodyPr wrap="none" rtlCol="0">
            <a:spAutoFit/>
          </a:bodyPr>
          <a:lstStyle/>
          <a:p>
            <a:pPr algn="ctr"/>
            <a:r>
              <a:rPr lang="en-US" sz="2000" b="1" dirty="0">
                <a:solidFill>
                  <a:srgbClr val="244D6F"/>
                </a:solidFill>
              </a:rPr>
              <a:t>Digitalization</a:t>
            </a:r>
            <a:endParaRPr lang="id-ID" sz="2000" b="1" dirty="0">
              <a:solidFill>
                <a:schemeClr val="bg1">
                  <a:lumMod val="50000"/>
                </a:schemeClr>
              </a:solidFill>
              <a:latin typeface="+mj-lt"/>
            </a:endParaRPr>
          </a:p>
        </p:txBody>
      </p:sp>
      <p:grpSp>
        <p:nvGrpSpPr>
          <p:cNvPr id="59" name="Group 58"/>
          <p:cNvGrpSpPr/>
          <p:nvPr/>
        </p:nvGrpSpPr>
        <p:grpSpPr>
          <a:xfrm>
            <a:off x="3796892" y="2059063"/>
            <a:ext cx="1366617" cy="1324438"/>
            <a:chOff x="6529433" y="2469824"/>
            <a:chExt cx="1643606" cy="1545995"/>
          </a:xfrm>
        </p:grpSpPr>
        <p:sp>
          <p:nvSpPr>
            <p:cNvPr id="60" name="Rectangle 59"/>
            <p:cNvSpPr/>
            <p:nvPr/>
          </p:nvSpPr>
          <p:spPr>
            <a:xfrm>
              <a:off x="6529434" y="2469824"/>
              <a:ext cx="1643605" cy="1376313"/>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3" name="Rectangle 62"/>
            <p:cNvSpPr/>
            <p:nvPr/>
          </p:nvSpPr>
          <p:spPr>
            <a:xfrm>
              <a:off x="6529433" y="2469824"/>
              <a:ext cx="1521058" cy="154599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4" name="Rectangle 63"/>
            <p:cNvSpPr/>
            <p:nvPr/>
          </p:nvSpPr>
          <p:spPr>
            <a:xfrm>
              <a:off x="6529437" y="2469824"/>
              <a:ext cx="1376313" cy="13763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pic>
        <p:nvPicPr>
          <p:cNvPr id="6" name="Picture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7293" y="2277728"/>
            <a:ext cx="1075684" cy="772857"/>
          </a:xfrm>
          <a:prstGeom prst="rect">
            <a:avLst/>
          </a:prstGeom>
        </p:spPr>
      </p:pic>
      <p:cxnSp>
        <p:nvCxnSpPr>
          <p:cNvPr id="67" name="Straight Connector 66"/>
          <p:cNvCxnSpPr/>
          <p:nvPr/>
        </p:nvCxnSpPr>
        <p:spPr>
          <a:xfrm flipH="1">
            <a:off x="4433058" y="3320754"/>
            <a:ext cx="8041" cy="388244"/>
          </a:xfrm>
          <a:prstGeom prst="line">
            <a:avLst/>
          </a:prstGeom>
          <a:ln w="41275">
            <a:tailEnd type="ova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10436" y="2181328"/>
            <a:ext cx="2897364" cy="2846618"/>
          </a:xfrm>
          <a:prstGeom prst="rect">
            <a:avLst/>
          </a:prstGeom>
        </p:spPr>
      </p:pic>
    </p:spTree>
    <p:extLst>
      <p:ext uri="{BB962C8B-B14F-4D97-AF65-F5344CB8AC3E}">
        <p14:creationId xmlns:p14="http://schemas.microsoft.com/office/powerpoint/2010/main" val="39767736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82"/>
                                        </p:tgtEl>
                                        <p:attrNameLst>
                                          <p:attrName>style.visibility</p:attrName>
                                        </p:attrNameLst>
                                      </p:cBhvr>
                                      <p:to>
                                        <p:strVal val="visible"/>
                                      </p:to>
                                    </p:set>
                                    <p:animEffect transition="in" filter="fade">
                                      <p:cBhvr>
                                        <p:cTn id="29" dur="500"/>
                                        <p:tgtEl>
                                          <p:spTgt spid="82"/>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111"/>
                                        </p:tgtEl>
                                        <p:attrNameLst>
                                          <p:attrName>style.visibility</p:attrName>
                                        </p:attrNameLst>
                                      </p:cBhvr>
                                      <p:to>
                                        <p:strVal val="visible"/>
                                      </p:to>
                                    </p:set>
                                    <p:animEffect transition="in" filter="fade">
                                      <p:cBhvr>
                                        <p:cTn id="33" dur="500"/>
                                        <p:tgtEl>
                                          <p:spTgt spid="111"/>
                                        </p:tgtEl>
                                      </p:cBhvr>
                                    </p:animEffect>
                                  </p:childTnLst>
                                </p:cTn>
                              </p:par>
                            </p:childTnLst>
                          </p:cTn>
                        </p:par>
                        <p:par>
                          <p:cTn id="34" fill="hold">
                            <p:stCondLst>
                              <p:cond delay="3500"/>
                            </p:stCondLst>
                            <p:childTnLst>
                              <p:par>
                                <p:cTn id="35" presetID="42" presetClass="entr" presetSubtype="0" fill="hold" grpId="0" nodeType="afterEffect">
                                  <p:stCondLst>
                                    <p:cond delay="0"/>
                                  </p:stCondLst>
                                  <p:childTnLst>
                                    <p:set>
                                      <p:cBhvr>
                                        <p:cTn id="36" dur="1" fill="hold">
                                          <p:stCondLst>
                                            <p:cond delay="0"/>
                                          </p:stCondLst>
                                        </p:cTn>
                                        <p:tgtEl>
                                          <p:spTgt spid="110"/>
                                        </p:tgtEl>
                                        <p:attrNameLst>
                                          <p:attrName>style.visibility</p:attrName>
                                        </p:attrNameLst>
                                      </p:cBhvr>
                                      <p:to>
                                        <p:strVal val="visible"/>
                                      </p:to>
                                    </p:set>
                                    <p:animEffect transition="in" filter="fade">
                                      <p:cBhvr>
                                        <p:cTn id="37" dur="500"/>
                                        <p:tgtEl>
                                          <p:spTgt spid="110"/>
                                        </p:tgtEl>
                                      </p:cBhvr>
                                    </p:animEffect>
                                    <p:anim calcmode="lin" valueType="num">
                                      <p:cBhvr>
                                        <p:cTn id="38" dur="500" fill="hold"/>
                                        <p:tgtEl>
                                          <p:spTgt spid="110"/>
                                        </p:tgtEl>
                                        <p:attrNameLst>
                                          <p:attrName>ppt_x</p:attrName>
                                        </p:attrNameLst>
                                      </p:cBhvr>
                                      <p:tavLst>
                                        <p:tav tm="0">
                                          <p:val>
                                            <p:strVal val="#ppt_x"/>
                                          </p:val>
                                        </p:tav>
                                        <p:tav tm="100000">
                                          <p:val>
                                            <p:strVal val="#ppt_x"/>
                                          </p:val>
                                        </p:tav>
                                      </p:tavLst>
                                    </p:anim>
                                    <p:anim calcmode="lin" valueType="num">
                                      <p:cBhvr>
                                        <p:cTn id="39" dur="500" fill="hold"/>
                                        <p:tgtEl>
                                          <p:spTgt spid="110"/>
                                        </p:tgtEl>
                                        <p:attrNameLst>
                                          <p:attrName>ppt_y</p:attrName>
                                        </p:attrNameLst>
                                      </p:cBhvr>
                                      <p:tavLst>
                                        <p:tav tm="0">
                                          <p:val>
                                            <p:strVal val="#ppt_y+.1"/>
                                          </p:val>
                                        </p:tav>
                                        <p:tav tm="100000">
                                          <p:val>
                                            <p:strVal val="#ppt_y"/>
                                          </p:val>
                                        </p:tav>
                                      </p:tavLst>
                                    </p:anim>
                                  </p:childTnLst>
                                </p:cTn>
                              </p:par>
                            </p:childTnLst>
                          </p:cTn>
                        </p:par>
                        <p:par>
                          <p:cTn id="40" fill="hold">
                            <p:stCondLst>
                              <p:cond delay="4000"/>
                            </p:stCondLst>
                            <p:childTnLst>
                              <p:par>
                                <p:cTn id="41" presetID="42" presetClass="entr" presetSubtype="0" fill="hold" grpId="0" nodeType="afterEffect">
                                  <p:stCondLst>
                                    <p:cond delay="0"/>
                                  </p:stCondLst>
                                  <p:childTnLst>
                                    <p:set>
                                      <p:cBhvr>
                                        <p:cTn id="42" dur="1" fill="hold">
                                          <p:stCondLst>
                                            <p:cond delay="0"/>
                                          </p:stCondLst>
                                        </p:cTn>
                                        <p:tgtEl>
                                          <p:spTgt spid="105"/>
                                        </p:tgtEl>
                                        <p:attrNameLst>
                                          <p:attrName>style.visibility</p:attrName>
                                        </p:attrNameLst>
                                      </p:cBhvr>
                                      <p:to>
                                        <p:strVal val="visible"/>
                                      </p:to>
                                    </p:set>
                                    <p:animEffect transition="in" filter="fade">
                                      <p:cBhvr>
                                        <p:cTn id="43" dur="500"/>
                                        <p:tgtEl>
                                          <p:spTgt spid="105"/>
                                        </p:tgtEl>
                                      </p:cBhvr>
                                    </p:animEffect>
                                    <p:anim calcmode="lin" valueType="num">
                                      <p:cBhvr>
                                        <p:cTn id="44" dur="500" fill="hold"/>
                                        <p:tgtEl>
                                          <p:spTgt spid="105"/>
                                        </p:tgtEl>
                                        <p:attrNameLst>
                                          <p:attrName>ppt_x</p:attrName>
                                        </p:attrNameLst>
                                      </p:cBhvr>
                                      <p:tavLst>
                                        <p:tav tm="0">
                                          <p:val>
                                            <p:strVal val="#ppt_x"/>
                                          </p:val>
                                        </p:tav>
                                        <p:tav tm="100000">
                                          <p:val>
                                            <p:strVal val="#ppt_x"/>
                                          </p:val>
                                        </p:tav>
                                      </p:tavLst>
                                    </p:anim>
                                    <p:anim calcmode="lin" valueType="num">
                                      <p:cBhvr>
                                        <p:cTn id="45" dur="500" fill="hold"/>
                                        <p:tgtEl>
                                          <p:spTgt spid="105"/>
                                        </p:tgtEl>
                                        <p:attrNameLst>
                                          <p:attrName>ppt_y</p:attrName>
                                        </p:attrNameLst>
                                      </p:cBhvr>
                                      <p:tavLst>
                                        <p:tav tm="0">
                                          <p:val>
                                            <p:strVal val="#ppt_y+.1"/>
                                          </p:val>
                                        </p:tav>
                                        <p:tav tm="100000">
                                          <p:val>
                                            <p:strVal val="#ppt_y"/>
                                          </p:val>
                                        </p:tav>
                                      </p:tavLst>
                                    </p:anim>
                                  </p:childTnLst>
                                </p:cTn>
                              </p:par>
                            </p:childTnLst>
                          </p:cTn>
                        </p:par>
                        <p:par>
                          <p:cTn id="46" fill="hold">
                            <p:stCondLst>
                              <p:cond delay="4500"/>
                            </p:stCondLst>
                            <p:childTnLst>
                              <p:par>
                                <p:cTn id="47" presetID="42" presetClass="entr" presetSubtype="0" fill="hold" grpId="0" nodeType="afterEffect">
                                  <p:stCondLst>
                                    <p:cond delay="0"/>
                                  </p:stCondLst>
                                  <p:childTnLst>
                                    <p:set>
                                      <p:cBhvr>
                                        <p:cTn id="48" dur="1" fill="hold">
                                          <p:stCondLst>
                                            <p:cond delay="0"/>
                                          </p:stCondLst>
                                        </p:cTn>
                                        <p:tgtEl>
                                          <p:spTgt spid="106"/>
                                        </p:tgtEl>
                                        <p:attrNameLst>
                                          <p:attrName>style.visibility</p:attrName>
                                        </p:attrNameLst>
                                      </p:cBhvr>
                                      <p:to>
                                        <p:strVal val="visible"/>
                                      </p:to>
                                    </p:set>
                                    <p:animEffect transition="in" filter="fade">
                                      <p:cBhvr>
                                        <p:cTn id="49" dur="500"/>
                                        <p:tgtEl>
                                          <p:spTgt spid="106"/>
                                        </p:tgtEl>
                                      </p:cBhvr>
                                    </p:animEffect>
                                    <p:anim calcmode="lin" valueType="num">
                                      <p:cBhvr>
                                        <p:cTn id="50" dur="500" fill="hold"/>
                                        <p:tgtEl>
                                          <p:spTgt spid="106"/>
                                        </p:tgtEl>
                                        <p:attrNameLst>
                                          <p:attrName>ppt_x</p:attrName>
                                        </p:attrNameLst>
                                      </p:cBhvr>
                                      <p:tavLst>
                                        <p:tav tm="0">
                                          <p:val>
                                            <p:strVal val="#ppt_x"/>
                                          </p:val>
                                        </p:tav>
                                        <p:tav tm="100000">
                                          <p:val>
                                            <p:strVal val="#ppt_x"/>
                                          </p:val>
                                        </p:tav>
                                      </p:tavLst>
                                    </p:anim>
                                    <p:anim calcmode="lin" valueType="num">
                                      <p:cBhvr>
                                        <p:cTn id="51" dur="500" fill="hold"/>
                                        <p:tgtEl>
                                          <p:spTgt spid="106"/>
                                        </p:tgtEl>
                                        <p:attrNameLst>
                                          <p:attrName>ppt_y</p:attrName>
                                        </p:attrNameLst>
                                      </p:cBhvr>
                                      <p:tavLst>
                                        <p:tav tm="0">
                                          <p:val>
                                            <p:strVal val="#ppt_y+.1"/>
                                          </p:val>
                                        </p:tav>
                                        <p:tav tm="100000">
                                          <p:val>
                                            <p:strVal val="#ppt_y"/>
                                          </p:val>
                                        </p:tav>
                                      </p:tavLst>
                                    </p:anim>
                                  </p:childTnLst>
                                </p:cTn>
                              </p:par>
                            </p:childTnLst>
                          </p:cTn>
                        </p:par>
                        <p:par>
                          <p:cTn id="52" fill="hold">
                            <p:stCondLst>
                              <p:cond delay="5000"/>
                            </p:stCondLst>
                            <p:childTnLst>
                              <p:par>
                                <p:cTn id="53" presetID="42" presetClass="entr" presetSubtype="0" fill="hold" grpId="0" nodeType="afterEffect">
                                  <p:stCondLst>
                                    <p:cond delay="0"/>
                                  </p:stCondLst>
                                  <p:childTnLst>
                                    <p:set>
                                      <p:cBhvr>
                                        <p:cTn id="54" dur="1" fill="hold">
                                          <p:stCondLst>
                                            <p:cond delay="0"/>
                                          </p:stCondLst>
                                        </p:cTn>
                                        <p:tgtEl>
                                          <p:spTgt spid="107"/>
                                        </p:tgtEl>
                                        <p:attrNameLst>
                                          <p:attrName>style.visibility</p:attrName>
                                        </p:attrNameLst>
                                      </p:cBhvr>
                                      <p:to>
                                        <p:strVal val="visible"/>
                                      </p:to>
                                    </p:set>
                                    <p:animEffect transition="in" filter="fade">
                                      <p:cBhvr>
                                        <p:cTn id="55" dur="500"/>
                                        <p:tgtEl>
                                          <p:spTgt spid="107"/>
                                        </p:tgtEl>
                                      </p:cBhvr>
                                    </p:animEffect>
                                    <p:anim calcmode="lin" valueType="num">
                                      <p:cBhvr>
                                        <p:cTn id="56" dur="500" fill="hold"/>
                                        <p:tgtEl>
                                          <p:spTgt spid="107"/>
                                        </p:tgtEl>
                                        <p:attrNameLst>
                                          <p:attrName>ppt_x</p:attrName>
                                        </p:attrNameLst>
                                      </p:cBhvr>
                                      <p:tavLst>
                                        <p:tav tm="0">
                                          <p:val>
                                            <p:strVal val="#ppt_x"/>
                                          </p:val>
                                        </p:tav>
                                        <p:tav tm="100000">
                                          <p:val>
                                            <p:strVal val="#ppt_x"/>
                                          </p:val>
                                        </p:tav>
                                      </p:tavLst>
                                    </p:anim>
                                    <p:anim calcmode="lin" valueType="num">
                                      <p:cBhvr>
                                        <p:cTn id="57" dur="500" fill="hold"/>
                                        <p:tgtEl>
                                          <p:spTgt spid="107"/>
                                        </p:tgtEl>
                                        <p:attrNameLst>
                                          <p:attrName>ppt_y</p:attrName>
                                        </p:attrNameLst>
                                      </p:cBhvr>
                                      <p:tavLst>
                                        <p:tav tm="0">
                                          <p:val>
                                            <p:strVal val="#ppt_y+.1"/>
                                          </p:val>
                                        </p:tav>
                                        <p:tav tm="100000">
                                          <p:val>
                                            <p:strVal val="#ppt_y"/>
                                          </p:val>
                                        </p:tav>
                                      </p:tavLst>
                                    </p:anim>
                                  </p:childTnLst>
                                </p:cTn>
                              </p:par>
                            </p:childTnLst>
                          </p:cTn>
                        </p:par>
                        <p:par>
                          <p:cTn id="58" fill="hold">
                            <p:stCondLst>
                              <p:cond delay="5500"/>
                            </p:stCondLst>
                            <p:childTnLst>
                              <p:par>
                                <p:cTn id="59" presetID="42" presetClass="entr" presetSubtype="0" fill="hold" grpId="0" nodeType="afterEffect">
                                  <p:stCondLst>
                                    <p:cond delay="0"/>
                                  </p:stCondLst>
                                  <p:childTnLst>
                                    <p:set>
                                      <p:cBhvr>
                                        <p:cTn id="60" dur="1" fill="hold">
                                          <p:stCondLst>
                                            <p:cond delay="0"/>
                                          </p:stCondLst>
                                        </p:cTn>
                                        <p:tgtEl>
                                          <p:spTgt spid="108"/>
                                        </p:tgtEl>
                                        <p:attrNameLst>
                                          <p:attrName>style.visibility</p:attrName>
                                        </p:attrNameLst>
                                      </p:cBhvr>
                                      <p:to>
                                        <p:strVal val="visible"/>
                                      </p:to>
                                    </p:set>
                                    <p:animEffect transition="in" filter="fade">
                                      <p:cBhvr>
                                        <p:cTn id="61" dur="500"/>
                                        <p:tgtEl>
                                          <p:spTgt spid="108"/>
                                        </p:tgtEl>
                                      </p:cBhvr>
                                    </p:animEffect>
                                    <p:anim calcmode="lin" valueType="num">
                                      <p:cBhvr>
                                        <p:cTn id="62" dur="500" fill="hold"/>
                                        <p:tgtEl>
                                          <p:spTgt spid="108"/>
                                        </p:tgtEl>
                                        <p:attrNameLst>
                                          <p:attrName>ppt_x</p:attrName>
                                        </p:attrNameLst>
                                      </p:cBhvr>
                                      <p:tavLst>
                                        <p:tav tm="0">
                                          <p:val>
                                            <p:strVal val="#ppt_x"/>
                                          </p:val>
                                        </p:tav>
                                        <p:tav tm="100000">
                                          <p:val>
                                            <p:strVal val="#ppt_x"/>
                                          </p:val>
                                        </p:tav>
                                      </p:tavLst>
                                    </p:anim>
                                    <p:anim calcmode="lin" valueType="num">
                                      <p:cBhvr>
                                        <p:cTn id="63" dur="500" fill="hold"/>
                                        <p:tgtEl>
                                          <p:spTgt spid="108"/>
                                        </p:tgtEl>
                                        <p:attrNameLst>
                                          <p:attrName>ppt_y</p:attrName>
                                        </p:attrNameLst>
                                      </p:cBhvr>
                                      <p:tavLst>
                                        <p:tav tm="0">
                                          <p:val>
                                            <p:strVal val="#ppt_y+.1"/>
                                          </p:val>
                                        </p:tav>
                                        <p:tav tm="100000">
                                          <p:val>
                                            <p:strVal val="#ppt_y"/>
                                          </p:val>
                                        </p:tav>
                                      </p:tavLst>
                                    </p:anim>
                                  </p:childTnLst>
                                </p:cTn>
                              </p:par>
                            </p:childTnLst>
                          </p:cTn>
                        </p:par>
                        <p:par>
                          <p:cTn id="64" fill="hold">
                            <p:stCondLst>
                              <p:cond delay="6000"/>
                            </p:stCondLst>
                            <p:childTnLst>
                              <p:par>
                                <p:cTn id="65" presetID="10" presetClass="entr" presetSubtype="0" fill="hold" grpId="0" nodeType="after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500"/>
                                        <p:tgtEl>
                                          <p:spTgt spid="54"/>
                                        </p:tgtEl>
                                      </p:cBhvr>
                                    </p:animEffect>
                                  </p:childTnLst>
                                </p:cTn>
                              </p:par>
                            </p:childTnLst>
                          </p:cTn>
                        </p:par>
                        <p:par>
                          <p:cTn id="68" fill="hold">
                            <p:stCondLst>
                              <p:cond delay="6500"/>
                            </p:stCondLst>
                            <p:childTnLst>
                              <p:par>
                                <p:cTn id="69" presetID="10" presetClass="entr" presetSubtype="0" fill="hold" grpId="0" nodeType="after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82" grpId="0"/>
      <p:bldP spid="105" grpId="0" animBg="1"/>
      <p:bldP spid="106" grpId="0" animBg="1"/>
      <p:bldP spid="107" grpId="0" animBg="1"/>
      <p:bldP spid="108" grpId="0" animBg="1"/>
      <p:bldP spid="110" grpId="0" animBg="1"/>
      <p:bldP spid="54" grpId="0"/>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90660" y="162154"/>
            <a:ext cx="9649521" cy="646331"/>
          </a:xfrm>
          <a:prstGeom prst="rect">
            <a:avLst/>
          </a:prstGeom>
          <a:noFill/>
          <a:ln w="57150">
            <a:solidFill>
              <a:schemeClr val="bg1"/>
            </a:solidFill>
          </a:ln>
        </p:spPr>
        <p:txBody>
          <a:bodyPr wrap="square" lIns="91440" tIns="45720" rIns="91440" bIns="45720" rtlCol="0" anchor="t">
            <a:spAutoFit/>
          </a:bodyPr>
          <a:lstStyle/>
          <a:p>
            <a:pPr algn="ctr"/>
            <a:r>
              <a:rPr lang="en-US" sz="3600" b="1" dirty="0">
                <a:solidFill>
                  <a:schemeClr val="tx2"/>
                </a:solidFill>
                <a:latin typeface="Segoe UI"/>
                <a:cs typeface="Segoe UI"/>
              </a:rPr>
              <a:t>Our Services – Apart from Products</a:t>
            </a:r>
          </a:p>
        </p:txBody>
      </p:sp>
      <p:sp>
        <p:nvSpPr>
          <p:cNvPr id="50" name="TextBox 49"/>
          <p:cNvSpPr txBox="1"/>
          <p:nvPr/>
        </p:nvSpPr>
        <p:spPr>
          <a:xfrm>
            <a:off x="1418522" y="2437319"/>
            <a:ext cx="184730" cy="338554"/>
          </a:xfrm>
          <a:prstGeom prst="rect">
            <a:avLst/>
          </a:prstGeom>
          <a:noFill/>
        </p:spPr>
        <p:txBody>
          <a:bodyPr wrap="none" rtlCol="0">
            <a:spAutoFit/>
          </a:bodyPr>
          <a:lstStyle/>
          <a:p>
            <a:pPr algn="ctr"/>
            <a:endParaRPr lang="id-ID" sz="1600" b="1">
              <a:solidFill>
                <a:schemeClr val="tx1">
                  <a:lumMod val="50000"/>
                  <a:lumOff val="50000"/>
                </a:schemeClr>
              </a:solidFill>
              <a:latin typeface="+mj-lt"/>
            </a:endParaRPr>
          </a:p>
        </p:txBody>
      </p:sp>
      <p:grpSp>
        <p:nvGrpSpPr>
          <p:cNvPr id="52" name="Group 51"/>
          <p:cNvGrpSpPr/>
          <p:nvPr/>
        </p:nvGrpSpPr>
        <p:grpSpPr>
          <a:xfrm>
            <a:off x="1460215" y="1737741"/>
            <a:ext cx="423629" cy="370251"/>
            <a:chOff x="8296275" y="8293096"/>
            <a:chExt cx="1385888" cy="1211261"/>
          </a:xfrm>
          <a:solidFill>
            <a:schemeClr val="bg1"/>
          </a:solidFill>
        </p:grpSpPr>
        <p:sp>
          <p:nvSpPr>
            <p:cNvPr id="53" name="Freeform 8"/>
            <p:cNvSpPr>
              <a:spLocks noEditPoints="1"/>
            </p:cNvSpPr>
            <p:nvPr/>
          </p:nvSpPr>
          <p:spPr bwMode="auto">
            <a:xfrm>
              <a:off x="8296275" y="8293096"/>
              <a:ext cx="1385888" cy="1211261"/>
            </a:xfrm>
            <a:custGeom>
              <a:avLst/>
              <a:gdLst>
                <a:gd name="T0" fmla="*/ 368 w 369"/>
                <a:gd name="T1" fmla="*/ 190 h 323"/>
                <a:gd name="T2" fmla="*/ 322 w 369"/>
                <a:gd name="T3" fmla="*/ 17 h 323"/>
                <a:gd name="T4" fmla="*/ 299 w 369"/>
                <a:gd name="T5" fmla="*/ 0 h 323"/>
                <a:gd name="T6" fmla="*/ 184 w 369"/>
                <a:gd name="T7" fmla="*/ 0 h 323"/>
                <a:gd name="T8" fmla="*/ 69 w 369"/>
                <a:gd name="T9" fmla="*/ 0 h 323"/>
                <a:gd name="T10" fmla="*/ 47 w 369"/>
                <a:gd name="T11" fmla="*/ 17 h 323"/>
                <a:gd name="T12" fmla="*/ 1 w 369"/>
                <a:gd name="T13" fmla="*/ 190 h 323"/>
                <a:gd name="T14" fmla="*/ 0 w 369"/>
                <a:gd name="T15" fmla="*/ 196 h 323"/>
                <a:gd name="T16" fmla="*/ 0 w 369"/>
                <a:gd name="T17" fmla="*/ 276 h 323"/>
                <a:gd name="T18" fmla="*/ 46 w 369"/>
                <a:gd name="T19" fmla="*/ 323 h 323"/>
                <a:gd name="T20" fmla="*/ 323 w 369"/>
                <a:gd name="T21" fmla="*/ 323 h 323"/>
                <a:gd name="T22" fmla="*/ 369 w 369"/>
                <a:gd name="T23" fmla="*/ 276 h 323"/>
                <a:gd name="T24" fmla="*/ 369 w 369"/>
                <a:gd name="T25" fmla="*/ 196 h 323"/>
                <a:gd name="T26" fmla="*/ 368 w 369"/>
                <a:gd name="T27" fmla="*/ 190 h 323"/>
                <a:gd name="T28" fmla="*/ 346 w 369"/>
                <a:gd name="T29" fmla="*/ 276 h 323"/>
                <a:gd name="T30" fmla="*/ 323 w 369"/>
                <a:gd name="T31" fmla="*/ 299 h 323"/>
                <a:gd name="T32" fmla="*/ 46 w 369"/>
                <a:gd name="T33" fmla="*/ 299 h 323"/>
                <a:gd name="T34" fmla="*/ 23 w 369"/>
                <a:gd name="T35" fmla="*/ 276 h 323"/>
                <a:gd name="T36" fmla="*/ 23 w 369"/>
                <a:gd name="T37" fmla="*/ 196 h 323"/>
                <a:gd name="T38" fmla="*/ 69 w 369"/>
                <a:gd name="T39" fmla="*/ 23 h 323"/>
                <a:gd name="T40" fmla="*/ 299 w 369"/>
                <a:gd name="T41" fmla="*/ 23 h 323"/>
                <a:gd name="T42" fmla="*/ 346 w 369"/>
                <a:gd name="T43" fmla="*/ 196 h 323"/>
                <a:gd name="T44" fmla="*/ 346 w 369"/>
                <a:gd name="T45" fmla="*/ 276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9" h="323">
                  <a:moveTo>
                    <a:pt x="368" y="190"/>
                  </a:moveTo>
                  <a:cubicBezTo>
                    <a:pt x="322" y="17"/>
                    <a:pt x="322" y="17"/>
                    <a:pt x="322" y="17"/>
                  </a:cubicBezTo>
                  <a:cubicBezTo>
                    <a:pt x="319" y="7"/>
                    <a:pt x="310" y="0"/>
                    <a:pt x="299" y="0"/>
                  </a:cubicBezTo>
                  <a:cubicBezTo>
                    <a:pt x="184" y="0"/>
                    <a:pt x="184" y="0"/>
                    <a:pt x="184" y="0"/>
                  </a:cubicBezTo>
                  <a:cubicBezTo>
                    <a:pt x="69" y="0"/>
                    <a:pt x="69" y="0"/>
                    <a:pt x="69" y="0"/>
                  </a:cubicBezTo>
                  <a:cubicBezTo>
                    <a:pt x="59" y="0"/>
                    <a:pt x="50" y="7"/>
                    <a:pt x="47" y="17"/>
                  </a:cubicBezTo>
                  <a:cubicBezTo>
                    <a:pt x="1" y="190"/>
                    <a:pt x="1" y="190"/>
                    <a:pt x="1" y="190"/>
                  </a:cubicBezTo>
                  <a:cubicBezTo>
                    <a:pt x="0" y="192"/>
                    <a:pt x="0" y="194"/>
                    <a:pt x="0" y="196"/>
                  </a:cubicBezTo>
                  <a:cubicBezTo>
                    <a:pt x="0" y="276"/>
                    <a:pt x="0" y="276"/>
                    <a:pt x="0" y="276"/>
                  </a:cubicBezTo>
                  <a:cubicBezTo>
                    <a:pt x="0" y="302"/>
                    <a:pt x="21" y="323"/>
                    <a:pt x="46" y="323"/>
                  </a:cubicBezTo>
                  <a:cubicBezTo>
                    <a:pt x="323" y="323"/>
                    <a:pt x="323" y="323"/>
                    <a:pt x="323" y="323"/>
                  </a:cubicBezTo>
                  <a:cubicBezTo>
                    <a:pt x="348" y="323"/>
                    <a:pt x="369" y="302"/>
                    <a:pt x="369" y="276"/>
                  </a:cubicBezTo>
                  <a:cubicBezTo>
                    <a:pt x="369" y="196"/>
                    <a:pt x="369" y="196"/>
                    <a:pt x="369" y="196"/>
                  </a:cubicBezTo>
                  <a:cubicBezTo>
                    <a:pt x="369" y="194"/>
                    <a:pt x="368" y="192"/>
                    <a:pt x="368" y="190"/>
                  </a:cubicBezTo>
                  <a:close/>
                  <a:moveTo>
                    <a:pt x="346" y="276"/>
                  </a:moveTo>
                  <a:cubicBezTo>
                    <a:pt x="346" y="289"/>
                    <a:pt x="335" y="299"/>
                    <a:pt x="323" y="299"/>
                  </a:cubicBezTo>
                  <a:cubicBezTo>
                    <a:pt x="46" y="299"/>
                    <a:pt x="46" y="299"/>
                    <a:pt x="46" y="299"/>
                  </a:cubicBezTo>
                  <a:cubicBezTo>
                    <a:pt x="34" y="299"/>
                    <a:pt x="23" y="289"/>
                    <a:pt x="23" y="276"/>
                  </a:cubicBezTo>
                  <a:cubicBezTo>
                    <a:pt x="23" y="196"/>
                    <a:pt x="23" y="196"/>
                    <a:pt x="23" y="196"/>
                  </a:cubicBezTo>
                  <a:cubicBezTo>
                    <a:pt x="69" y="23"/>
                    <a:pt x="69" y="23"/>
                    <a:pt x="69" y="23"/>
                  </a:cubicBezTo>
                  <a:cubicBezTo>
                    <a:pt x="299" y="23"/>
                    <a:pt x="299" y="23"/>
                    <a:pt x="299" y="23"/>
                  </a:cubicBezTo>
                  <a:cubicBezTo>
                    <a:pt x="346" y="196"/>
                    <a:pt x="346" y="196"/>
                    <a:pt x="346" y="196"/>
                  </a:cubicBezTo>
                  <a:lnTo>
                    <a:pt x="346" y="2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4" name="Freeform 9"/>
            <p:cNvSpPr>
              <a:spLocks noEditPoints="1"/>
            </p:cNvSpPr>
            <p:nvPr/>
          </p:nvSpPr>
          <p:spPr bwMode="auto">
            <a:xfrm>
              <a:off x="8461376" y="8466137"/>
              <a:ext cx="1055689" cy="776288"/>
            </a:xfrm>
            <a:custGeom>
              <a:avLst/>
              <a:gdLst>
                <a:gd name="T0" fmla="*/ 229 w 281"/>
                <a:gd name="T1" fmla="*/ 0 h 207"/>
                <a:gd name="T2" fmla="*/ 51 w 281"/>
                <a:gd name="T3" fmla="*/ 0 h 207"/>
                <a:gd name="T4" fmla="*/ 40 w 281"/>
                <a:gd name="T5" fmla="*/ 9 h 207"/>
                <a:gd name="T6" fmla="*/ 0 w 281"/>
                <a:gd name="T7" fmla="*/ 147 h 207"/>
                <a:gd name="T8" fmla="*/ 2 w 281"/>
                <a:gd name="T9" fmla="*/ 157 h 207"/>
                <a:gd name="T10" fmla="*/ 12 w 281"/>
                <a:gd name="T11" fmla="*/ 161 h 207"/>
                <a:gd name="T12" fmla="*/ 45 w 281"/>
                <a:gd name="T13" fmla="*/ 161 h 207"/>
                <a:gd name="T14" fmla="*/ 58 w 281"/>
                <a:gd name="T15" fmla="*/ 161 h 207"/>
                <a:gd name="T16" fmla="*/ 64 w 281"/>
                <a:gd name="T17" fmla="*/ 161 h 207"/>
                <a:gd name="T18" fmla="*/ 81 w 281"/>
                <a:gd name="T19" fmla="*/ 195 h 207"/>
                <a:gd name="T20" fmla="*/ 101 w 281"/>
                <a:gd name="T21" fmla="*/ 207 h 207"/>
                <a:gd name="T22" fmla="*/ 179 w 281"/>
                <a:gd name="T23" fmla="*/ 207 h 207"/>
                <a:gd name="T24" fmla="*/ 200 w 281"/>
                <a:gd name="T25" fmla="*/ 195 h 207"/>
                <a:gd name="T26" fmla="*/ 217 w 281"/>
                <a:gd name="T27" fmla="*/ 161 h 207"/>
                <a:gd name="T28" fmla="*/ 223 w 281"/>
                <a:gd name="T29" fmla="*/ 161 h 207"/>
                <a:gd name="T30" fmla="*/ 236 w 281"/>
                <a:gd name="T31" fmla="*/ 161 h 207"/>
                <a:gd name="T32" fmla="*/ 269 w 281"/>
                <a:gd name="T33" fmla="*/ 161 h 207"/>
                <a:gd name="T34" fmla="*/ 278 w 281"/>
                <a:gd name="T35" fmla="*/ 157 h 207"/>
                <a:gd name="T36" fmla="*/ 280 w 281"/>
                <a:gd name="T37" fmla="*/ 147 h 207"/>
                <a:gd name="T38" fmla="*/ 241 w 281"/>
                <a:gd name="T39" fmla="*/ 9 h 207"/>
                <a:gd name="T40" fmla="*/ 229 w 281"/>
                <a:gd name="T41" fmla="*/ 0 h 207"/>
                <a:gd name="T42" fmla="*/ 236 w 281"/>
                <a:gd name="T43" fmla="*/ 138 h 207"/>
                <a:gd name="T44" fmla="*/ 217 w 281"/>
                <a:gd name="T45" fmla="*/ 138 h 207"/>
                <a:gd name="T46" fmla="*/ 196 w 281"/>
                <a:gd name="T47" fmla="*/ 151 h 207"/>
                <a:gd name="T48" fmla="*/ 179 w 281"/>
                <a:gd name="T49" fmla="*/ 184 h 207"/>
                <a:gd name="T50" fmla="*/ 101 w 281"/>
                <a:gd name="T51" fmla="*/ 184 h 207"/>
                <a:gd name="T52" fmla="*/ 85 w 281"/>
                <a:gd name="T53" fmla="*/ 151 h 207"/>
                <a:gd name="T54" fmla="*/ 64 w 281"/>
                <a:gd name="T55" fmla="*/ 138 h 207"/>
                <a:gd name="T56" fmla="*/ 45 w 281"/>
                <a:gd name="T57" fmla="*/ 138 h 207"/>
                <a:gd name="T58" fmla="*/ 18 w 281"/>
                <a:gd name="T59" fmla="*/ 138 h 207"/>
                <a:gd name="T60" fmla="*/ 51 w 281"/>
                <a:gd name="T61" fmla="*/ 12 h 207"/>
                <a:gd name="T62" fmla="*/ 229 w 281"/>
                <a:gd name="T63" fmla="*/ 12 h 207"/>
                <a:gd name="T64" fmla="*/ 263 w 281"/>
                <a:gd name="T65" fmla="*/ 138 h 207"/>
                <a:gd name="T66" fmla="*/ 236 w 281"/>
                <a:gd name="T67" fmla="*/ 13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1" h="207">
                  <a:moveTo>
                    <a:pt x="229" y="0"/>
                  </a:moveTo>
                  <a:cubicBezTo>
                    <a:pt x="51" y="0"/>
                    <a:pt x="51" y="0"/>
                    <a:pt x="51" y="0"/>
                  </a:cubicBezTo>
                  <a:cubicBezTo>
                    <a:pt x="46" y="0"/>
                    <a:pt x="41" y="4"/>
                    <a:pt x="40" y="9"/>
                  </a:cubicBezTo>
                  <a:cubicBezTo>
                    <a:pt x="0" y="147"/>
                    <a:pt x="0" y="147"/>
                    <a:pt x="0" y="147"/>
                  </a:cubicBezTo>
                  <a:cubicBezTo>
                    <a:pt x="0" y="150"/>
                    <a:pt x="0" y="154"/>
                    <a:pt x="2" y="157"/>
                  </a:cubicBezTo>
                  <a:cubicBezTo>
                    <a:pt x="5" y="160"/>
                    <a:pt x="8" y="161"/>
                    <a:pt x="12" y="161"/>
                  </a:cubicBezTo>
                  <a:cubicBezTo>
                    <a:pt x="45" y="161"/>
                    <a:pt x="45" y="161"/>
                    <a:pt x="45" y="161"/>
                  </a:cubicBezTo>
                  <a:cubicBezTo>
                    <a:pt x="58" y="161"/>
                    <a:pt x="58" y="161"/>
                    <a:pt x="58" y="161"/>
                  </a:cubicBezTo>
                  <a:cubicBezTo>
                    <a:pt x="64" y="161"/>
                    <a:pt x="64" y="161"/>
                    <a:pt x="64" y="161"/>
                  </a:cubicBezTo>
                  <a:cubicBezTo>
                    <a:pt x="81" y="195"/>
                    <a:pt x="81" y="195"/>
                    <a:pt x="81" y="195"/>
                  </a:cubicBezTo>
                  <a:cubicBezTo>
                    <a:pt x="85" y="203"/>
                    <a:pt x="93" y="207"/>
                    <a:pt x="101" y="207"/>
                  </a:cubicBezTo>
                  <a:cubicBezTo>
                    <a:pt x="179" y="207"/>
                    <a:pt x="179" y="207"/>
                    <a:pt x="179" y="207"/>
                  </a:cubicBezTo>
                  <a:cubicBezTo>
                    <a:pt x="188" y="207"/>
                    <a:pt x="196" y="203"/>
                    <a:pt x="200" y="195"/>
                  </a:cubicBezTo>
                  <a:cubicBezTo>
                    <a:pt x="217" y="161"/>
                    <a:pt x="217" y="161"/>
                    <a:pt x="217" y="161"/>
                  </a:cubicBezTo>
                  <a:cubicBezTo>
                    <a:pt x="223" y="161"/>
                    <a:pt x="223" y="161"/>
                    <a:pt x="223" y="161"/>
                  </a:cubicBezTo>
                  <a:cubicBezTo>
                    <a:pt x="236" y="161"/>
                    <a:pt x="236" y="161"/>
                    <a:pt x="236" y="161"/>
                  </a:cubicBezTo>
                  <a:cubicBezTo>
                    <a:pt x="269" y="161"/>
                    <a:pt x="269" y="161"/>
                    <a:pt x="269" y="161"/>
                  </a:cubicBezTo>
                  <a:cubicBezTo>
                    <a:pt x="273" y="161"/>
                    <a:pt x="276" y="160"/>
                    <a:pt x="278" y="157"/>
                  </a:cubicBezTo>
                  <a:cubicBezTo>
                    <a:pt x="280" y="154"/>
                    <a:pt x="281" y="150"/>
                    <a:pt x="280" y="147"/>
                  </a:cubicBezTo>
                  <a:cubicBezTo>
                    <a:pt x="241" y="9"/>
                    <a:pt x="241" y="9"/>
                    <a:pt x="241" y="9"/>
                  </a:cubicBezTo>
                  <a:cubicBezTo>
                    <a:pt x="239" y="4"/>
                    <a:pt x="235" y="0"/>
                    <a:pt x="229" y="0"/>
                  </a:cubicBezTo>
                  <a:close/>
                  <a:moveTo>
                    <a:pt x="236" y="138"/>
                  </a:moveTo>
                  <a:cubicBezTo>
                    <a:pt x="217" y="138"/>
                    <a:pt x="217" y="138"/>
                    <a:pt x="217" y="138"/>
                  </a:cubicBezTo>
                  <a:cubicBezTo>
                    <a:pt x="208" y="138"/>
                    <a:pt x="200" y="143"/>
                    <a:pt x="196" y="151"/>
                  </a:cubicBezTo>
                  <a:cubicBezTo>
                    <a:pt x="179" y="184"/>
                    <a:pt x="179" y="184"/>
                    <a:pt x="179" y="184"/>
                  </a:cubicBezTo>
                  <a:cubicBezTo>
                    <a:pt x="101" y="184"/>
                    <a:pt x="101" y="184"/>
                    <a:pt x="101" y="184"/>
                  </a:cubicBezTo>
                  <a:cubicBezTo>
                    <a:pt x="85" y="151"/>
                    <a:pt x="85" y="151"/>
                    <a:pt x="85" y="151"/>
                  </a:cubicBezTo>
                  <a:cubicBezTo>
                    <a:pt x="81" y="143"/>
                    <a:pt x="73" y="138"/>
                    <a:pt x="64" y="138"/>
                  </a:cubicBezTo>
                  <a:cubicBezTo>
                    <a:pt x="45" y="138"/>
                    <a:pt x="45" y="138"/>
                    <a:pt x="45" y="138"/>
                  </a:cubicBezTo>
                  <a:cubicBezTo>
                    <a:pt x="18" y="138"/>
                    <a:pt x="18" y="138"/>
                    <a:pt x="18" y="138"/>
                  </a:cubicBezTo>
                  <a:cubicBezTo>
                    <a:pt x="51" y="12"/>
                    <a:pt x="51" y="12"/>
                    <a:pt x="51" y="12"/>
                  </a:cubicBezTo>
                  <a:cubicBezTo>
                    <a:pt x="229" y="12"/>
                    <a:pt x="229" y="12"/>
                    <a:pt x="229" y="12"/>
                  </a:cubicBezTo>
                  <a:cubicBezTo>
                    <a:pt x="263" y="138"/>
                    <a:pt x="263" y="138"/>
                    <a:pt x="263" y="138"/>
                  </a:cubicBezTo>
                  <a:lnTo>
                    <a:pt x="236" y="13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grpSp>
      <p:sp>
        <p:nvSpPr>
          <p:cNvPr id="56" name="TextBox 55"/>
          <p:cNvSpPr txBox="1"/>
          <p:nvPr/>
        </p:nvSpPr>
        <p:spPr>
          <a:xfrm>
            <a:off x="438505" y="4886904"/>
            <a:ext cx="2609497" cy="338554"/>
          </a:xfrm>
          <a:prstGeom prst="rect">
            <a:avLst/>
          </a:prstGeom>
          <a:noFill/>
        </p:spPr>
        <p:txBody>
          <a:bodyPr wrap="none" rtlCol="0">
            <a:spAutoFit/>
          </a:bodyPr>
          <a:lstStyle/>
          <a:p>
            <a:pPr algn="ctr"/>
            <a:r>
              <a:rPr lang="en-US" sz="1600" b="1" dirty="0">
                <a:solidFill>
                  <a:schemeClr val="tx1">
                    <a:lumMod val="50000"/>
                    <a:lumOff val="50000"/>
                  </a:schemeClr>
                </a:solidFill>
                <a:latin typeface="+mj-lt"/>
              </a:rPr>
              <a:t>IP Patent &amp; Development</a:t>
            </a:r>
            <a:endParaRPr lang="id-ID" sz="1600" b="1" dirty="0">
              <a:solidFill>
                <a:schemeClr val="tx1">
                  <a:lumMod val="50000"/>
                  <a:lumOff val="50000"/>
                </a:schemeClr>
              </a:solidFill>
              <a:latin typeface="+mj-lt"/>
            </a:endParaRPr>
          </a:p>
        </p:txBody>
      </p:sp>
      <p:sp>
        <p:nvSpPr>
          <p:cNvPr id="59" name="TextBox 58"/>
          <p:cNvSpPr txBox="1"/>
          <p:nvPr/>
        </p:nvSpPr>
        <p:spPr>
          <a:xfrm>
            <a:off x="3810891" y="2723040"/>
            <a:ext cx="1998817" cy="338554"/>
          </a:xfrm>
          <a:prstGeom prst="rect">
            <a:avLst/>
          </a:prstGeom>
          <a:noFill/>
        </p:spPr>
        <p:txBody>
          <a:bodyPr wrap="none" lIns="91440" tIns="45720" rIns="91440" bIns="45720" rtlCol="0" anchor="t">
            <a:spAutoFit/>
          </a:bodyPr>
          <a:lstStyle/>
          <a:p>
            <a:r>
              <a:rPr lang="en-US" sz="1600" b="1" dirty="0">
                <a:solidFill>
                  <a:schemeClr val="tx1">
                    <a:lumMod val="50000"/>
                    <a:lumOff val="50000"/>
                  </a:schemeClr>
                </a:solidFill>
                <a:latin typeface="+mj-lt"/>
              </a:rPr>
              <a:t>Talent Acquisition</a:t>
            </a:r>
            <a:endParaRPr lang="id-ID" sz="1600" b="1" dirty="0">
              <a:solidFill>
                <a:schemeClr val="tx1">
                  <a:lumMod val="50000"/>
                  <a:lumOff val="50000"/>
                </a:schemeClr>
              </a:solidFill>
              <a:latin typeface="+mj-lt"/>
            </a:endParaRPr>
          </a:p>
        </p:txBody>
      </p:sp>
      <p:sp>
        <p:nvSpPr>
          <p:cNvPr id="62" name="TextBox 61"/>
          <p:cNvSpPr txBox="1"/>
          <p:nvPr/>
        </p:nvSpPr>
        <p:spPr>
          <a:xfrm>
            <a:off x="3723179" y="4846439"/>
            <a:ext cx="2051184" cy="584775"/>
          </a:xfrm>
          <a:prstGeom prst="rect">
            <a:avLst/>
          </a:prstGeom>
          <a:noFill/>
        </p:spPr>
        <p:txBody>
          <a:bodyPr wrap="square" rtlCol="0">
            <a:spAutoFit/>
          </a:bodyPr>
          <a:lstStyle/>
          <a:p>
            <a:pPr algn="ctr"/>
            <a:r>
              <a:rPr lang="en-US" sz="1600" b="1" dirty="0">
                <a:solidFill>
                  <a:schemeClr val="tx1">
                    <a:lumMod val="50000"/>
                    <a:lumOff val="50000"/>
                  </a:schemeClr>
                </a:solidFill>
                <a:latin typeface="+mj-lt"/>
              </a:rPr>
              <a:t>Setting up </a:t>
            </a:r>
          </a:p>
          <a:p>
            <a:pPr algn="ctr"/>
            <a:r>
              <a:rPr lang="en-US" sz="1600" b="1" dirty="0">
                <a:solidFill>
                  <a:schemeClr val="tx1">
                    <a:lumMod val="50000"/>
                    <a:lumOff val="50000"/>
                  </a:schemeClr>
                </a:solidFill>
                <a:latin typeface="+mj-lt"/>
              </a:rPr>
              <a:t>Research Centers</a:t>
            </a:r>
            <a:endParaRPr lang="id-ID" sz="1600" b="1" dirty="0">
              <a:solidFill>
                <a:schemeClr val="tx1">
                  <a:lumMod val="50000"/>
                  <a:lumOff val="50000"/>
                </a:schemeClr>
              </a:solidFill>
              <a:latin typeface="+mj-lt"/>
            </a:endParaRPr>
          </a:p>
        </p:txBody>
      </p:sp>
      <p:sp>
        <p:nvSpPr>
          <p:cNvPr id="77" name="TextBox 76"/>
          <p:cNvSpPr txBox="1"/>
          <p:nvPr/>
        </p:nvSpPr>
        <p:spPr>
          <a:xfrm>
            <a:off x="6859162" y="4872787"/>
            <a:ext cx="2204450" cy="584775"/>
          </a:xfrm>
          <a:prstGeom prst="rect">
            <a:avLst/>
          </a:prstGeom>
          <a:noFill/>
        </p:spPr>
        <p:txBody>
          <a:bodyPr wrap="none" lIns="91440" tIns="45720" rIns="91440" bIns="45720" rtlCol="0" anchor="t">
            <a:spAutoFit/>
          </a:bodyPr>
          <a:lstStyle/>
          <a:p>
            <a:pPr algn="ctr"/>
            <a:r>
              <a:rPr lang="en-US" sz="1600" b="1" dirty="0">
                <a:solidFill>
                  <a:schemeClr val="tx1">
                    <a:lumMod val="50000"/>
                    <a:lumOff val="50000"/>
                  </a:schemeClr>
                </a:solidFill>
                <a:latin typeface="+mj-lt"/>
              </a:rPr>
              <a:t>Executing Industrial </a:t>
            </a:r>
          </a:p>
          <a:p>
            <a:pPr algn="ctr"/>
            <a:r>
              <a:rPr lang="en-US" sz="1600" b="1" dirty="0">
                <a:solidFill>
                  <a:schemeClr val="tx1">
                    <a:lumMod val="50000"/>
                    <a:lumOff val="50000"/>
                  </a:schemeClr>
                </a:solidFill>
                <a:latin typeface="+mj-lt"/>
              </a:rPr>
              <a:t>Projects	</a:t>
            </a:r>
            <a:endParaRPr lang="id-ID" sz="1600" b="1" dirty="0">
              <a:solidFill>
                <a:schemeClr val="tx1">
                  <a:lumMod val="50000"/>
                  <a:lumOff val="50000"/>
                </a:schemeClr>
              </a:solidFill>
              <a:latin typeface="+mj-lt"/>
            </a:endParaRPr>
          </a:p>
        </p:txBody>
      </p:sp>
      <p:sp>
        <p:nvSpPr>
          <p:cNvPr id="101" name="Freeform 22"/>
          <p:cNvSpPr>
            <a:spLocks noEditPoints="1"/>
          </p:cNvSpPr>
          <p:nvPr/>
        </p:nvSpPr>
        <p:spPr bwMode="auto">
          <a:xfrm>
            <a:off x="4624105" y="1790635"/>
            <a:ext cx="422173" cy="304256"/>
          </a:xfrm>
          <a:custGeom>
            <a:avLst/>
            <a:gdLst>
              <a:gd name="T0" fmla="*/ 298 w 368"/>
              <a:gd name="T1" fmla="*/ 94 h 265"/>
              <a:gd name="T2" fmla="*/ 196 w 368"/>
              <a:gd name="T3" fmla="*/ 0 h 265"/>
              <a:gd name="T4" fmla="*/ 102 w 368"/>
              <a:gd name="T5" fmla="*/ 60 h 265"/>
              <a:gd name="T6" fmla="*/ 86 w 368"/>
              <a:gd name="T7" fmla="*/ 58 h 265"/>
              <a:gd name="T8" fmla="*/ 35 w 368"/>
              <a:gd name="T9" fmla="*/ 109 h 265"/>
              <a:gd name="T10" fmla="*/ 37 w 368"/>
              <a:gd name="T11" fmla="*/ 126 h 265"/>
              <a:gd name="T12" fmla="*/ 0 w 368"/>
              <a:gd name="T13" fmla="*/ 190 h 265"/>
              <a:gd name="T14" fmla="*/ 75 w 368"/>
              <a:gd name="T15" fmla="*/ 265 h 265"/>
              <a:gd name="T16" fmla="*/ 75 w 368"/>
              <a:gd name="T17" fmla="*/ 265 h 265"/>
              <a:gd name="T18" fmla="*/ 282 w 368"/>
              <a:gd name="T19" fmla="*/ 265 h 265"/>
              <a:gd name="T20" fmla="*/ 282 w 368"/>
              <a:gd name="T21" fmla="*/ 265 h 265"/>
              <a:gd name="T22" fmla="*/ 368 w 368"/>
              <a:gd name="T23" fmla="*/ 178 h 265"/>
              <a:gd name="T24" fmla="*/ 298 w 368"/>
              <a:gd name="T25" fmla="*/ 94 h 265"/>
              <a:gd name="T26" fmla="*/ 282 w 368"/>
              <a:gd name="T27" fmla="*/ 242 h 265"/>
              <a:gd name="T28" fmla="*/ 282 w 368"/>
              <a:gd name="T29" fmla="*/ 242 h 265"/>
              <a:gd name="T30" fmla="*/ 75 w 368"/>
              <a:gd name="T31" fmla="*/ 242 h 265"/>
              <a:gd name="T32" fmla="*/ 23 w 368"/>
              <a:gd name="T33" fmla="*/ 190 h 265"/>
              <a:gd name="T34" fmla="*/ 49 w 368"/>
              <a:gd name="T35" fmla="*/ 145 h 265"/>
              <a:gd name="T36" fmla="*/ 59 w 368"/>
              <a:gd name="T37" fmla="*/ 118 h 265"/>
              <a:gd name="T38" fmla="*/ 58 w 368"/>
              <a:gd name="T39" fmla="*/ 109 h 265"/>
              <a:gd name="T40" fmla="*/ 86 w 368"/>
              <a:gd name="T41" fmla="*/ 81 h 265"/>
              <a:gd name="T42" fmla="*/ 102 w 368"/>
              <a:gd name="T43" fmla="*/ 83 h 265"/>
              <a:gd name="T44" fmla="*/ 123 w 368"/>
              <a:gd name="T45" fmla="*/ 70 h 265"/>
              <a:gd name="T46" fmla="*/ 196 w 368"/>
              <a:gd name="T47" fmla="*/ 23 h 265"/>
              <a:gd name="T48" fmla="*/ 275 w 368"/>
              <a:gd name="T49" fmla="*/ 96 h 265"/>
              <a:gd name="T50" fmla="*/ 294 w 368"/>
              <a:gd name="T51" fmla="*/ 116 h 265"/>
              <a:gd name="T52" fmla="*/ 345 w 368"/>
              <a:gd name="T53" fmla="*/ 178 h 265"/>
              <a:gd name="T54" fmla="*/ 282 w 368"/>
              <a:gd name="T55" fmla="*/ 24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8" h="265">
                <a:moveTo>
                  <a:pt x="298" y="94"/>
                </a:moveTo>
                <a:cubicBezTo>
                  <a:pt x="293" y="41"/>
                  <a:pt x="250" y="0"/>
                  <a:pt x="196" y="0"/>
                </a:cubicBezTo>
                <a:cubicBezTo>
                  <a:pt x="154" y="0"/>
                  <a:pt x="118" y="25"/>
                  <a:pt x="102" y="60"/>
                </a:cubicBezTo>
                <a:cubicBezTo>
                  <a:pt x="97" y="59"/>
                  <a:pt x="92" y="58"/>
                  <a:pt x="86" y="58"/>
                </a:cubicBezTo>
                <a:cubicBezTo>
                  <a:pt x="58" y="58"/>
                  <a:pt x="35" y="81"/>
                  <a:pt x="35" y="109"/>
                </a:cubicBezTo>
                <a:cubicBezTo>
                  <a:pt x="35" y="115"/>
                  <a:pt x="36" y="120"/>
                  <a:pt x="37" y="126"/>
                </a:cubicBezTo>
                <a:cubicBezTo>
                  <a:pt x="15" y="139"/>
                  <a:pt x="0" y="162"/>
                  <a:pt x="0" y="190"/>
                </a:cubicBezTo>
                <a:cubicBezTo>
                  <a:pt x="0" y="231"/>
                  <a:pt x="34" y="265"/>
                  <a:pt x="75" y="265"/>
                </a:cubicBezTo>
                <a:cubicBezTo>
                  <a:pt x="75" y="265"/>
                  <a:pt x="75" y="265"/>
                  <a:pt x="75" y="265"/>
                </a:cubicBezTo>
                <a:cubicBezTo>
                  <a:pt x="282" y="265"/>
                  <a:pt x="282" y="265"/>
                  <a:pt x="282" y="265"/>
                </a:cubicBezTo>
                <a:cubicBezTo>
                  <a:pt x="282" y="265"/>
                  <a:pt x="282" y="265"/>
                  <a:pt x="282" y="265"/>
                </a:cubicBezTo>
                <a:cubicBezTo>
                  <a:pt x="330" y="265"/>
                  <a:pt x="368" y="226"/>
                  <a:pt x="368" y="178"/>
                </a:cubicBezTo>
                <a:cubicBezTo>
                  <a:pt x="368" y="136"/>
                  <a:pt x="338" y="101"/>
                  <a:pt x="298" y="94"/>
                </a:cubicBezTo>
                <a:close/>
                <a:moveTo>
                  <a:pt x="282" y="242"/>
                </a:moveTo>
                <a:cubicBezTo>
                  <a:pt x="282" y="242"/>
                  <a:pt x="282" y="242"/>
                  <a:pt x="282" y="242"/>
                </a:cubicBezTo>
                <a:cubicBezTo>
                  <a:pt x="75" y="242"/>
                  <a:pt x="75" y="242"/>
                  <a:pt x="75" y="242"/>
                </a:cubicBezTo>
                <a:cubicBezTo>
                  <a:pt x="46" y="242"/>
                  <a:pt x="23" y="219"/>
                  <a:pt x="23" y="190"/>
                </a:cubicBezTo>
                <a:cubicBezTo>
                  <a:pt x="23" y="172"/>
                  <a:pt x="33" y="155"/>
                  <a:pt x="49" y="145"/>
                </a:cubicBezTo>
                <a:cubicBezTo>
                  <a:pt x="65" y="136"/>
                  <a:pt x="66" y="135"/>
                  <a:pt x="59" y="118"/>
                </a:cubicBezTo>
                <a:cubicBezTo>
                  <a:pt x="58" y="115"/>
                  <a:pt x="58" y="112"/>
                  <a:pt x="58" y="109"/>
                </a:cubicBezTo>
                <a:cubicBezTo>
                  <a:pt x="58" y="94"/>
                  <a:pt x="70" y="81"/>
                  <a:pt x="86" y="81"/>
                </a:cubicBezTo>
                <a:cubicBezTo>
                  <a:pt x="86" y="81"/>
                  <a:pt x="94" y="80"/>
                  <a:pt x="102" y="83"/>
                </a:cubicBezTo>
                <a:cubicBezTo>
                  <a:pt x="115" y="89"/>
                  <a:pt x="117" y="83"/>
                  <a:pt x="123" y="70"/>
                </a:cubicBezTo>
                <a:cubicBezTo>
                  <a:pt x="136" y="41"/>
                  <a:pt x="165" y="23"/>
                  <a:pt x="196" y="23"/>
                </a:cubicBezTo>
                <a:cubicBezTo>
                  <a:pt x="237" y="23"/>
                  <a:pt x="271" y="54"/>
                  <a:pt x="275" y="96"/>
                </a:cubicBezTo>
                <a:cubicBezTo>
                  <a:pt x="277" y="112"/>
                  <a:pt x="277" y="112"/>
                  <a:pt x="294" y="116"/>
                </a:cubicBezTo>
                <a:cubicBezTo>
                  <a:pt x="324" y="122"/>
                  <a:pt x="345" y="148"/>
                  <a:pt x="345" y="178"/>
                </a:cubicBezTo>
                <a:cubicBezTo>
                  <a:pt x="345" y="213"/>
                  <a:pt x="317" y="242"/>
                  <a:pt x="282" y="24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102" name="Rectangle 101"/>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61425" y="5431040"/>
            <a:ext cx="752475" cy="20753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9" name="TextBox 118"/>
          <p:cNvSpPr txBox="1"/>
          <p:nvPr/>
        </p:nvSpPr>
        <p:spPr>
          <a:xfrm>
            <a:off x="442843" y="2698176"/>
            <a:ext cx="2430474" cy="338554"/>
          </a:xfrm>
          <a:prstGeom prst="rect">
            <a:avLst/>
          </a:prstGeom>
          <a:noFill/>
        </p:spPr>
        <p:txBody>
          <a:bodyPr wrap="none" lIns="91440" tIns="45720" rIns="91440" bIns="45720" rtlCol="0" anchor="t">
            <a:spAutoFit/>
          </a:bodyPr>
          <a:lstStyle/>
          <a:p>
            <a:pPr algn="ctr"/>
            <a:r>
              <a:rPr lang="en-US" sz="1600" b="1" dirty="0">
                <a:solidFill>
                  <a:schemeClr val="tx1">
                    <a:lumMod val="50000"/>
                    <a:lumOff val="50000"/>
                  </a:schemeClr>
                </a:solidFill>
                <a:latin typeface="+mj-lt"/>
              </a:rPr>
              <a:t>Making Industry Ready</a:t>
            </a:r>
            <a:endParaRPr lang="id-ID" sz="1600" b="1" dirty="0">
              <a:solidFill>
                <a:schemeClr val="tx1">
                  <a:lumMod val="50000"/>
                  <a:lumOff val="50000"/>
                </a:schemeClr>
              </a:solidFill>
              <a:latin typeface="+mj-lt"/>
              <a:ea typeface="Source Sans Pro Light"/>
            </a:endParaRPr>
          </a:p>
        </p:txBody>
      </p:sp>
      <p:sp>
        <p:nvSpPr>
          <p:cNvPr id="8" name="TextBox 7">
            <a:extLst>
              <a:ext uri="{FF2B5EF4-FFF2-40B4-BE49-F238E27FC236}">
                <a16:creationId xmlns:a16="http://schemas.microsoft.com/office/drawing/2014/main" id="{CC2B9EF1-36F8-4F66-B1D5-9D18034A8FA8}"/>
              </a:ext>
            </a:extLst>
          </p:cNvPr>
          <p:cNvSpPr txBox="1"/>
          <p:nvPr/>
        </p:nvSpPr>
        <p:spPr>
          <a:xfrm>
            <a:off x="6985950" y="2653618"/>
            <a:ext cx="206746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chemeClr val="tx1">
                    <a:lumMod val="50000"/>
                    <a:lumOff val="50000"/>
                  </a:schemeClr>
                </a:solidFill>
                <a:latin typeface="+mj-lt"/>
                <a:ea typeface="Source Sans Pro Light"/>
              </a:rPr>
              <a:t>Expert Exchange </a:t>
            </a:r>
          </a:p>
        </p:txBody>
      </p:sp>
      <p:sp>
        <p:nvSpPr>
          <p:cNvPr id="4" name="TextBox 3">
            <a:extLst>
              <a:ext uri="{FF2B5EF4-FFF2-40B4-BE49-F238E27FC236}">
                <a16:creationId xmlns:a16="http://schemas.microsoft.com/office/drawing/2014/main" id="{5BE157CD-838E-4903-BFEA-63028709BA0F}"/>
              </a:ext>
            </a:extLst>
          </p:cNvPr>
          <p:cNvSpPr txBox="1"/>
          <p:nvPr/>
        </p:nvSpPr>
        <p:spPr>
          <a:xfrm>
            <a:off x="9392198" y="2645414"/>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chemeClr val="tx1">
                    <a:lumMod val="50000"/>
                    <a:lumOff val="50000"/>
                  </a:schemeClr>
                </a:solidFill>
                <a:latin typeface="+mj-lt"/>
                <a:ea typeface="Source Sans Pro Light"/>
              </a:rPr>
              <a:t>Corporate Workshop</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5750" y="1631368"/>
            <a:ext cx="1154938" cy="811344"/>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5503" y="1621549"/>
            <a:ext cx="1521875" cy="851879"/>
          </a:xfrm>
          <a:prstGeom prst="rect">
            <a:avLst/>
          </a:prstGeom>
        </p:spPr>
      </p:pic>
      <p:sp>
        <p:nvSpPr>
          <p:cNvPr id="11" name="AutoShape 2" descr="Beyond22 - Expert-Exchange"/>
          <p:cNvSpPr>
            <a:spLocks noChangeAspect="1" noChangeArrowheads="1"/>
          </p:cNvSpPr>
          <p:nvPr/>
        </p:nvSpPr>
        <p:spPr bwMode="auto">
          <a:xfrm>
            <a:off x="2032000" y="6560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12000" y="1573644"/>
            <a:ext cx="1197005" cy="950004"/>
          </a:xfrm>
          <a:prstGeom prst="rect">
            <a:avLst/>
          </a:prstGeom>
        </p:spPr>
      </p:pic>
      <p:sp>
        <p:nvSpPr>
          <p:cNvPr id="15" name="AutoShape 8" descr="TEST-Workshops | Verena Martin"/>
          <p:cNvSpPr>
            <a:spLocks noChangeAspect="1" noChangeArrowheads="1"/>
          </p:cNvSpPr>
          <p:nvPr/>
        </p:nvSpPr>
        <p:spPr bwMode="auto">
          <a:xfrm>
            <a:off x="155575" y="-822325"/>
            <a:ext cx="2571750"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88931" y="1649013"/>
            <a:ext cx="1182459" cy="788306"/>
          </a:xfrm>
          <a:prstGeom prst="rect">
            <a:avLst/>
          </a:prstGeom>
        </p:spPr>
      </p:pic>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0660" y="3727289"/>
            <a:ext cx="1636718" cy="695794"/>
          </a:xfrm>
          <a:prstGeom prst="rect">
            <a:avLst/>
          </a:prstGeom>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96100" y="3598730"/>
            <a:ext cx="1014588" cy="824353"/>
          </a:xfrm>
          <a:prstGeom prst="rect">
            <a:avLst/>
          </a:prstGeom>
        </p:spPr>
      </p:pic>
      <p:pic>
        <p:nvPicPr>
          <p:cNvPr id="23" name="Picture 2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221248" y="3237705"/>
            <a:ext cx="1203539" cy="1384674"/>
          </a:xfrm>
          <a:prstGeom prst="rect">
            <a:avLst/>
          </a:prstGeom>
        </p:spPr>
      </p:pic>
    </p:spTree>
    <p:extLst>
      <p:ext uri="{BB962C8B-B14F-4D97-AF65-F5344CB8AC3E}">
        <p14:creationId xmlns:p14="http://schemas.microsoft.com/office/powerpoint/2010/main" val="7525542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52"/>
                                        </p:tgtEl>
                                        <p:attrNameLst>
                                          <p:attrName>style.visibility</p:attrName>
                                        </p:attrNameLst>
                                      </p:cBhvr>
                                      <p:to>
                                        <p:strVal val="visible"/>
                                      </p:to>
                                    </p:set>
                                    <p:anim calcmode="lin" valueType="num">
                                      <p:cBhvr>
                                        <p:cTn id="13" dur="500" fill="hold"/>
                                        <p:tgtEl>
                                          <p:spTgt spid="52"/>
                                        </p:tgtEl>
                                        <p:attrNameLst>
                                          <p:attrName>ppt_w</p:attrName>
                                        </p:attrNameLst>
                                      </p:cBhvr>
                                      <p:tavLst>
                                        <p:tav tm="0">
                                          <p:val>
                                            <p:fltVal val="0"/>
                                          </p:val>
                                        </p:tav>
                                        <p:tav tm="100000">
                                          <p:val>
                                            <p:strVal val="#ppt_w"/>
                                          </p:val>
                                        </p:tav>
                                      </p:tavLst>
                                    </p:anim>
                                    <p:anim calcmode="lin" valueType="num">
                                      <p:cBhvr>
                                        <p:cTn id="14" dur="500" fill="hold"/>
                                        <p:tgtEl>
                                          <p:spTgt spid="52"/>
                                        </p:tgtEl>
                                        <p:attrNameLst>
                                          <p:attrName>ppt_h</p:attrName>
                                        </p:attrNameLst>
                                      </p:cBhvr>
                                      <p:tavLst>
                                        <p:tav tm="0">
                                          <p:val>
                                            <p:fltVal val="0"/>
                                          </p:val>
                                        </p:tav>
                                        <p:tav tm="100000">
                                          <p:val>
                                            <p:strVal val="#ppt_h"/>
                                          </p:val>
                                        </p:tav>
                                      </p:tavLst>
                                    </p:anim>
                                    <p:animEffect transition="in" filter="fade">
                                      <p:cBhvr>
                                        <p:cTn id="15" dur="500"/>
                                        <p:tgtEl>
                                          <p:spTgt spid="52"/>
                                        </p:tgtEl>
                                      </p:cBhvr>
                                    </p:animEffect>
                                  </p:childTnLst>
                                </p:cTn>
                              </p:par>
                            </p:childTnLst>
                          </p:cTn>
                        </p:par>
                        <p:par>
                          <p:cTn id="16" fill="hold">
                            <p:stCondLst>
                              <p:cond delay="10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101"/>
                                        </p:tgtEl>
                                        <p:attrNameLst>
                                          <p:attrName>style.visibility</p:attrName>
                                        </p:attrNameLst>
                                      </p:cBhvr>
                                      <p:to>
                                        <p:strVal val="visible"/>
                                      </p:to>
                                    </p:set>
                                    <p:anim calcmode="lin" valueType="num">
                                      <p:cBhvr>
                                        <p:cTn id="23" dur="500" fill="hold"/>
                                        <p:tgtEl>
                                          <p:spTgt spid="101"/>
                                        </p:tgtEl>
                                        <p:attrNameLst>
                                          <p:attrName>ppt_w</p:attrName>
                                        </p:attrNameLst>
                                      </p:cBhvr>
                                      <p:tavLst>
                                        <p:tav tm="0">
                                          <p:val>
                                            <p:fltVal val="0"/>
                                          </p:val>
                                        </p:tav>
                                        <p:tav tm="100000">
                                          <p:val>
                                            <p:strVal val="#ppt_w"/>
                                          </p:val>
                                        </p:tav>
                                      </p:tavLst>
                                    </p:anim>
                                    <p:anim calcmode="lin" valueType="num">
                                      <p:cBhvr>
                                        <p:cTn id="24" dur="500" fill="hold"/>
                                        <p:tgtEl>
                                          <p:spTgt spid="101"/>
                                        </p:tgtEl>
                                        <p:attrNameLst>
                                          <p:attrName>ppt_h</p:attrName>
                                        </p:attrNameLst>
                                      </p:cBhvr>
                                      <p:tavLst>
                                        <p:tav tm="0">
                                          <p:val>
                                            <p:fltVal val="0"/>
                                          </p:val>
                                        </p:tav>
                                        <p:tav tm="100000">
                                          <p:val>
                                            <p:strVal val="#ppt_h"/>
                                          </p:val>
                                        </p:tav>
                                      </p:tavLst>
                                    </p:anim>
                                    <p:animEffect transition="in" filter="fade">
                                      <p:cBhvr>
                                        <p:cTn id="25" dur="500"/>
                                        <p:tgtEl>
                                          <p:spTgt spid="101"/>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59"/>
                                        </p:tgtEl>
                                        <p:attrNameLst>
                                          <p:attrName>style.visibility</p:attrName>
                                        </p:attrNameLst>
                                      </p:cBhvr>
                                      <p:to>
                                        <p:strVal val="visible"/>
                                      </p:to>
                                    </p:set>
                                    <p:animEffect transition="in" filter="fade">
                                      <p:cBhvr>
                                        <p:cTn id="29" dur="500"/>
                                        <p:tgtEl>
                                          <p:spTgt spid="59"/>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fade">
                                      <p:cBhvr>
                                        <p:cTn id="33" dur="500"/>
                                        <p:tgtEl>
                                          <p:spTgt spid="56"/>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childTnLst>
                          </p:cTn>
                        </p:par>
                        <p:par>
                          <p:cTn id="42" fill="hold">
                            <p:stCondLst>
                              <p:cond delay="4000"/>
                            </p:stCondLst>
                            <p:childTnLst>
                              <p:par>
                                <p:cTn id="43" presetID="10" presetClass="entr" presetSubtype="0" fill="hold" nodeType="afterEffect">
                                  <p:stCondLst>
                                    <p:cond delay="0"/>
                                  </p:stCondLst>
                                  <p:childTnLst>
                                    <p:set>
                                      <p:cBhvr>
                                        <p:cTn id="44" dur="1" fill="hold">
                                          <p:stCondLst>
                                            <p:cond delay="0"/>
                                          </p:stCondLst>
                                        </p:cTn>
                                        <p:tgtEl>
                                          <p:spTgt spid="108"/>
                                        </p:tgtEl>
                                        <p:attrNameLst>
                                          <p:attrName>style.visibility</p:attrName>
                                        </p:attrNameLst>
                                      </p:cBhvr>
                                      <p:to>
                                        <p:strVal val="visible"/>
                                      </p:to>
                                    </p:set>
                                    <p:animEffect transition="in" filter="fade">
                                      <p:cBhvr>
                                        <p:cTn id="45" dur="500"/>
                                        <p:tgtEl>
                                          <p:spTgt spid="108"/>
                                        </p:tgtEl>
                                      </p:cBhvr>
                                    </p:animEffect>
                                  </p:childTnLst>
                                </p:cTn>
                              </p:par>
                            </p:childTnLst>
                          </p:cTn>
                        </p:par>
                        <p:par>
                          <p:cTn id="46" fill="hold">
                            <p:stCondLst>
                              <p:cond delay="4500"/>
                            </p:stCondLst>
                            <p:childTnLst>
                              <p:par>
                                <p:cTn id="47" presetID="42" presetClass="entr" presetSubtype="0" fill="hold" grpId="0" nodeType="afterEffect">
                                  <p:stCondLst>
                                    <p:cond delay="0"/>
                                  </p:stCondLst>
                                  <p:childTnLst>
                                    <p:set>
                                      <p:cBhvr>
                                        <p:cTn id="48" dur="1" fill="hold">
                                          <p:stCondLst>
                                            <p:cond delay="0"/>
                                          </p:stCondLst>
                                        </p:cTn>
                                        <p:tgtEl>
                                          <p:spTgt spid="102"/>
                                        </p:tgtEl>
                                        <p:attrNameLst>
                                          <p:attrName>style.visibility</p:attrName>
                                        </p:attrNameLst>
                                      </p:cBhvr>
                                      <p:to>
                                        <p:strVal val="visible"/>
                                      </p:to>
                                    </p:set>
                                    <p:animEffect transition="in" filter="fade">
                                      <p:cBhvr>
                                        <p:cTn id="49" dur="500"/>
                                        <p:tgtEl>
                                          <p:spTgt spid="102"/>
                                        </p:tgtEl>
                                      </p:cBhvr>
                                    </p:animEffect>
                                    <p:anim calcmode="lin" valueType="num">
                                      <p:cBhvr>
                                        <p:cTn id="50" dur="500" fill="hold"/>
                                        <p:tgtEl>
                                          <p:spTgt spid="102"/>
                                        </p:tgtEl>
                                        <p:attrNameLst>
                                          <p:attrName>ppt_x</p:attrName>
                                        </p:attrNameLst>
                                      </p:cBhvr>
                                      <p:tavLst>
                                        <p:tav tm="0">
                                          <p:val>
                                            <p:strVal val="#ppt_x"/>
                                          </p:val>
                                        </p:tav>
                                        <p:tav tm="100000">
                                          <p:val>
                                            <p:strVal val="#ppt_x"/>
                                          </p:val>
                                        </p:tav>
                                      </p:tavLst>
                                    </p:anim>
                                    <p:anim calcmode="lin" valueType="num">
                                      <p:cBhvr>
                                        <p:cTn id="51" dur="500" fill="hold"/>
                                        <p:tgtEl>
                                          <p:spTgt spid="102"/>
                                        </p:tgtEl>
                                        <p:attrNameLst>
                                          <p:attrName>ppt_y</p:attrName>
                                        </p:attrNameLst>
                                      </p:cBhvr>
                                      <p:tavLst>
                                        <p:tav tm="0">
                                          <p:val>
                                            <p:strVal val="#ppt_y+.1"/>
                                          </p:val>
                                        </p:tav>
                                        <p:tav tm="100000">
                                          <p:val>
                                            <p:strVal val="#ppt_y"/>
                                          </p:val>
                                        </p:tav>
                                      </p:tavLst>
                                    </p:anim>
                                  </p:childTnLst>
                                </p:cTn>
                              </p:par>
                            </p:childTnLst>
                          </p:cTn>
                        </p:par>
                        <p:par>
                          <p:cTn id="52" fill="hold">
                            <p:stCondLst>
                              <p:cond delay="5000"/>
                            </p:stCondLst>
                            <p:childTnLst>
                              <p:par>
                                <p:cTn id="53" presetID="42" presetClass="entr" presetSubtype="0" fill="hold" grpId="0" nodeType="afterEffect">
                                  <p:stCondLst>
                                    <p:cond delay="0"/>
                                  </p:stCondLst>
                                  <p:childTnLst>
                                    <p:set>
                                      <p:cBhvr>
                                        <p:cTn id="54" dur="1" fill="hold">
                                          <p:stCondLst>
                                            <p:cond delay="0"/>
                                          </p:stCondLst>
                                        </p:cTn>
                                        <p:tgtEl>
                                          <p:spTgt spid="103"/>
                                        </p:tgtEl>
                                        <p:attrNameLst>
                                          <p:attrName>style.visibility</p:attrName>
                                        </p:attrNameLst>
                                      </p:cBhvr>
                                      <p:to>
                                        <p:strVal val="visible"/>
                                      </p:to>
                                    </p:set>
                                    <p:animEffect transition="in" filter="fade">
                                      <p:cBhvr>
                                        <p:cTn id="55" dur="500"/>
                                        <p:tgtEl>
                                          <p:spTgt spid="103"/>
                                        </p:tgtEl>
                                      </p:cBhvr>
                                    </p:animEffect>
                                    <p:anim calcmode="lin" valueType="num">
                                      <p:cBhvr>
                                        <p:cTn id="56" dur="500" fill="hold"/>
                                        <p:tgtEl>
                                          <p:spTgt spid="103"/>
                                        </p:tgtEl>
                                        <p:attrNameLst>
                                          <p:attrName>ppt_x</p:attrName>
                                        </p:attrNameLst>
                                      </p:cBhvr>
                                      <p:tavLst>
                                        <p:tav tm="0">
                                          <p:val>
                                            <p:strVal val="#ppt_x"/>
                                          </p:val>
                                        </p:tav>
                                        <p:tav tm="100000">
                                          <p:val>
                                            <p:strVal val="#ppt_x"/>
                                          </p:val>
                                        </p:tav>
                                      </p:tavLst>
                                    </p:anim>
                                    <p:anim calcmode="lin" valueType="num">
                                      <p:cBhvr>
                                        <p:cTn id="57" dur="500" fill="hold"/>
                                        <p:tgtEl>
                                          <p:spTgt spid="103"/>
                                        </p:tgtEl>
                                        <p:attrNameLst>
                                          <p:attrName>ppt_y</p:attrName>
                                        </p:attrNameLst>
                                      </p:cBhvr>
                                      <p:tavLst>
                                        <p:tav tm="0">
                                          <p:val>
                                            <p:strVal val="#ppt_y+.1"/>
                                          </p:val>
                                        </p:tav>
                                        <p:tav tm="100000">
                                          <p:val>
                                            <p:strVal val="#ppt_y"/>
                                          </p:val>
                                        </p:tav>
                                      </p:tavLst>
                                    </p:anim>
                                  </p:childTnLst>
                                </p:cTn>
                              </p:par>
                            </p:childTnLst>
                          </p:cTn>
                        </p:par>
                        <p:par>
                          <p:cTn id="58" fill="hold">
                            <p:stCondLst>
                              <p:cond delay="5500"/>
                            </p:stCondLst>
                            <p:childTnLst>
                              <p:par>
                                <p:cTn id="59" presetID="42" presetClass="entr" presetSubtype="0" fill="hold" grpId="0"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500"/>
                                        <p:tgtEl>
                                          <p:spTgt spid="104"/>
                                        </p:tgtEl>
                                      </p:cBhvr>
                                    </p:animEffect>
                                    <p:anim calcmode="lin" valueType="num">
                                      <p:cBhvr>
                                        <p:cTn id="62" dur="500" fill="hold"/>
                                        <p:tgtEl>
                                          <p:spTgt spid="104"/>
                                        </p:tgtEl>
                                        <p:attrNameLst>
                                          <p:attrName>ppt_x</p:attrName>
                                        </p:attrNameLst>
                                      </p:cBhvr>
                                      <p:tavLst>
                                        <p:tav tm="0">
                                          <p:val>
                                            <p:strVal val="#ppt_x"/>
                                          </p:val>
                                        </p:tav>
                                        <p:tav tm="100000">
                                          <p:val>
                                            <p:strVal val="#ppt_x"/>
                                          </p:val>
                                        </p:tav>
                                      </p:tavLst>
                                    </p:anim>
                                    <p:anim calcmode="lin" valueType="num">
                                      <p:cBhvr>
                                        <p:cTn id="63" dur="500" fill="hold"/>
                                        <p:tgtEl>
                                          <p:spTgt spid="104"/>
                                        </p:tgtEl>
                                        <p:attrNameLst>
                                          <p:attrName>ppt_y</p:attrName>
                                        </p:attrNameLst>
                                      </p:cBhvr>
                                      <p:tavLst>
                                        <p:tav tm="0">
                                          <p:val>
                                            <p:strVal val="#ppt_y+.1"/>
                                          </p:val>
                                        </p:tav>
                                        <p:tav tm="100000">
                                          <p:val>
                                            <p:strVal val="#ppt_y"/>
                                          </p:val>
                                        </p:tav>
                                      </p:tavLst>
                                    </p:anim>
                                  </p:childTnLst>
                                </p:cTn>
                              </p:par>
                            </p:childTnLst>
                          </p:cTn>
                        </p:par>
                        <p:par>
                          <p:cTn id="64" fill="hold">
                            <p:stCondLst>
                              <p:cond delay="6000"/>
                            </p:stCondLst>
                            <p:childTnLst>
                              <p:par>
                                <p:cTn id="65" presetID="42" presetClass="entr" presetSubtype="0" fill="hold" grpId="0" nodeType="afterEffect">
                                  <p:stCondLst>
                                    <p:cond delay="0"/>
                                  </p:stCondLst>
                                  <p:childTnLst>
                                    <p:set>
                                      <p:cBhvr>
                                        <p:cTn id="66" dur="1" fill="hold">
                                          <p:stCondLst>
                                            <p:cond delay="0"/>
                                          </p:stCondLst>
                                        </p:cTn>
                                        <p:tgtEl>
                                          <p:spTgt spid="105"/>
                                        </p:tgtEl>
                                        <p:attrNameLst>
                                          <p:attrName>style.visibility</p:attrName>
                                        </p:attrNameLst>
                                      </p:cBhvr>
                                      <p:to>
                                        <p:strVal val="visible"/>
                                      </p:to>
                                    </p:set>
                                    <p:animEffect transition="in" filter="fade">
                                      <p:cBhvr>
                                        <p:cTn id="67" dur="500"/>
                                        <p:tgtEl>
                                          <p:spTgt spid="105"/>
                                        </p:tgtEl>
                                      </p:cBhvr>
                                    </p:animEffect>
                                    <p:anim calcmode="lin" valueType="num">
                                      <p:cBhvr>
                                        <p:cTn id="68" dur="500" fill="hold"/>
                                        <p:tgtEl>
                                          <p:spTgt spid="105"/>
                                        </p:tgtEl>
                                        <p:attrNameLst>
                                          <p:attrName>ppt_x</p:attrName>
                                        </p:attrNameLst>
                                      </p:cBhvr>
                                      <p:tavLst>
                                        <p:tav tm="0">
                                          <p:val>
                                            <p:strVal val="#ppt_x"/>
                                          </p:val>
                                        </p:tav>
                                        <p:tav tm="100000">
                                          <p:val>
                                            <p:strVal val="#ppt_x"/>
                                          </p:val>
                                        </p:tav>
                                      </p:tavLst>
                                    </p:anim>
                                    <p:anim calcmode="lin" valueType="num">
                                      <p:cBhvr>
                                        <p:cTn id="69" dur="500" fill="hold"/>
                                        <p:tgtEl>
                                          <p:spTgt spid="105"/>
                                        </p:tgtEl>
                                        <p:attrNameLst>
                                          <p:attrName>ppt_y</p:attrName>
                                        </p:attrNameLst>
                                      </p:cBhvr>
                                      <p:tavLst>
                                        <p:tav tm="0">
                                          <p:val>
                                            <p:strVal val="#ppt_y+.1"/>
                                          </p:val>
                                        </p:tav>
                                        <p:tav tm="100000">
                                          <p:val>
                                            <p:strVal val="#ppt_y"/>
                                          </p:val>
                                        </p:tav>
                                      </p:tavLst>
                                    </p:anim>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116"/>
                                        </p:tgtEl>
                                        <p:attrNameLst>
                                          <p:attrName>style.visibility</p:attrName>
                                        </p:attrNameLst>
                                      </p:cBhvr>
                                      <p:to>
                                        <p:strVal val="visible"/>
                                      </p:to>
                                    </p:set>
                                    <p:animEffect transition="in" filter="fade">
                                      <p:cBhvr>
                                        <p:cTn id="73" dur="500"/>
                                        <p:tgtEl>
                                          <p:spTgt spid="116"/>
                                        </p:tgtEl>
                                      </p:cBhvr>
                                    </p:animEffect>
                                    <p:anim calcmode="lin" valueType="num">
                                      <p:cBhvr>
                                        <p:cTn id="74" dur="500" fill="hold"/>
                                        <p:tgtEl>
                                          <p:spTgt spid="116"/>
                                        </p:tgtEl>
                                        <p:attrNameLst>
                                          <p:attrName>ppt_x</p:attrName>
                                        </p:attrNameLst>
                                      </p:cBhvr>
                                      <p:tavLst>
                                        <p:tav tm="0">
                                          <p:val>
                                            <p:strVal val="#ppt_x"/>
                                          </p:val>
                                        </p:tav>
                                        <p:tav tm="100000">
                                          <p:val>
                                            <p:strVal val="#ppt_x"/>
                                          </p:val>
                                        </p:tav>
                                      </p:tavLst>
                                    </p:anim>
                                    <p:anim calcmode="lin" valueType="num">
                                      <p:cBhvr>
                                        <p:cTn id="75" dur="500" fill="hold"/>
                                        <p:tgtEl>
                                          <p:spTgt spid="116"/>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10" presetClass="entr" presetSubtype="0" fill="hold" grpId="0" nodeType="afterEffect">
                                  <p:stCondLst>
                                    <p:cond delay="0"/>
                                  </p:stCondLst>
                                  <p:childTnLst>
                                    <p:set>
                                      <p:cBhvr>
                                        <p:cTn id="78" dur="1" fill="hold">
                                          <p:stCondLst>
                                            <p:cond delay="0"/>
                                          </p:stCondLst>
                                        </p:cTn>
                                        <p:tgtEl>
                                          <p:spTgt spid="119"/>
                                        </p:tgtEl>
                                        <p:attrNameLst>
                                          <p:attrName>style.visibility</p:attrName>
                                        </p:attrNameLst>
                                      </p:cBhvr>
                                      <p:to>
                                        <p:strVal val="visible"/>
                                      </p:to>
                                    </p:set>
                                    <p:animEffect transition="in" filter="fade">
                                      <p:cBhvr>
                                        <p:cTn id="79"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0" grpId="0"/>
      <p:bldP spid="56" grpId="0"/>
      <p:bldP spid="59" grpId="0"/>
      <p:bldP spid="62" grpId="0"/>
      <p:bldP spid="77" grpId="0"/>
      <p:bldP spid="101" grpId="0" animBg="1"/>
      <p:bldP spid="102" grpId="0" animBg="1"/>
      <p:bldP spid="103" grpId="0" animBg="1"/>
      <p:bldP spid="104" grpId="0" animBg="1"/>
      <p:bldP spid="105" grpId="0" animBg="1"/>
      <p:bldP spid="116" grpId="0" animBg="1"/>
      <p:bldP spid="1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1907" y="207164"/>
            <a:ext cx="8623950" cy="646331"/>
          </a:xfrm>
          <a:prstGeom prst="rect">
            <a:avLst/>
          </a:prstGeom>
        </p:spPr>
        <p:txBody>
          <a:bodyPr wrap="square" lIns="91440" tIns="45720" rIns="91440" bIns="45720" anchor="t">
            <a:spAutoFit/>
          </a:bodyPr>
          <a:lstStyle/>
          <a:p>
            <a:pPr algn="ctr"/>
            <a:r>
              <a:rPr lang="en-US" sz="3600" b="1" dirty="0">
                <a:solidFill>
                  <a:schemeClr val="tx2"/>
                </a:solidFill>
                <a:latin typeface="Segoe UI"/>
                <a:cs typeface="Segoe UI"/>
              </a:rPr>
              <a:t>Research Labs</a:t>
            </a:r>
          </a:p>
        </p:txBody>
      </p:sp>
      <p:sp>
        <p:nvSpPr>
          <p:cNvPr id="8" name="Rectangle 7">
            <a:extLst>
              <a:ext uri="{FF2B5EF4-FFF2-40B4-BE49-F238E27FC236}">
                <a16:creationId xmlns:a16="http://schemas.microsoft.com/office/drawing/2014/main" id="{995765D0-7CFE-4ADC-A19F-165F69B3C767}"/>
              </a:ext>
            </a:extLst>
          </p:cNvPr>
          <p:cNvSpPr/>
          <p:nvPr/>
        </p:nvSpPr>
        <p:spPr>
          <a:xfrm rot="16200000">
            <a:off x="2722090" y="5415447"/>
            <a:ext cx="738089" cy="21182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E54E8CB-4648-4040-B25F-5A6DC282E5F2}"/>
              </a:ext>
            </a:extLst>
          </p:cNvPr>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783CAEA6-DFA1-4ED9-855B-A18D5918EA1B}"/>
              </a:ext>
            </a:extLst>
          </p:cNvPr>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FC759AD1-6CF1-4DA5-B839-78D8F3BD1884}"/>
              </a:ext>
            </a:extLst>
          </p:cNvPr>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Rectangle 21">
            <a:extLst>
              <a:ext uri="{FF2B5EF4-FFF2-40B4-BE49-F238E27FC236}">
                <a16:creationId xmlns:a16="http://schemas.microsoft.com/office/drawing/2014/main" id="{1D1D7A07-C6AE-4786-81D9-5B34F1D14217}"/>
              </a:ext>
            </a:extLst>
          </p:cNvPr>
          <p:cNvSpPr/>
          <p:nvPr/>
        </p:nvSpPr>
        <p:spPr>
          <a:xfrm rot="16200000">
            <a:off x="639763" y="5465762"/>
            <a:ext cx="75247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0" name="Group 29">
            <a:extLst>
              <a:ext uri="{FF2B5EF4-FFF2-40B4-BE49-F238E27FC236}">
                <a16:creationId xmlns:a16="http://schemas.microsoft.com/office/drawing/2014/main" id="{7308EE09-5B01-489B-87E3-57CABC5951FE}"/>
              </a:ext>
            </a:extLst>
          </p:cNvPr>
          <p:cNvGrpSpPr/>
          <p:nvPr/>
        </p:nvGrpSpPr>
        <p:grpSpPr>
          <a:xfrm>
            <a:off x="2" y="6736617"/>
            <a:ext cx="12191999" cy="134339"/>
            <a:chOff x="2" y="2110197"/>
            <a:chExt cx="12191999" cy="134339"/>
          </a:xfrm>
        </p:grpSpPr>
        <p:sp>
          <p:nvSpPr>
            <p:cNvPr id="24" name="Rectangle 23">
              <a:extLst>
                <a:ext uri="{FF2B5EF4-FFF2-40B4-BE49-F238E27FC236}">
                  <a16:creationId xmlns:a16="http://schemas.microsoft.com/office/drawing/2014/main" id="{644E2020-5351-40FC-9AF6-54DB41E4EED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5" name="Rectangle 24">
              <a:extLst>
                <a:ext uri="{FF2B5EF4-FFF2-40B4-BE49-F238E27FC236}">
                  <a16:creationId xmlns:a16="http://schemas.microsoft.com/office/drawing/2014/main" id="{1E81868D-A37C-4F90-B0F1-0A1EA51A236C}"/>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Rectangle 25">
              <a:extLst>
                <a:ext uri="{FF2B5EF4-FFF2-40B4-BE49-F238E27FC236}">
                  <a16:creationId xmlns:a16="http://schemas.microsoft.com/office/drawing/2014/main" id="{FCC1F89A-6D19-4F88-BBB7-CD87B1FDCB4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7E2BC307-7DE7-4C81-AE03-E6B5FD129C2D}"/>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Rectangle 27">
              <a:extLst>
                <a:ext uri="{FF2B5EF4-FFF2-40B4-BE49-F238E27FC236}">
                  <a16:creationId xmlns:a16="http://schemas.microsoft.com/office/drawing/2014/main" id="{14F49D01-79B7-45EF-9AD8-F23E80F5183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 name="Rectangle 28">
              <a:extLst>
                <a:ext uri="{FF2B5EF4-FFF2-40B4-BE49-F238E27FC236}">
                  <a16:creationId xmlns:a16="http://schemas.microsoft.com/office/drawing/2014/main" id="{4FE47321-89E0-4831-A4E6-922365B18CC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32" name="Picture 31" descr="Orena_Logo_Final.png">
            <a:extLst>
              <a:ext uri="{FF2B5EF4-FFF2-40B4-BE49-F238E27FC236}">
                <a16:creationId xmlns:a16="http://schemas.microsoft.com/office/drawing/2014/main" id="{58CCABBB-65A0-4141-A9FA-5CD3E656E7C2}"/>
              </a:ext>
            </a:extLst>
          </p:cNvPr>
          <p:cNvPicPr>
            <a:picLocks noChangeAspect="1"/>
          </p:cNvPicPr>
          <p:nvPr/>
        </p:nvPicPr>
        <p:blipFill>
          <a:blip r:embed="rId2" cstate="screen"/>
          <a:stretch>
            <a:fillRect/>
          </a:stretch>
        </p:blipFill>
        <p:spPr>
          <a:xfrm>
            <a:off x="10164138" y="5460064"/>
            <a:ext cx="1932071" cy="1207206"/>
          </a:xfrm>
          <a:prstGeom prst="rect">
            <a:avLst/>
          </a:prstGeom>
        </p:spPr>
      </p:pic>
      <p:pic>
        <p:nvPicPr>
          <p:cNvPr id="13" name="Picture 4" descr="C:\Users\Tejas\Desktop\eitra ppt\viewphoto.jpg">
            <a:extLst>
              <a:ext uri="{FF2B5EF4-FFF2-40B4-BE49-F238E27FC236}">
                <a16:creationId xmlns:a16="http://schemas.microsoft.com/office/drawing/2014/main" id="{998EB15F-C0F1-4F00-86E3-D9581ED89CFD}"/>
              </a:ext>
            </a:extLst>
          </p:cNvPr>
          <p:cNvPicPr>
            <a:picLocks noChangeAspect="1" noChangeArrowheads="1"/>
          </p:cNvPicPr>
          <p:nvPr/>
        </p:nvPicPr>
        <p:blipFill>
          <a:blip r:embed="rId3" cstate="print"/>
          <a:srcRect/>
          <a:stretch>
            <a:fillRect/>
          </a:stretch>
        </p:blipFill>
        <p:spPr bwMode="auto">
          <a:xfrm>
            <a:off x="209499" y="1447647"/>
            <a:ext cx="3640017" cy="793869"/>
          </a:xfrm>
          <a:prstGeom prst="rect">
            <a:avLst/>
          </a:prstGeom>
          <a:noFill/>
        </p:spPr>
      </p:pic>
      <p:pic>
        <p:nvPicPr>
          <p:cNvPr id="14" name="Picture 5" descr="C:\Users\Tejas\Desktop\eitra ppt\0014d3dd_medium.jpeg">
            <a:extLst>
              <a:ext uri="{FF2B5EF4-FFF2-40B4-BE49-F238E27FC236}">
                <a16:creationId xmlns:a16="http://schemas.microsoft.com/office/drawing/2014/main" id="{C8445AFD-5578-4915-9C36-DB2E55C3FA06}"/>
              </a:ext>
            </a:extLst>
          </p:cNvPr>
          <p:cNvPicPr>
            <a:picLocks noChangeAspect="1" noChangeArrowheads="1"/>
          </p:cNvPicPr>
          <p:nvPr/>
        </p:nvPicPr>
        <p:blipFill>
          <a:blip r:embed="rId4" cstate="print"/>
          <a:srcRect/>
          <a:stretch>
            <a:fillRect/>
          </a:stretch>
        </p:blipFill>
        <p:spPr bwMode="auto">
          <a:xfrm>
            <a:off x="2864668" y="4164462"/>
            <a:ext cx="5419405" cy="1945934"/>
          </a:xfrm>
          <a:prstGeom prst="rect">
            <a:avLst/>
          </a:prstGeom>
          <a:noFill/>
        </p:spPr>
      </p:pic>
      <p:pic>
        <p:nvPicPr>
          <p:cNvPr id="18" name="Picture 6" descr="C:\Users\Tejas\Desktop\eitra ppt\24x7.png">
            <a:extLst>
              <a:ext uri="{FF2B5EF4-FFF2-40B4-BE49-F238E27FC236}">
                <a16:creationId xmlns:a16="http://schemas.microsoft.com/office/drawing/2014/main" id="{4198419E-34F2-419A-A1EF-5AC3FEA4C1DD}"/>
              </a:ext>
            </a:extLst>
          </p:cNvPr>
          <p:cNvPicPr>
            <a:picLocks noChangeAspect="1" noChangeArrowheads="1"/>
          </p:cNvPicPr>
          <p:nvPr/>
        </p:nvPicPr>
        <p:blipFill>
          <a:blip r:embed="rId5" cstate="print"/>
          <a:srcRect/>
          <a:stretch>
            <a:fillRect/>
          </a:stretch>
        </p:blipFill>
        <p:spPr bwMode="auto">
          <a:xfrm>
            <a:off x="7624135" y="2941331"/>
            <a:ext cx="1770213" cy="1660586"/>
          </a:xfrm>
          <a:prstGeom prst="rect">
            <a:avLst/>
          </a:prstGeom>
          <a:noFill/>
        </p:spPr>
      </p:pic>
      <p:pic>
        <p:nvPicPr>
          <p:cNvPr id="19" name="Picture 3" descr="C:\Users\Tejas\Desktop\eitra ppt\matlab-classes-and-object-oriented-programming-41221_1b.jpg">
            <a:extLst>
              <a:ext uri="{FF2B5EF4-FFF2-40B4-BE49-F238E27FC236}">
                <a16:creationId xmlns:a16="http://schemas.microsoft.com/office/drawing/2014/main" id="{59CAB388-0FAE-43FD-A81C-8C902B8F98C6}"/>
              </a:ext>
            </a:extLst>
          </p:cNvPr>
          <p:cNvPicPr>
            <a:picLocks noChangeAspect="1" noChangeArrowheads="1"/>
          </p:cNvPicPr>
          <p:nvPr/>
        </p:nvPicPr>
        <p:blipFill>
          <a:blip r:embed="rId6" cstate="print"/>
          <a:srcRect/>
          <a:stretch>
            <a:fillRect/>
          </a:stretch>
        </p:blipFill>
        <p:spPr bwMode="auto">
          <a:xfrm>
            <a:off x="0" y="2725314"/>
            <a:ext cx="3060473" cy="3331563"/>
          </a:xfrm>
          <a:prstGeom prst="rect">
            <a:avLst/>
          </a:prstGeom>
          <a:noFill/>
        </p:spPr>
      </p:pic>
      <p:pic>
        <p:nvPicPr>
          <p:cNvPr id="20" name="Picture 71">
            <a:extLst>
              <a:ext uri="{FF2B5EF4-FFF2-40B4-BE49-F238E27FC236}">
                <a16:creationId xmlns:a16="http://schemas.microsoft.com/office/drawing/2014/main" id="{671EF000-1EBD-4ABF-AF52-69E53EF20F3F}"/>
              </a:ext>
            </a:extLst>
          </p:cNvPr>
          <p:cNvPicPr>
            <a:picLocks noChangeAspect="1"/>
          </p:cNvPicPr>
          <p:nvPr/>
        </p:nvPicPr>
        <p:blipFill>
          <a:blip r:embed="rId7"/>
          <a:stretch>
            <a:fillRect/>
          </a:stretch>
        </p:blipFill>
        <p:spPr>
          <a:xfrm>
            <a:off x="8290311" y="4618609"/>
            <a:ext cx="1736787" cy="1219061"/>
          </a:xfrm>
          <a:prstGeom prst="rect">
            <a:avLst/>
          </a:prstGeom>
        </p:spPr>
      </p:pic>
      <p:pic>
        <p:nvPicPr>
          <p:cNvPr id="21" name="Picture 2" descr="C:\Users\Tejas\Desktop\eitra ppt\beaglebone_block_sm.jpg">
            <a:extLst>
              <a:ext uri="{FF2B5EF4-FFF2-40B4-BE49-F238E27FC236}">
                <a16:creationId xmlns:a16="http://schemas.microsoft.com/office/drawing/2014/main" id="{56892D0F-1D6D-41B6-B266-EB285772D547}"/>
              </a:ext>
            </a:extLst>
          </p:cNvPr>
          <p:cNvPicPr>
            <a:picLocks noChangeAspect="1" noChangeArrowheads="1"/>
          </p:cNvPicPr>
          <p:nvPr/>
        </p:nvPicPr>
        <p:blipFill>
          <a:blip r:embed="rId8" cstate="print"/>
          <a:srcRect/>
          <a:stretch>
            <a:fillRect/>
          </a:stretch>
        </p:blipFill>
        <p:spPr bwMode="auto">
          <a:xfrm>
            <a:off x="7939812" y="1366860"/>
            <a:ext cx="3025764" cy="1822715"/>
          </a:xfrm>
          <a:prstGeom prst="rect">
            <a:avLst/>
          </a:prstGeom>
          <a:noFill/>
        </p:spPr>
      </p:pic>
      <p:pic>
        <p:nvPicPr>
          <p:cNvPr id="23" name="Picture 2" descr="C:\Users\Tejas\Downloads\images (4).jpg">
            <a:extLst>
              <a:ext uri="{FF2B5EF4-FFF2-40B4-BE49-F238E27FC236}">
                <a16:creationId xmlns:a16="http://schemas.microsoft.com/office/drawing/2014/main" id="{22C8D326-7BF6-44BD-A964-22B129C3EE80}"/>
              </a:ext>
            </a:extLst>
          </p:cNvPr>
          <p:cNvPicPr>
            <a:picLocks noChangeAspect="1" noChangeArrowheads="1"/>
          </p:cNvPicPr>
          <p:nvPr/>
        </p:nvPicPr>
        <p:blipFill>
          <a:blip r:embed="rId9" cstate="print"/>
          <a:srcRect/>
          <a:stretch>
            <a:fillRect/>
          </a:stretch>
        </p:blipFill>
        <p:spPr bwMode="auto">
          <a:xfrm>
            <a:off x="4095518" y="1379842"/>
            <a:ext cx="2104766" cy="1340724"/>
          </a:xfrm>
          <a:prstGeom prst="rect">
            <a:avLst/>
          </a:prstGeom>
          <a:noFill/>
        </p:spPr>
      </p:pic>
      <p:pic>
        <p:nvPicPr>
          <p:cNvPr id="31" name="Picture 73">
            <a:extLst>
              <a:ext uri="{FF2B5EF4-FFF2-40B4-BE49-F238E27FC236}">
                <a16:creationId xmlns:a16="http://schemas.microsoft.com/office/drawing/2014/main" id="{AC5361F2-EA0C-4769-9C0B-75C68DE6E392}"/>
              </a:ext>
            </a:extLst>
          </p:cNvPr>
          <p:cNvPicPr>
            <a:picLocks noChangeAspect="1"/>
          </p:cNvPicPr>
          <p:nvPr/>
        </p:nvPicPr>
        <p:blipFill>
          <a:blip r:embed="rId10"/>
          <a:stretch>
            <a:fillRect/>
          </a:stretch>
        </p:blipFill>
        <p:spPr>
          <a:xfrm>
            <a:off x="5901102" y="1376478"/>
            <a:ext cx="2038710" cy="1418080"/>
          </a:xfrm>
          <a:prstGeom prst="rect">
            <a:avLst/>
          </a:prstGeom>
        </p:spPr>
      </p:pic>
      <p:pic>
        <p:nvPicPr>
          <p:cNvPr id="33" name="Picture 9">
            <a:extLst>
              <a:ext uri="{FF2B5EF4-FFF2-40B4-BE49-F238E27FC236}">
                <a16:creationId xmlns:a16="http://schemas.microsoft.com/office/drawing/2014/main" id="{A031017A-7892-4149-B3BD-5468CF7A3D10}"/>
              </a:ext>
            </a:extLst>
          </p:cNvPr>
          <p:cNvPicPr>
            <a:picLocks noChangeAspect="1" noChangeArrowheads="1"/>
          </p:cNvPicPr>
          <p:nvPr/>
        </p:nvPicPr>
        <p:blipFill>
          <a:blip r:embed="rId11" cstate="print"/>
          <a:srcRect/>
          <a:stretch>
            <a:fillRect/>
          </a:stretch>
        </p:blipFill>
        <p:spPr bwMode="auto">
          <a:xfrm>
            <a:off x="2797652" y="2548775"/>
            <a:ext cx="4700498" cy="1604816"/>
          </a:xfrm>
          <a:prstGeom prst="rect">
            <a:avLst/>
          </a:prstGeom>
          <a:noFill/>
          <a:ln w="9525">
            <a:noFill/>
            <a:miter lim="800000"/>
            <a:headEnd/>
            <a:tailEnd/>
          </a:ln>
          <a:effectLst/>
        </p:spPr>
      </p:pic>
      <p:pic>
        <p:nvPicPr>
          <p:cNvPr id="34" name="Picture 7" descr="C:\Users\Tejas\Desktop\eitra ppt\3536e31b89.jpg">
            <a:extLst>
              <a:ext uri="{FF2B5EF4-FFF2-40B4-BE49-F238E27FC236}">
                <a16:creationId xmlns:a16="http://schemas.microsoft.com/office/drawing/2014/main" id="{F5A43C0E-D110-41DA-970E-875EE8912B2B}"/>
              </a:ext>
            </a:extLst>
          </p:cNvPr>
          <p:cNvPicPr>
            <a:picLocks noChangeAspect="1" noChangeArrowheads="1"/>
          </p:cNvPicPr>
          <p:nvPr/>
        </p:nvPicPr>
        <p:blipFill>
          <a:blip r:embed="rId12" cstate="print"/>
          <a:srcRect/>
          <a:stretch>
            <a:fillRect/>
          </a:stretch>
        </p:blipFill>
        <p:spPr bwMode="auto">
          <a:xfrm>
            <a:off x="9367160" y="3179408"/>
            <a:ext cx="1847017" cy="1439199"/>
          </a:xfrm>
          <a:prstGeom prst="rect">
            <a:avLst/>
          </a:prstGeom>
          <a:noFill/>
        </p:spPr>
      </p:pic>
    </p:spTree>
    <p:extLst>
      <p:ext uri="{BB962C8B-B14F-4D97-AF65-F5344CB8AC3E}">
        <p14:creationId xmlns:p14="http://schemas.microsoft.com/office/powerpoint/2010/main" val="87922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anim calcmode="lin" valueType="num">
                                      <p:cBhvr>
                                        <p:cTn id="32" dur="500" fill="hold"/>
                                        <p:tgtEl>
                                          <p:spTgt spid="22"/>
                                        </p:tgtEl>
                                        <p:attrNameLst>
                                          <p:attrName>ppt_x</p:attrName>
                                        </p:attrNameLst>
                                      </p:cBhvr>
                                      <p:tavLst>
                                        <p:tav tm="0">
                                          <p:val>
                                            <p:strVal val="#ppt_x"/>
                                          </p:val>
                                        </p:tav>
                                        <p:tav tm="100000">
                                          <p:val>
                                            <p:strVal val="#ppt_x"/>
                                          </p:val>
                                        </p:tav>
                                      </p:tavLst>
                                    </p:anim>
                                    <p:anim calcmode="lin" valueType="num">
                                      <p:cBhvr>
                                        <p:cTn id="33" dur="500" fill="hold"/>
                                        <p:tgtEl>
                                          <p:spTgt spid="22"/>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10"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par>
                          <p:cTn id="38" fill="hold">
                            <p:stCondLst>
                              <p:cond delay="3000"/>
                            </p:stCondLst>
                            <p:childTnLst>
                              <p:par>
                                <p:cTn id="39" presetID="55" presetClass="entr" presetSubtype="0"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1000" fill="hold"/>
                                        <p:tgtEl>
                                          <p:spTgt spid="13"/>
                                        </p:tgtEl>
                                        <p:attrNameLst>
                                          <p:attrName>ppt_w</p:attrName>
                                        </p:attrNameLst>
                                      </p:cBhvr>
                                      <p:tavLst>
                                        <p:tav tm="0">
                                          <p:val>
                                            <p:strVal val="#ppt_w*0.70"/>
                                          </p:val>
                                        </p:tav>
                                        <p:tav tm="100000">
                                          <p:val>
                                            <p:strVal val="#ppt_w"/>
                                          </p:val>
                                        </p:tav>
                                      </p:tavLst>
                                    </p:anim>
                                    <p:anim calcmode="lin" valueType="num">
                                      <p:cBhvr>
                                        <p:cTn id="42" dur="1000" fill="hold"/>
                                        <p:tgtEl>
                                          <p:spTgt spid="13"/>
                                        </p:tgtEl>
                                        <p:attrNameLst>
                                          <p:attrName>ppt_h</p:attrName>
                                        </p:attrNameLst>
                                      </p:cBhvr>
                                      <p:tavLst>
                                        <p:tav tm="0">
                                          <p:val>
                                            <p:strVal val="#ppt_h"/>
                                          </p:val>
                                        </p:tav>
                                        <p:tav tm="100000">
                                          <p:val>
                                            <p:strVal val="#ppt_h"/>
                                          </p:val>
                                        </p:tav>
                                      </p:tavLst>
                                    </p:anim>
                                    <p:animEffect transition="in" filter="fade">
                                      <p:cBhvr>
                                        <p:cTn id="43" dur="1000"/>
                                        <p:tgtEl>
                                          <p:spTgt spid="13"/>
                                        </p:tgtEl>
                                      </p:cBhvr>
                                    </p:animEffect>
                                  </p:childTnLst>
                                </p:cTn>
                              </p:par>
                            </p:childTnLst>
                          </p:cTn>
                        </p:par>
                        <p:par>
                          <p:cTn id="44" fill="hold">
                            <p:stCondLst>
                              <p:cond delay="4000"/>
                            </p:stCondLst>
                            <p:childTnLst>
                              <p:par>
                                <p:cTn id="45" presetID="53" presetClass="entr" presetSubtype="0"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par>
                          <p:cTn id="50" fill="hold">
                            <p:stCondLst>
                              <p:cond delay="4500"/>
                            </p:stCondLst>
                            <p:childTnLst>
                              <p:par>
                                <p:cTn id="51" presetID="2" presetClass="entr" presetSubtype="8" fill="hold" nodeType="after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0-#ppt_w/2"/>
                                          </p:val>
                                        </p:tav>
                                        <p:tav tm="100000">
                                          <p:val>
                                            <p:strVal val="#ppt_x"/>
                                          </p:val>
                                        </p:tav>
                                      </p:tavLst>
                                    </p:anim>
                                    <p:anim calcmode="lin" valueType="num">
                                      <p:cBhvr additive="base">
                                        <p:cTn id="54" dur="500" fill="hold"/>
                                        <p:tgtEl>
                                          <p:spTgt spid="18"/>
                                        </p:tgtEl>
                                        <p:attrNameLst>
                                          <p:attrName>ppt_y</p:attrName>
                                        </p:attrNameLst>
                                      </p:cBhvr>
                                      <p:tavLst>
                                        <p:tav tm="0">
                                          <p:val>
                                            <p:strVal val="#ppt_y"/>
                                          </p:val>
                                        </p:tav>
                                        <p:tav tm="100000">
                                          <p:val>
                                            <p:strVal val="#ppt_y"/>
                                          </p:val>
                                        </p:tav>
                                      </p:tavLst>
                                    </p:anim>
                                  </p:childTnLst>
                                </p:cTn>
                              </p:par>
                            </p:childTnLst>
                          </p:cTn>
                        </p:par>
                        <p:par>
                          <p:cTn id="55" fill="hold">
                            <p:stCondLst>
                              <p:cond delay="5000"/>
                            </p:stCondLst>
                            <p:childTnLst>
                              <p:par>
                                <p:cTn id="56" presetID="18" presetClass="entr" presetSubtype="12"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strips(downLeft)">
                                      <p:cBhvr>
                                        <p:cTn id="58" dur="500"/>
                                        <p:tgtEl>
                                          <p:spTgt spid="19"/>
                                        </p:tgtEl>
                                      </p:cBhvr>
                                    </p:animEffect>
                                  </p:childTnLst>
                                </p:cTn>
                              </p:par>
                            </p:childTnLst>
                          </p:cTn>
                        </p:par>
                        <p:par>
                          <p:cTn id="59" fill="hold">
                            <p:stCondLst>
                              <p:cond delay="5500"/>
                            </p:stCondLst>
                            <p:childTnLst>
                              <p:par>
                                <p:cTn id="60" presetID="31" presetClass="entr" presetSubtype="0" fill="hold" nodeType="afterEffect">
                                  <p:stCondLst>
                                    <p:cond delay="0"/>
                                  </p:stCondLst>
                                  <p:iterate type="lt">
                                    <p:tmPct val="5000"/>
                                  </p:iterate>
                                  <p:childTnLst>
                                    <p:set>
                                      <p:cBhvr>
                                        <p:cTn id="61" dur="1" fill="hold">
                                          <p:stCondLst>
                                            <p:cond delay="0"/>
                                          </p:stCondLst>
                                        </p:cTn>
                                        <p:tgtEl>
                                          <p:spTgt spid="21"/>
                                        </p:tgtEl>
                                        <p:attrNameLst>
                                          <p:attrName>style.visibility</p:attrName>
                                        </p:attrNameLst>
                                      </p:cBhvr>
                                      <p:to>
                                        <p:strVal val="visible"/>
                                      </p:to>
                                    </p:set>
                                    <p:anim calcmode="lin" valueType="num">
                                      <p:cBhvr>
                                        <p:cTn id="62" dur="1000" fill="hold"/>
                                        <p:tgtEl>
                                          <p:spTgt spid="21"/>
                                        </p:tgtEl>
                                        <p:attrNameLst>
                                          <p:attrName>ppt_w</p:attrName>
                                        </p:attrNameLst>
                                      </p:cBhvr>
                                      <p:tavLst>
                                        <p:tav tm="0">
                                          <p:val>
                                            <p:fltVal val="0"/>
                                          </p:val>
                                        </p:tav>
                                        <p:tav tm="100000">
                                          <p:val>
                                            <p:strVal val="#ppt_w"/>
                                          </p:val>
                                        </p:tav>
                                      </p:tavLst>
                                    </p:anim>
                                    <p:anim calcmode="lin" valueType="num">
                                      <p:cBhvr>
                                        <p:cTn id="63" dur="1000" fill="hold"/>
                                        <p:tgtEl>
                                          <p:spTgt spid="21"/>
                                        </p:tgtEl>
                                        <p:attrNameLst>
                                          <p:attrName>ppt_h</p:attrName>
                                        </p:attrNameLst>
                                      </p:cBhvr>
                                      <p:tavLst>
                                        <p:tav tm="0">
                                          <p:val>
                                            <p:fltVal val="0"/>
                                          </p:val>
                                        </p:tav>
                                        <p:tav tm="100000">
                                          <p:val>
                                            <p:strVal val="#ppt_h"/>
                                          </p:val>
                                        </p:tav>
                                      </p:tavLst>
                                    </p:anim>
                                    <p:anim calcmode="lin" valueType="num">
                                      <p:cBhvr>
                                        <p:cTn id="64" dur="1000" fill="hold"/>
                                        <p:tgtEl>
                                          <p:spTgt spid="21"/>
                                        </p:tgtEl>
                                        <p:attrNameLst>
                                          <p:attrName>style.rotation</p:attrName>
                                        </p:attrNameLst>
                                      </p:cBhvr>
                                      <p:tavLst>
                                        <p:tav tm="0">
                                          <p:val>
                                            <p:fltVal val="90"/>
                                          </p:val>
                                        </p:tav>
                                        <p:tav tm="100000">
                                          <p:val>
                                            <p:fltVal val="0"/>
                                          </p:val>
                                        </p:tav>
                                      </p:tavLst>
                                    </p:anim>
                                    <p:animEffect transition="in" filter="fade">
                                      <p:cBhvr>
                                        <p:cTn id="65" dur="1000"/>
                                        <p:tgtEl>
                                          <p:spTgt spid="21"/>
                                        </p:tgtEl>
                                      </p:cBhvr>
                                    </p:animEffect>
                                  </p:childTnLst>
                                </p:cTn>
                              </p:par>
                            </p:childTnLst>
                          </p:cTn>
                        </p:par>
                        <p:par>
                          <p:cTn id="66" fill="hold">
                            <p:stCondLst>
                              <p:cond delay="6500"/>
                            </p:stCondLst>
                            <p:childTnLst>
                              <p:par>
                                <p:cTn id="67" presetID="12" presetClass="entr" presetSubtype="4" fill="hold"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slide(fromBottom)">
                                      <p:cBhvr>
                                        <p:cTn id="69" dur="500"/>
                                        <p:tgtEl>
                                          <p:spTgt spid="33"/>
                                        </p:tgtEl>
                                      </p:cBhvr>
                                    </p:animEffect>
                                  </p:childTnLst>
                                </p:cTn>
                              </p:par>
                            </p:childTnLst>
                          </p:cTn>
                        </p:par>
                        <p:par>
                          <p:cTn id="70" fill="hold">
                            <p:stCondLst>
                              <p:cond delay="7000"/>
                            </p:stCondLst>
                            <p:childTnLst>
                              <p:par>
                                <p:cTn id="71" presetID="10" presetClass="entr" presetSubtype="0" fill="hold" nodeType="after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2000"/>
                                        <p:tgtEl>
                                          <p:spTgt spid="34"/>
                                        </p:tgtEl>
                                      </p:cBhvr>
                                    </p:animEffect>
                                  </p:childTnLst>
                                </p:cTn>
                              </p:par>
                            </p:childTnLst>
                          </p:cTn>
                        </p:par>
                        <p:par>
                          <p:cTn id="74" fill="hold">
                            <p:stCondLst>
                              <p:cond delay="9000"/>
                            </p:stCondLst>
                            <p:childTnLst>
                              <p:par>
                                <p:cTn id="75" presetID="9" presetClass="entr" presetSubtype="0" fill="hold"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dissolve">
                                      <p:cBhvr>
                                        <p:cTn id="7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290789" y="6529402"/>
            <a:ext cx="645203" cy="657196"/>
          </a:xfrm>
          <a:custGeom>
            <a:avLst/>
            <a:gdLst/>
            <a:ahLst/>
            <a:cxnLst/>
            <a:rect l="l" t="t" r="r" b="b"/>
            <a:pathLst>
              <a:path w="967805" h="985794">
                <a:moveTo>
                  <a:pt x="0" y="0"/>
                </a:moveTo>
                <a:lnTo>
                  <a:pt x="967805" y="0"/>
                </a:lnTo>
                <a:lnTo>
                  <a:pt x="967805" y="985794"/>
                </a:lnTo>
                <a:lnTo>
                  <a:pt x="0" y="985794"/>
                </a:lnTo>
                <a:lnTo>
                  <a:pt x="0" y="0"/>
                </a:lnTo>
                <a:close/>
              </a:path>
            </a:pathLst>
          </a:custGeom>
          <a:blipFill>
            <a:blip r:embed="rId2">
              <a:extLst>
                <a:ext uri="{96DAC541-7B7A-43D3-8B79-37D633B846F1}">
                  <asvg:svgBlip xmlns:asvg="http://schemas.microsoft.com/office/drawing/2016/SVG/main" r:embed="rId3"/>
                </a:ext>
              </a:extLst>
            </a:blip>
            <a:stretch>
              <a:fillRect t="-223570" r="-227113"/>
            </a:stretch>
          </a:blipFill>
        </p:spPr>
      </p:sp>
      <p:grpSp>
        <p:nvGrpSpPr>
          <p:cNvPr id="3" name="Group 3"/>
          <p:cNvGrpSpPr/>
          <p:nvPr/>
        </p:nvGrpSpPr>
        <p:grpSpPr>
          <a:xfrm rot="2338656">
            <a:off x="-930115" y="5728655"/>
            <a:ext cx="14052229" cy="5676761"/>
            <a:chOff x="0" y="0"/>
            <a:chExt cx="406400" cy="164176"/>
          </a:xfrm>
        </p:grpSpPr>
        <p:sp>
          <p:nvSpPr>
            <p:cNvPr id="4" name="Freeform 4"/>
            <p:cNvSpPr/>
            <p:nvPr/>
          </p:nvSpPr>
          <p:spPr>
            <a:xfrm>
              <a:off x="20615" y="0"/>
              <a:ext cx="365170" cy="164176"/>
            </a:xfrm>
            <a:custGeom>
              <a:avLst/>
              <a:gdLst/>
              <a:ahLst/>
              <a:cxnLst/>
              <a:rect l="l" t="t" r="r" b="b"/>
              <a:pathLst>
                <a:path w="365170" h="164176">
                  <a:moveTo>
                    <a:pt x="216009" y="0"/>
                  </a:moveTo>
                  <a:lnTo>
                    <a:pt x="352361" y="0"/>
                  </a:lnTo>
                  <a:cubicBezTo>
                    <a:pt x="357369" y="0"/>
                    <a:pt x="361832" y="3156"/>
                    <a:pt x="363501" y="7877"/>
                  </a:cubicBezTo>
                  <a:cubicBezTo>
                    <a:pt x="365170" y="12598"/>
                    <a:pt x="363682" y="17859"/>
                    <a:pt x="359787" y="21005"/>
                  </a:cubicBezTo>
                  <a:lnTo>
                    <a:pt x="208583" y="143170"/>
                  </a:lnTo>
                  <a:cubicBezTo>
                    <a:pt x="191761" y="156762"/>
                    <a:pt x="170788" y="164176"/>
                    <a:pt x="149161" y="164176"/>
                  </a:cubicBezTo>
                  <a:lnTo>
                    <a:pt x="12809" y="164176"/>
                  </a:lnTo>
                  <a:cubicBezTo>
                    <a:pt x="7801" y="164176"/>
                    <a:pt x="3338" y="161019"/>
                    <a:pt x="1669" y="156298"/>
                  </a:cubicBezTo>
                  <a:cubicBezTo>
                    <a:pt x="0" y="151577"/>
                    <a:pt x="1488" y="146317"/>
                    <a:pt x="5383" y="143170"/>
                  </a:cubicBezTo>
                  <a:lnTo>
                    <a:pt x="156587" y="21005"/>
                  </a:lnTo>
                  <a:cubicBezTo>
                    <a:pt x="173409" y="7414"/>
                    <a:pt x="194382" y="0"/>
                    <a:pt x="216009" y="0"/>
                  </a:cubicBezTo>
                  <a:close/>
                </a:path>
              </a:pathLst>
            </a:custGeom>
            <a:gradFill rotWithShape="1">
              <a:gsLst>
                <a:gs pos="0">
                  <a:srgbClr val="20428B">
                    <a:alpha val="100000"/>
                  </a:srgbClr>
                </a:gs>
                <a:gs pos="100000">
                  <a:srgbClr val="FFFFFF">
                    <a:alpha val="100000"/>
                  </a:srgbClr>
                </a:gs>
              </a:gsLst>
              <a:lin ang="5400000"/>
            </a:gradFill>
          </p:spPr>
        </p:sp>
        <p:sp>
          <p:nvSpPr>
            <p:cNvPr id="5" name="TextBox 5"/>
            <p:cNvSpPr txBox="1"/>
            <p:nvPr/>
          </p:nvSpPr>
          <p:spPr>
            <a:xfrm>
              <a:off x="101600" y="-57150"/>
              <a:ext cx="203200" cy="221326"/>
            </a:xfrm>
            <a:prstGeom prst="rect">
              <a:avLst/>
            </a:prstGeom>
          </p:spPr>
          <p:txBody>
            <a:bodyPr lIns="33867" tIns="33867" rIns="33867" bIns="33867" rtlCol="0" anchor="ctr"/>
            <a:lstStyle/>
            <a:p>
              <a:pPr algn="ctr">
                <a:lnSpc>
                  <a:spcPts val="1773"/>
                </a:lnSpc>
              </a:pPr>
              <a:endParaRPr sz="1200"/>
            </a:p>
          </p:txBody>
        </p:sp>
      </p:grpSp>
      <p:sp>
        <p:nvSpPr>
          <p:cNvPr id="6" name="TextBox 6"/>
          <p:cNvSpPr txBox="1"/>
          <p:nvPr/>
        </p:nvSpPr>
        <p:spPr>
          <a:xfrm>
            <a:off x="718921" y="408296"/>
            <a:ext cx="5612203" cy="516039"/>
          </a:xfrm>
          <a:prstGeom prst="rect">
            <a:avLst/>
          </a:prstGeom>
        </p:spPr>
        <p:txBody>
          <a:bodyPr lIns="0" tIns="0" rIns="0" bIns="0" rtlCol="0" anchor="t">
            <a:spAutoFit/>
          </a:bodyPr>
          <a:lstStyle/>
          <a:p>
            <a:pPr algn="just">
              <a:lnSpc>
                <a:spcPts val="4023"/>
              </a:lnSpc>
            </a:pPr>
            <a:r>
              <a:rPr lang="en-US" sz="3657" b="1">
                <a:solidFill>
                  <a:srgbClr val="20428B"/>
                </a:solidFill>
                <a:latin typeface="Poppins Bold"/>
                <a:ea typeface="Poppins Bold"/>
                <a:cs typeface="Poppins Bold"/>
                <a:sym typeface="Poppins Bold"/>
              </a:rPr>
              <a:t>OUR SUCCESS STORIES</a:t>
            </a:r>
          </a:p>
        </p:txBody>
      </p:sp>
      <p:sp>
        <p:nvSpPr>
          <p:cNvPr id="7" name="TextBox 7"/>
          <p:cNvSpPr txBox="1"/>
          <p:nvPr/>
        </p:nvSpPr>
        <p:spPr>
          <a:xfrm>
            <a:off x="626642" y="1485646"/>
            <a:ext cx="11195012" cy="4658327"/>
          </a:xfrm>
          <a:prstGeom prst="rect">
            <a:avLst/>
          </a:prstGeom>
        </p:spPr>
        <p:txBody>
          <a:bodyPr lIns="0" tIns="0" rIns="0" bIns="0" rtlCol="0" anchor="t">
            <a:spAutoFit/>
          </a:bodyPr>
          <a:lstStyle/>
          <a:p>
            <a:pPr marL="385357" lvl="1" indent="-192678" algn="just">
              <a:lnSpc>
                <a:spcPts val="2499"/>
              </a:lnSpc>
              <a:buFont typeface="Arial"/>
              <a:buChar char="•"/>
            </a:pPr>
            <a:r>
              <a:rPr lang="en-US" sz="1785">
                <a:solidFill>
                  <a:srgbClr val="000000"/>
                </a:solidFill>
                <a:latin typeface="Poppins"/>
                <a:ea typeface="Poppins"/>
                <a:cs typeface="Poppins"/>
                <a:sym typeface="Poppins"/>
              </a:rPr>
              <a:t>Largest Implementation of </a:t>
            </a:r>
            <a:r>
              <a:rPr lang="en-US" sz="1785" b="1" i="1">
                <a:solidFill>
                  <a:srgbClr val="000000"/>
                </a:solidFill>
                <a:latin typeface="Poppins Bold Italics"/>
                <a:ea typeface="Poppins Bold Italics"/>
                <a:cs typeface="Poppins Bold Italics"/>
                <a:sym typeface="Poppins Bold Italics"/>
              </a:rPr>
              <a:t>Pre-paid Mobile Recharging Platform (VTAE)</a:t>
            </a:r>
            <a:r>
              <a:rPr lang="en-US" sz="1785">
                <a:solidFill>
                  <a:srgbClr val="000000"/>
                </a:solidFill>
                <a:latin typeface="Poppins"/>
                <a:ea typeface="Poppins"/>
                <a:cs typeface="Poppins"/>
                <a:sym typeface="Poppins"/>
              </a:rPr>
              <a:t>, Telcel (American Movil), Mexico. 200+ team size (platform generated more than 2 Billion USD in revenue)</a:t>
            </a:r>
          </a:p>
          <a:p>
            <a:pPr marL="385357" lvl="1" indent="-192678" algn="just">
              <a:lnSpc>
                <a:spcPts val="2499"/>
              </a:lnSpc>
              <a:buFont typeface="Arial"/>
              <a:buChar char="•"/>
            </a:pPr>
            <a:r>
              <a:rPr lang="en-US" sz="1785">
                <a:solidFill>
                  <a:srgbClr val="000000"/>
                </a:solidFill>
                <a:latin typeface="Poppins"/>
                <a:ea typeface="Poppins"/>
                <a:cs typeface="Poppins"/>
                <a:sym typeface="Poppins"/>
              </a:rPr>
              <a:t>Biggest </a:t>
            </a:r>
            <a:r>
              <a:rPr lang="en-US" sz="1785" b="1" i="1">
                <a:solidFill>
                  <a:srgbClr val="000000"/>
                </a:solidFill>
                <a:latin typeface="Poppins Bold Italics"/>
                <a:ea typeface="Poppins Bold Italics"/>
                <a:cs typeface="Poppins Bold Italics"/>
                <a:sym typeface="Poppins Bold Italics"/>
              </a:rPr>
              <a:t>SAP Implementation Partner</a:t>
            </a:r>
            <a:r>
              <a:rPr lang="en-US" sz="1785">
                <a:solidFill>
                  <a:srgbClr val="000000"/>
                </a:solidFill>
                <a:latin typeface="Poppins"/>
                <a:ea typeface="Poppins"/>
                <a:cs typeface="Poppins"/>
                <a:sym typeface="Poppins"/>
              </a:rPr>
              <a:t> in the USA and Asia Market</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Implemented </a:t>
            </a:r>
            <a:r>
              <a:rPr lang="en-US" sz="1785" b="1" i="1">
                <a:solidFill>
                  <a:srgbClr val="000000"/>
                </a:solidFill>
                <a:latin typeface="Poppins Bold Italics"/>
                <a:ea typeface="Poppins Bold Italics"/>
                <a:cs typeface="Poppins Bold Italics"/>
                <a:sym typeface="Poppins Bold Italics"/>
              </a:rPr>
              <a:t>large enterprise applications</a:t>
            </a:r>
            <a:r>
              <a:rPr lang="en-US" sz="1785">
                <a:solidFill>
                  <a:srgbClr val="000000"/>
                </a:solidFill>
                <a:latin typeface="Poppins"/>
                <a:ea typeface="Poppins"/>
                <a:cs typeface="Poppins"/>
                <a:sym typeface="Poppins"/>
              </a:rPr>
              <a:t> for clients: SAP, Oracle, SalesForce, etc.</a:t>
            </a:r>
          </a:p>
          <a:p>
            <a:pPr marL="385357" lvl="1" indent="-192678" algn="just">
              <a:lnSpc>
                <a:spcPts val="2499"/>
              </a:lnSpc>
              <a:buFont typeface="Arial"/>
              <a:buChar char="•"/>
            </a:pPr>
            <a:r>
              <a:rPr lang="en-US" sz="1785">
                <a:solidFill>
                  <a:srgbClr val="000000"/>
                </a:solidFill>
                <a:latin typeface="Poppins"/>
                <a:ea typeface="Poppins"/>
                <a:cs typeface="Poppins"/>
                <a:sym typeface="Poppins"/>
              </a:rPr>
              <a:t>VAR/OEM partner for SAP, Oracle, F5, Pentaho, Open Source Technologies</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Implemented </a:t>
            </a:r>
            <a:r>
              <a:rPr lang="en-US" sz="1785" b="1" i="1">
                <a:solidFill>
                  <a:srgbClr val="000000"/>
                </a:solidFill>
                <a:latin typeface="Poppins Bold Italics"/>
                <a:ea typeface="Poppins Bold Italics"/>
                <a:cs typeface="Poppins Bold Italics"/>
                <a:sym typeface="Poppins Bold Italics"/>
              </a:rPr>
              <a:t>GIS platform</a:t>
            </a:r>
            <a:r>
              <a:rPr lang="en-US" sz="1785">
                <a:solidFill>
                  <a:srgbClr val="000000"/>
                </a:solidFill>
                <a:latin typeface="Poppins"/>
                <a:ea typeface="Poppins"/>
                <a:cs typeface="Poppins"/>
                <a:sym typeface="Poppins"/>
              </a:rPr>
              <a:t> for Sinaloa State Government (Land Management)</a:t>
            </a:r>
          </a:p>
          <a:p>
            <a:pPr marL="385357" lvl="1" indent="-192678" algn="just">
              <a:lnSpc>
                <a:spcPts val="2499"/>
              </a:lnSpc>
              <a:buFont typeface="Arial"/>
              <a:buChar char="•"/>
            </a:pPr>
            <a:r>
              <a:rPr lang="en-US" sz="1785">
                <a:solidFill>
                  <a:srgbClr val="000000"/>
                </a:solidFill>
                <a:latin typeface="Poppins"/>
                <a:ea typeface="Poppins"/>
                <a:cs typeface="Poppins"/>
                <a:sym typeface="Poppins"/>
              </a:rPr>
              <a:t>Implemented </a:t>
            </a:r>
            <a:r>
              <a:rPr lang="en-US" sz="1785" b="1" i="1">
                <a:solidFill>
                  <a:srgbClr val="000000"/>
                </a:solidFill>
                <a:latin typeface="Poppins Bold Italics"/>
                <a:ea typeface="Poppins Bold Italics"/>
                <a:cs typeface="Poppins Bold Italics"/>
                <a:sym typeface="Poppins Bold Italics"/>
              </a:rPr>
              <a:t>Subscription Management System</a:t>
            </a:r>
            <a:r>
              <a:rPr lang="en-US" sz="1785">
                <a:solidFill>
                  <a:srgbClr val="000000"/>
                </a:solidFill>
                <a:latin typeface="Poppins"/>
                <a:ea typeface="Poppins"/>
                <a:cs typeface="Poppins"/>
                <a:sym typeface="Poppins"/>
              </a:rPr>
              <a:t> (largest media company)</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a:solidFill>
                  <a:srgbClr val="000000"/>
                </a:solidFill>
                <a:latin typeface="Poppins"/>
                <a:ea typeface="Poppins"/>
                <a:cs typeface="Poppins"/>
                <a:sym typeface="Poppins"/>
              </a:rPr>
              <a:t>IT Staffing and Talent Acquisition partner for </a:t>
            </a:r>
            <a:r>
              <a:rPr lang="en-US" sz="1785" b="1" i="1">
                <a:solidFill>
                  <a:srgbClr val="000000"/>
                </a:solidFill>
                <a:latin typeface="Poppins Bold Italics"/>
                <a:ea typeface="Poppins Bold Italics"/>
                <a:cs typeface="Poppins Bold Italics"/>
                <a:sym typeface="Poppins Bold Italics"/>
              </a:rPr>
              <a:t>Fortune 500 clients</a:t>
            </a:r>
            <a:r>
              <a:rPr lang="en-US" sz="1785">
                <a:solidFill>
                  <a:srgbClr val="000000"/>
                </a:solidFill>
                <a:latin typeface="Poppins"/>
                <a:ea typeface="Poppins"/>
                <a:cs typeface="Poppins"/>
                <a:sym typeface="Poppins"/>
              </a:rPr>
              <a:t> </a:t>
            </a:r>
          </a:p>
          <a:p>
            <a:pPr marL="385357" lvl="1" indent="-192678" algn="just">
              <a:lnSpc>
                <a:spcPts val="2499"/>
              </a:lnSpc>
              <a:buFont typeface="Arial"/>
              <a:buChar char="•"/>
            </a:pPr>
            <a:r>
              <a:rPr lang="en-US" sz="1785">
                <a:solidFill>
                  <a:srgbClr val="000000"/>
                </a:solidFill>
                <a:latin typeface="Poppins"/>
                <a:ea typeface="Poppins"/>
                <a:cs typeface="Poppins"/>
                <a:sym typeface="Poppins"/>
              </a:rPr>
              <a:t>Provided </a:t>
            </a:r>
            <a:r>
              <a:rPr lang="en-US" sz="1785" b="1" i="1">
                <a:solidFill>
                  <a:srgbClr val="000000"/>
                </a:solidFill>
                <a:latin typeface="Poppins Bold Italics"/>
                <a:ea typeface="Poppins Bold Italics"/>
                <a:cs typeface="Poppins Bold Italics"/>
                <a:sym typeface="Poppins Bold Italics"/>
              </a:rPr>
              <a:t>Enterprise Software Solutions</a:t>
            </a:r>
            <a:r>
              <a:rPr lang="en-US" sz="1785">
                <a:solidFill>
                  <a:srgbClr val="000000"/>
                </a:solidFill>
                <a:latin typeface="Poppins"/>
                <a:ea typeface="Poppins"/>
                <a:cs typeface="Poppins"/>
                <a:sym typeface="Poppins"/>
              </a:rPr>
              <a:t> to large, medium, and small clients (application development, project management, cloud technologies, etc.)</a:t>
            </a:r>
          </a:p>
          <a:p>
            <a:pPr algn="just">
              <a:lnSpc>
                <a:spcPts val="711"/>
              </a:lnSpc>
            </a:pPr>
            <a:endParaRPr lang="en-US" sz="1785">
              <a:solidFill>
                <a:srgbClr val="000000"/>
              </a:solidFill>
              <a:latin typeface="Poppins"/>
              <a:ea typeface="Poppins"/>
              <a:cs typeface="Poppins"/>
              <a:sym typeface="Poppins"/>
            </a:endParaRPr>
          </a:p>
          <a:p>
            <a:pPr marL="385357" lvl="1" indent="-192678" algn="just">
              <a:lnSpc>
                <a:spcPts val="2499"/>
              </a:lnSpc>
              <a:buFont typeface="Arial"/>
              <a:buChar char="•"/>
            </a:pPr>
            <a:r>
              <a:rPr lang="en-US" sz="1785" b="1" i="1">
                <a:solidFill>
                  <a:srgbClr val="000000"/>
                </a:solidFill>
                <a:latin typeface="Poppins Bold Italics"/>
                <a:ea typeface="Poppins Bold Italics"/>
                <a:cs typeface="Poppins Bold Italics"/>
                <a:sym typeface="Poppins Bold Italics"/>
              </a:rPr>
              <a:t>Industry Recognitions</a:t>
            </a:r>
            <a:r>
              <a:rPr lang="en-US" sz="1785">
                <a:solidFill>
                  <a:srgbClr val="000000"/>
                </a:solidFill>
                <a:latin typeface="Poppins"/>
                <a:ea typeface="Poppins"/>
                <a:cs typeface="Poppins"/>
                <a:sym typeface="Poppins"/>
              </a:rPr>
              <a:t> (in USA): Inc 500 (multiple times), Best Places to Work In NJ (multiple times), Mr. Goel was recognized as “Forty Under Forty”, Deloitte Fast 50, NJ Biz Fastest Growing Company, etc.</a:t>
            </a:r>
          </a:p>
          <a:p>
            <a:pPr algn="just">
              <a:lnSpc>
                <a:spcPts val="711"/>
              </a:lnSpc>
            </a:pPr>
            <a:endParaRPr lang="en-US" sz="1785">
              <a:solidFill>
                <a:srgbClr val="000000"/>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grpSp>
        <p:nvGrpSpPr>
          <p:cNvPr id="98" name="Google Shape;11318;p192">
            <a:extLst>
              <a:ext uri="{FF2B5EF4-FFF2-40B4-BE49-F238E27FC236}">
                <a16:creationId xmlns:a16="http://schemas.microsoft.com/office/drawing/2014/main" id="{30EBB6C8-1BE8-489A-BF5F-DBEAEF046FD2}"/>
              </a:ext>
            </a:extLst>
          </p:cNvPr>
          <p:cNvGrpSpPr/>
          <p:nvPr/>
        </p:nvGrpSpPr>
        <p:grpSpPr>
          <a:xfrm flipH="1">
            <a:off x="275881" y="3787553"/>
            <a:ext cx="1568693" cy="2317972"/>
            <a:chOff x="6598421" y="4121221"/>
            <a:chExt cx="1474828" cy="2876809"/>
          </a:xfrm>
        </p:grpSpPr>
        <p:sp>
          <p:nvSpPr>
            <p:cNvPr id="99" name="Google Shape;11319;p192">
              <a:extLst>
                <a:ext uri="{FF2B5EF4-FFF2-40B4-BE49-F238E27FC236}">
                  <a16:creationId xmlns:a16="http://schemas.microsoft.com/office/drawing/2014/main" id="{F8BCDE86-BBEC-440C-9622-3660D0F7D76B}"/>
                </a:ext>
              </a:extLst>
            </p:cNvPr>
            <p:cNvSpPr/>
            <p:nvPr/>
          </p:nvSpPr>
          <p:spPr>
            <a:xfrm flipH="1">
              <a:off x="7112037" y="4121221"/>
              <a:ext cx="735013" cy="352425"/>
            </a:xfrm>
            <a:custGeom>
              <a:avLst/>
              <a:gdLst/>
              <a:ahLst/>
              <a:cxnLst/>
              <a:rect l="l" t="t" r="r" b="b"/>
              <a:pathLst>
                <a:path w="651" h="313" extrusionOk="0">
                  <a:moveTo>
                    <a:pt x="630" y="273"/>
                  </a:moveTo>
                  <a:cubicBezTo>
                    <a:pt x="589" y="273"/>
                    <a:pt x="589" y="273"/>
                    <a:pt x="589" y="273"/>
                  </a:cubicBezTo>
                  <a:cubicBezTo>
                    <a:pt x="578" y="113"/>
                    <a:pt x="454" y="0"/>
                    <a:pt x="304" y="0"/>
                  </a:cubicBezTo>
                  <a:cubicBezTo>
                    <a:pt x="153" y="0"/>
                    <a:pt x="30" y="116"/>
                    <a:pt x="19" y="271"/>
                  </a:cubicBezTo>
                  <a:cubicBezTo>
                    <a:pt x="9" y="272"/>
                    <a:pt x="0" y="281"/>
                    <a:pt x="0" y="292"/>
                  </a:cubicBezTo>
                  <a:cubicBezTo>
                    <a:pt x="0" y="303"/>
                    <a:pt x="10" y="313"/>
                    <a:pt x="21" y="313"/>
                  </a:cubicBezTo>
                  <a:cubicBezTo>
                    <a:pt x="630" y="313"/>
                    <a:pt x="630" y="313"/>
                    <a:pt x="630" y="313"/>
                  </a:cubicBezTo>
                  <a:cubicBezTo>
                    <a:pt x="642" y="313"/>
                    <a:pt x="651" y="304"/>
                    <a:pt x="651" y="293"/>
                  </a:cubicBezTo>
                  <a:cubicBezTo>
                    <a:pt x="651" y="282"/>
                    <a:pt x="642" y="273"/>
                    <a:pt x="630" y="27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1320;p192">
              <a:extLst>
                <a:ext uri="{FF2B5EF4-FFF2-40B4-BE49-F238E27FC236}">
                  <a16:creationId xmlns:a16="http://schemas.microsoft.com/office/drawing/2014/main" id="{0A75A95B-3502-453C-BCE6-7AEB90E79FCF}"/>
                </a:ext>
              </a:extLst>
            </p:cNvPr>
            <p:cNvSpPr/>
            <p:nvPr/>
          </p:nvSpPr>
          <p:spPr>
            <a:xfrm flipH="1">
              <a:off x="6598421" y="4170929"/>
              <a:ext cx="1474828" cy="2827101"/>
            </a:xfrm>
            <a:custGeom>
              <a:avLst/>
              <a:gdLst/>
              <a:ahLst/>
              <a:cxnLst/>
              <a:rect l="l" t="t" r="r" b="b"/>
              <a:pathLst>
                <a:path w="1488" h="2854" extrusionOk="0">
                  <a:moveTo>
                    <a:pt x="835" y="717"/>
                  </a:moveTo>
                  <a:cubicBezTo>
                    <a:pt x="841" y="717"/>
                    <a:pt x="847" y="714"/>
                    <a:pt x="851" y="708"/>
                  </a:cubicBezTo>
                  <a:cubicBezTo>
                    <a:pt x="1249" y="68"/>
                    <a:pt x="1249" y="68"/>
                    <a:pt x="1249" y="68"/>
                  </a:cubicBezTo>
                  <a:cubicBezTo>
                    <a:pt x="1286" y="14"/>
                    <a:pt x="1361" y="0"/>
                    <a:pt x="1417" y="36"/>
                  </a:cubicBezTo>
                  <a:cubicBezTo>
                    <a:pt x="1473" y="72"/>
                    <a:pt x="1488" y="145"/>
                    <a:pt x="1451" y="199"/>
                  </a:cubicBezTo>
                  <a:cubicBezTo>
                    <a:pt x="890" y="1074"/>
                    <a:pt x="890" y="1074"/>
                    <a:pt x="890" y="1074"/>
                  </a:cubicBezTo>
                  <a:cubicBezTo>
                    <a:pt x="888" y="1077"/>
                    <a:pt x="887" y="1081"/>
                    <a:pt x="887" y="1085"/>
                  </a:cubicBezTo>
                  <a:cubicBezTo>
                    <a:pt x="887" y="1839"/>
                    <a:pt x="887" y="1839"/>
                    <a:pt x="887" y="1839"/>
                  </a:cubicBezTo>
                  <a:cubicBezTo>
                    <a:pt x="887" y="1906"/>
                    <a:pt x="887" y="1906"/>
                    <a:pt x="887" y="1906"/>
                  </a:cubicBezTo>
                  <a:cubicBezTo>
                    <a:pt x="887" y="2723"/>
                    <a:pt x="887" y="2723"/>
                    <a:pt x="887" y="2723"/>
                  </a:cubicBezTo>
                  <a:cubicBezTo>
                    <a:pt x="887" y="2795"/>
                    <a:pt x="826" y="2854"/>
                    <a:pt x="751" y="2854"/>
                  </a:cubicBezTo>
                  <a:cubicBezTo>
                    <a:pt x="749" y="2854"/>
                    <a:pt x="749" y="2854"/>
                    <a:pt x="749" y="2854"/>
                  </a:cubicBezTo>
                  <a:cubicBezTo>
                    <a:pt x="675" y="2854"/>
                    <a:pt x="614" y="2795"/>
                    <a:pt x="614" y="2723"/>
                  </a:cubicBezTo>
                  <a:cubicBezTo>
                    <a:pt x="614" y="1925"/>
                    <a:pt x="614" y="1925"/>
                    <a:pt x="614" y="1925"/>
                  </a:cubicBezTo>
                  <a:cubicBezTo>
                    <a:pt x="614" y="1914"/>
                    <a:pt x="605" y="1906"/>
                    <a:pt x="595" y="1906"/>
                  </a:cubicBezTo>
                  <a:cubicBezTo>
                    <a:pt x="576" y="1906"/>
                    <a:pt x="576" y="1906"/>
                    <a:pt x="576" y="1906"/>
                  </a:cubicBezTo>
                  <a:cubicBezTo>
                    <a:pt x="565" y="1906"/>
                    <a:pt x="557" y="1914"/>
                    <a:pt x="557" y="1925"/>
                  </a:cubicBezTo>
                  <a:cubicBezTo>
                    <a:pt x="557" y="2723"/>
                    <a:pt x="557" y="2723"/>
                    <a:pt x="557" y="2723"/>
                  </a:cubicBezTo>
                  <a:cubicBezTo>
                    <a:pt x="557" y="2795"/>
                    <a:pt x="495" y="2854"/>
                    <a:pt x="421" y="2854"/>
                  </a:cubicBezTo>
                  <a:cubicBezTo>
                    <a:pt x="419" y="2854"/>
                    <a:pt x="419" y="2854"/>
                    <a:pt x="419" y="2854"/>
                  </a:cubicBezTo>
                  <a:cubicBezTo>
                    <a:pt x="344" y="2854"/>
                    <a:pt x="283" y="2795"/>
                    <a:pt x="283" y="2723"/>
                  </a:cubicBezTo>
                  <a:cubicBezTo>
                    <a:pt x="283" y="1906"/>
                    <a:pt x="283" y="1906"/>
                    <a:pt x="283" y="1906"/>
                  </a:cubicBezTo>
                  <a:cubicBezTo>
                    <a:pt x="283" y="1839"/>
                    <a:pt x="283" y="1839"/>
                    <a:pt x="283" y="1839"/>
                  </a:cubicBezTo>
                  <a:cubicBezTo>
                    <a:pt x="283" y="1103"/>
                    <a:pt x="283" y="1103"/>
                    <a:pt x="283" y="1103"/>
                  </a:cubicBezTo>
                  <a:cubicBezTo>
                    <a:pt x="283" y="1092"/>
                    <a:pt x="274" y="1084"/>
                    <a:pt x="263" y="1085"/>
                  </a:cubicBezTo>
                  <a:cubicBezTo>
                    <a:pt x="263" y="1085"/>
                    <a:pt x="263" y="1085"/>
                    <a:pt x="263" y="1085"/>
                  </a:cubicBezTo>
                  <a:cubicBezTo>
                    <a:pt x="253" y="1086"/>
                    <a:pt x="246" y="1094"/>
                    <a:pt x="246" y="1103"/>
                  </a:cubicBezTo>
                  <a:cubicBezTo>
                    <a:pt x="246" y="1712"/>
                    <a:pt x="246" y="1712"/>
                    <a:pt x="246" y="1712"/>
                  </a:cubicBezTo>
                  <a:cubicBezTo>
                    <a:pt x="246" y="1778"/>
                    <a:pt x="190" y="1830"/>
                    <a:pt x="123" y="1830"/>
                  </a:cubicBezTo>
                  <a:cubicBezTo>
                    <a:pt x="56" y="1830"/>
                    <a:pt x="0" y="1778"/>
                    <a:pt x="0" y="1712"/>
                  </a:cubicBezTo>
                  <a:cubicBezTo>
                    <a:pt x="0" y="1170"/>
                    <a:pt x="0" y="1170"/>
                    <a:pt x="0" y="1170"/>
                  </a:cubicBezTo>
                  <a:cubicBezTo>
                    <a:pt x="0" y="1024"/>
                    <a:pt x="0" y="1024"/>
                    <a:pt x="0" y="1024"/>
                  </a:cubicBezTo>
                  <a:cubicBezTo>
                    <a:pt x="0" y="736"/>
                    <a:pt x="0" y="736"/>
                    <a:pt x="0" y="736"/>
                  </a:cubicBezTo>
                  <a:cubicBezTo>
                    <a:pt x="0" y="726"/>
                    <a:pt x="9" y="717"/>
                    <a:pt x="19" y="717"/>
                  </a:cubicBezTo>
                  <a:lnTo>
                    <a:pt x="835" y="71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1321;p192">
              <a:extLst>
                <a:ext uri="{FF2B5EF4-FFF2-40B4-BE49-F238E27FC236}">
                  <a16:creationId xmlns:a16="http://schemas.microsoft.com/office/drawing/2014/main" id="{FDA741F2-6418-4DDC-8EBA-E0069A60DF75}"/>
                </a:ext>
              </a:extLst>
            </p:cNvPr>
            <p:cNvSpPr/>
            <p:nvPr/>
          </p:nvSpPr>
          <p:spPr>
            <a:xfrm flipH="1">
              <a:off x="7195557" y="4513916"/>
              <a:ext cx="604838" cy="327025"/>
            </a:xfrm>
            <a:custGeom>
              <a:avLst/>
              <a:gdLst/>
              <a:ahLst/>
              <a:cxnLst/>
              <a:rect l="l" t="t" r="r" b="b"/>
              <a:pathLst>
                <a:path w="535" h="290" extrusionOk="0">
                  <a:moveTo>
                    <a:pt x="1" y="0"/>
                  </a:moveTo>
                  <a:cubicBezTo>
                    <a:pt x="0" y="7"/>
                    <a:pt x="0" y="15"/>
                    <a:pt x="0" y="22"/>
                  </a:cubicBezTo>
                  <a:cubicBezTo>
                    <a:pt x="0" y="170"/>
                    <a:pt x="120" y="290"/>
                    <a:pt x="267" y="290"/>
                  </a:cubicBezTo>
                  <a:cubicBezTo>
                    <a:pt x="415" y="290"/>
                    <a:pt x="535" y="170"/>
                    <a:pt x="535" y="22"/>
                  </a:cubicBezTo>
                  <a:cubicBezTo>
                    <a:pt x="535" y="15"/>
                    <a:pt x="534" y="7"/>
                    <a:pt x="534" y="0"/>
                  </a:cubicBezTo>
                  <a:lnTo>
                    <a:pt x="1"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77" name="Google Shape;1277;p51"/>
          <p:cNvSpPr txBox="1"/>
          <p:nvPr/>
        </p:nvSpPr>
        <p:spPr>
          <a:xfrm>
            <a:off x="2447312" y="119400"/>
            <a:ext cx="6968575" cy="83099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ln w="6350">
                  <a:noFill/>
                </a:ln>
                <a:solidFill>
                  <a:schemeClr val="tx2"/>
                </a:solidFill>
                <a:latin typeface="Segoe UI"/>
                <a:cs typeface="Segoe UI"/>
                <a:sym typeface="Source Sans Pro Light"/>
              </a:rPr>
              <a:t>Past Experiences</a:t>
            </a:r>
            <a:endParaRPr sz="3600" b="1" dirty="0">
              <a:ln w="6350">
                <a:noFill/>
              </a:ln>
              <a:solidFill>
                <a:schemeClr val="tx2"/>
              </a:solidFill>
              <a:latin typeface="Segoe UI"/>
              <a:cs typeface="Segoe UI"/>
              <a:sym typeface="Source Sans Pro Light"/>
            </a:endParaRPr>
          </a:p>
        </p:txBody>
      </p:sp>
      <p:sp>
        <p:nvSpPr>
          <p:cNvPr id="32" name="Rectangle 31">
            <a:extLst>
              <a:ext uri="{FF2B5EF4-FFF2-40B4-BE49-F238E27FC236}">
                <a16:creationId xmlns:a16="http://schemas.microsoft.com/office/drawing/2014/main" id="{2F376F31-BEA3-492B-ACF8-2D4FF07C000F}"/>
              </a:ext>
            </a:extLst>
          </p:cNvPr>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Rectangle 32">
            <a:extLst>
              <a:ext uri="{FF2B5EF4-FFF2-40B4-BE49-F238E27FC236}">
                <a16:creationId xmlns:a16="http://schemas.microsoft.com/office/drawing/2014/main" id="{BAB8F80A-C74A-498F-97C3-788576485F44}"/>
              </a:ext>
            </a:extLst>
          </p:cNvPr>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4" name="Rectangle 33">
            <a:extLst>
              <a:ext uri="{FF2B5EF4-FFF2-40B4-BE49-F238E27FC236}">
                <a16:creationId xmlns:a16="http://schemas.microsoft.com/office/drawing/2014/main" id="{7BF21FA9-9048-4CAD-97CB-F46972F7D52C}"/>
              </a:ext>
            </a:extLst>
          </p:cNvPr>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D8C644C4-D001-41C5-AA55-75023122E6E6}"/>
              </a:ext>
            </a:extLst>
          </p:cNvPr>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6" name="Group 35">
            <a:extLst>
              <a:ext uri="{FF2B5EF4-FFF2-40B4-BE49-F238E27FC236}">
                <a16:creationId xmlns:a16="http://schemas.microsoft.com/office/drawing/2014/main" id="{09DBDB60-C1DD-4FB7-AD71-2C6E46EFD12E}"/>
              </a:ext>
            </a:extLst>
          </p:cNvPr>
          <p:cNvGrpSpPr/>
          <p:nvPr/>
        </p:nvGrpSpPr>
        <p:grpSpPr>
          <a:xfrm>
            <a:off x="2" y="6736617"/>
            <a:ext cx="12191999" cy="134339"/>
            <a:chOff x="2" y="2110197"/>
            <a:chExt cx="12191999" cy="134339"/>
          </a:xfrm>
        </p:grpSpPr>
        <p:sp>
          <p:nvSpPr>
            <p:cNvPr id="37" name="Rectangle 36">
              <a:extLst>
                <a:ext uri="{FF2B5EF4-FFF2-40B4-BE49-F238E27FC236}">
                  <a16:creationId xmlns:a16="http://schemas.microsoft.com/office/drawing/2014/main" id="{C18C2F65-C33B-452A-9725-C26C180C8BF2}"/>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8" name="Rectangle 37">
              <a:extLst>
                <a:ext uri="{FF2B5EF4-FFF2-40B4-BE49-F238E27FC236}">
                  <a16:creationId xmlns:a16="http://schemas.microsoft.com/office/drawing/2014/main" id="{2D00BF75-A4B7-4E12-896B-9614DFC87EDC}"/>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a:extLst>
                <a:ext uri="{FF2B5EF4-FFF2-40B4-BE49-F238E27FC236}">
                  <a16:creationId xmlns:a16="http://schemas.microsoft.com/office/drawing/2014/main" id="{E4BC091E-4F3F-4009-B894-A4661F13FB59}"/>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0" name="Rectangle 39">
              <a:extLst>
                <a:ext uri="{FF2B5EF4-FFF2-40B4-BE49-F238E27FC236}">
                  <a16:creationId xmlns:a16="http://schemas.microsoft.com/office/drawing/2014/main" id="{F62580E9-C27C-4E38-90D9-534C7B4F59CC}"/>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1" name="Rectangle 40">
              <a:extLst>
                <a:ext uri="{FF2B5EF4-FFF2-40B4-BE49-F238E27FC236}">
                  <a16:creationId xmlns:a16="http://schemas.microsoft.com/office/drawing/2014/main" id="{98D304B8-B254-4A55-AA45-7B2241FB5594}"/>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2" name="Rectangle 41">
              <a:extLst>
                <a:ext uri="{FF2B5EF4-FFF2-40B4-BE49-F238E27FC236}">
                  <a16:creationId xmlns:a16="http://schemas.microsoft.com/office/drawing/2014/main" id="{AB1CEC75-EC54-4317-BF41-3EBA2CD2A6D1}"/>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43" name="Picture 42" descr="Orena_Logo_Final.png">
            <a:extLst>
              <a:ext uri="{FF2B5EF4-FFF2-40B4-BE49-F238E27FC236}">
                <a16:creationId xmlns:a16="http://schemas.microsoft.com/office/drawing/2014/main" id="{EA5AF5C1-B64A-4673-8C4F-71C3A71A8305}"/>
              </a:ext>
            </a:extLst>
          </p:cNvPr>
          <p:cNvPicPr>
            <a:picLocks noChangeAspect="1"/>
          </p:cNvPicPr>
          <p:nvPr/>
        </p:nvPicPr>
        <p:blipFill>
          <a:blip r:embed="rId3" cstate="screen"/>
          <a:stretch>
            <a:fillRect/>
          </a:stretch>
        </p:blipFill>
        <p:spPr>
          <a:xfrm>
            <a:off x="10203327" y="5517170"/>
            <a:ext cx="1932071" cy="1207206"/>
          </a:xfrm>
          <a:prstGeom prst="rect">
            <a:avLst/>
          </a:prstGeom>
        </p:spPr>
      </p:pic>
      <p:sp>
        <p:nvSpPr>
          <p:cNvPr id="44" name="Rectangle 43">
            <a:extLst>
              <a:ext uri="{FF2B5EF4-FFF2-40B4-BE49-F238E27FC236}">
                <a16:creationId xmlns:a16="http://schemas.microsoft.com/office/drawing/2014/main" id="{F4D703FC-8BAB-4264-B458-3DFA91DB7A01}"/>
              </a:ext>
            </a:extLst>
          </p:cNvPr>
          <p:cNvSpPr/>
          <p:nvPr/>
        </p:nvSpPr>
        <p:spPr>
          <a:xfrm rot="16200000">
            <a:off x="639762" y="5452705"/>
            <a:ext cx="752474" cy="203199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a:extLst>
              <a:ext uri="{FF2B5EF4-FFF2-40B4-BE49-F238E27FC236}">
                <a16:creationId xmlns:a16="http://schemas.microsoft.com/office/drawing/2014/main" id="{99CFAB2A-1BD7-4159-8A5F-002DE3B6039F}"/>
              </a:ext>
            </a:extLst>
          </p:cNvPr>
          <p:cNvSpPr/>
          <p:nvPr/>
        </p:nvSpPr>
        <p:spPr>
          <a:xfrm rot="16200000">
            <a:off x="948831" y="5774831"/>
            <a:ext cx="134338" cy="2032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47" name="Google Shape;1404;p52">
            <a:extLst>
              <a:ext uri="{FF2B5EF4-FFF2-40B4-BE49-F238E27FC236}">
                <a16:creationId xmlns:a16="http://schemas.microsoft.com/office/drawing/2014/main" id="{7E0D4478-E6F0-4A6B-93F9-5F1C762E41EA}"/>
              </a:ext>
            </a:extLst>
          </p:cNvPr>
          <p:cNvGrpSpPr/>
          <p:nvPr/>
        </p:nvGrpSpPr>
        <p:grpSpPr>
          <a:xfrm>
            <a:off x="7387872" y="1943314"/>
            <a:ext cx="2317430" cy="747737"/>
            <a:chOff x="8244268" y="2446757"/>
            <a:chExt cx="2317430" cy="747737"/>
          </a:xfrm>
        </p:grpSpPr>
        <p:sp>
          <p:nvSpPr>
            <p:cNvPr id="48" name="Google Shape;1405;p52">
              <a:extLst>
                <a:ext uri="{FF2B5EF4-FFF2-40B4-BE49-F238E27FC236}">
                  <a16:creationId xmlns:a16="http://schemas.microsoft.com/office/drawing/2014/main" id="{B745908C-F17C-4B6A-8F44-1A176A52D8AE}"/>
                </a:ext>
              </a:extLst>
            </p:cNvPr>
            <p:cNvSpPr txBox="1"/>
            <p:nvPr/>
          </p:nvSpPr>
          <p:spPr>
            <a:xfrm>
              <a:off x="8275721" y="2446757"/>
              <a:ext cx="2285977" cy="369332"/>
            </a:xfrm>
            <a:prstGeom prst="rect">
              <a:avLst/>
            </a:prstGeom>
            <a:noFill/>
            <a:ln>
              <a:noFill/>
            </a:ln>
          </p:spPr>
          <p:txBody>
            <a:bodyPr spcFirstLastPara="1" wrap="square" lIns="91425" tIns="45700" rIns="91425" bIns="45700" anchor="t" anchorCtr="0">
              <a:noAutofit/>
            </a:bodyPr>
            <a:lstStyle/>
            <a:p>
              <a:pPr lvl="0"/>
              <a:r>
                <a:rPr lang="en-US" sz="2000" b="1" dirty="0">
                  <a:solidFill>
                    <a:schemeClr val="accent5"/>
                  </a:solidFill>
                  <a:ea typeface="Source Sans Pro Light"/>
                  <a:cs typeface="Source Sans Pro Light"/>
                  <a:sym typeface="Source Sans Pro Light"/>
                </a:rPr>
                <a:t>1500</a:t>
              </a:r>
              <a:r>
                <a:rPr lang="en-US" sz="2000" dirty="0">
                  <a:solidFill>
                    <a:schemeClr val="accent5"/>
                  </a:solidFill>
                  <a:ea typeface="Calibri"/>
                  <a:cs typeface="Calibri"/>
                  <a:sym typeface="Calibri"/>
                </a:rPr>
                <a:t> Engineers</a:t>
              </a:r>
              <a:r>
                <a:rPr lang="en-US" sz="2000" b="1" dirty="0">
                  <a:solidFill>
                    <a:schemeClr val="accent5"/>
                  </a:solidFill>
                  <a:ea typeface="Source Sans Pro Light"/>
                  <a:cs typeface="Source Sans Pro Light"/>
                  <a:sym typeface="Source Sans Pro Light"/>
                </a:rPr>
                <a:t> </a:t>
              </a:r>
              <a:endParaRPr sz="2000" b="1" dirty="0">
                <a:solidFill>
                  <a:schemeClr val="accent5"/>
                </a:solidFill>
                <a:ea typeface="Source Sans Pro Light"/>
                <a:cs typeface="Source Sans Pro Light"/>
                <a:sym typeface="Source Sans Pro Light"/>
              </a:endParaRPr>
            </a:p>
          </p:txBody>
        </p:sp>
        <p:sp>
          <p:nvSpPr>
            <p:cNvPr id="49" name="Google Shape;1406;p52">
              <a:extLst>
                <a:ext uri="{FF2B5EF4-FFF2-40B4-BE49-F238E27FC236}">
                  <a16:creationId xmlns:a16="http://schemas.microsoft.com/office/drawing/2014/main" id="{90A1BD69-07E2-4DD8-BA79-E7602A7AF39D}"/>
                </a:ext>
              </a:extLst>
            </p:cNvPr>
            <p:cNvSpPr txBox="1"/>
            <p:nvPr/>
          </p:nvSpPr>
          <p:spPr>
            <a:xfrm>
              <a:off x="8244268" y="2763607"/>
              <a:ext cx="2285977"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Calibri"/>
                  <a:cs typeface="Calibri"/>
                  <a:sym typeface="Calibri"/>
                </a:rPr>
                <a:t>Trained</a:t>
              </a:r>
              <a:endParaRPr b="1" dirty="0">
                <a:latin typeface="Signika Negative"/>
                <a:ea typeface="Signika Negative"/>
                <a:cs typeface="Signika Negative"/>
                <a:sym typeface="Signika Negative"/>
              </a:endParaRPr>
            </a:p>
          </p:txBody>
        </p:sp>
      </p:grpSp>
      <p:grpSp>
        <p:nvGrpSpPr>
          <p:cNvPr id="50" name="Google Shape;1407;p52">
            <a:extLst>
              <a:ext uri="{FF2B5EF4-FFF2-40B4-BE49-F238E27FC236}">
                <a16:creationId xmlns:a16="http://schemas.microsoft.com/office/drawing/2014/main" id="{6976A504-421D-4C0E-B5F3-63273A964DA6}"/>
              </a:ext>
            </a:extLst>
          </p:cNvPr>
          <p:cNvGrpSpPr/>
          <p:nvPr/>
        </p:nvGrpSpPr>
        <p:grpSpPr>
          <a:xfrm>
            <a:off x="6173438" y="2071566"/>
            <a:ext cx="637577" cy="710499"/>
            <a:chOff x="7773920" y="2679103"/>
            <a:chExt cx="366219" cy="349260"/>
          </a:xfrm>
        </p:grpSpPr>
        <p:sp>
          <p:nvSpPr>
            <p:cNvPr id="51" name="Google Shape;1408;p52">
              <a:extLst>
                <a:ext uri="{FF2B5EF4-FFF2-40B4-BE49-F238E27FC236}">
                  <a16:creationId xmlns:a16="http://schemas.microsoft.com/office/drawing/2014/main" id="{552B2CD4-DC08-4B01-B366-7B8CF2B52C63}"/>
                </a:ext>
              </a:extLst>
            </p:cNvPr>
            <p:cNvSpPr/>
            <p:nvPr/>
          </p:nvSpPr>
          <p:spPr>
            <a:xfrm>
              <a:off x="7773920" y="2679103"/>
              <a:ext cx="366219" cy="349260"/>
            </a:xfrm>
            <a:custGeom>
              <a:avLst/>
              <a:gdLst/>
              <a:ahLst/>
              <a:cxnLst/>
              <a:rect l="l" t="t" r="r" b="b"/>
              <a:pathLst>
                <a:path w="128" h="122" extrusionOk="0">
                  <a:moveTo>
                    <a:pt x="117" y="0"/>
                  </a:moveTo>
                  <a:cubicBezTo>
                    <a:pt x="11" y="0"/>
                    <a:pt x="11" y="0"/>
                    <a:pt x="11" y="0"/>
                  </a:cubicBezTo>
                  <a:cubicBezTo>
                    <a:pt x="5" y="0"/>
                    <a:pt x="0" y="5"/>
                    <a:pt x="0" y="11"/>
                  </a:cubicBezTo>
                  <a:cubicBezTo>
                    <a:pt x="0" y="93"/>
                    <a:pt x="0" y="93"/>
                    <a:pt x="0" y="93"/>
                  </a:cubicBezTo>
                  <a:cubicBezTo>
                    <a:pt x="0" y="99"/>
                    <a:pt x="5" y="104"/>
                    <a:pt x="11" y="104"/>
                  </a:cubicBezTo>
                  <a:cubicBezTo>
                    <a:pt x="43" y="104"/>
                    <a:pt x="43" y="104"/>
                    <a:pt x="43" y="104"/>
                  </a:cubicBezTo>
                  <a:cubicBezTo>
                    <a:pt x="41" y="106"/>
                    <a:pt x="39" y="109"/>
                    <a:pt x="37" y="110"/>
                  </a:cubicBezTo>
                  <a:cubicBezTo>
                    <a:pt x="36" y="111"/>
                    <a:pt x="35" y="112"/>
                    <a:pt x="34" y="113"/>
                  </a:cubicBezTo>
                  <a:cubicBezTo>
                    <a:pt x="34" y="114"/>
                    <a:pt x="33" y="116"/>
                    <a:pt x="34" y="118"/>
                  </a:cubicBezTo>
                  <a:cubicBezTo>
                    <a:pt x="35" y="120"/>
                    <a:pt x="37" y="122"/>
                    <a:pt x="42" y="122"/>
                  </a:cubicBezTo>
                  <a:cubicBezTo>
                    <a:pt x="86" y="122"/>
                    <a:pt x="86" y="122"/>
                    <a:pt x="86" y="122"/>
                  </a:cubicBezTo>
                  <a:cubicBezTo>
                    <a:pt x="91" y="122"/>
                    <a:pt x="93" y="120"/>
                    <a:pt x="94" y="118"/>
                  </a:cubicBezTo>
                  <a:cubicBezTo>
                    <a:pt x="95" y="116"/>
                    <a:pt x="94" y="114"/>
                    <a:pt x="94" y="113"/>
                  </a:cubicBezTo>
                  <a:cubicBezTo>
                    <a:pt x="93" y="112"/>
                    <a:pt x="92" y="111"/>
                    <a:pt x="91" y="110"/>
                  </a:cubicBezTo>
                  <a:cubicBezTo>
                    <a:pt x="89" y="109"/>
                    <a:pt x="87" y="106"/>
                    <a:pt x="85" y="104"/>
                  </a:cubicBezTo>
                  <a:cubicBezTo>
                    <a:pt x="117" y="104"/>
                    <a:pt x="117" y="104"/>
                    <a:pt x="117" y="104"/>
                  </a:cubicBezTo>
                  <a:cubicBezTo>
                    <a:pt x="123" y="104"/>
                    <a:pt x="128" y="99"/>
                    <a:pt x="128" y="93"/>
                  </a:cubicBezTo>
                  <a:cubicBezTo>
                    <a:pt x="128" y="11"/>
                    <a:pt x="128" y="11"/>
                    <a:pt x="128" y="11"/>
                  </a:cubicBezTo>
                  <a:cubicBezTo>
                    <a:pt x="128" y="5"/>
                    <a:pt x="123" y="0"/>
                    <a:pt x="117" y="0"/>
                  </a:cubicBezTo>
                  <a:close/>
                  <a:moveTo>
                    <a:pt x="88" y="113"/>
                  </a:moveTo>
                  <a:cubicBezTo>
                    <a:pt x="89" y="114"/>
                    <a:pt x="90" y="115"/>
                    <a:pt x="90" y="116"/>
                  </a:cubicBezTo>
                  <a:cubicBezTo>
                    <a:pt x="90" y="116"/>
                    <a:pt x="91" y="116"/>
                    <a:pt x="90" y="116"/>
                  </a:cubicBezTo>
                  <a:cubicBezTo>
                    <a:pt x="90" y="117"/>
                    <a:pt x="88" y="118"/>
                    <a:pt x="86" y="118"/>
                  </a:cubicBezTo>
                  <a:cubicBezTo>
                    <a:pt x="42" y="118"/>
                    <a:pt x="42" y="118"/>
                    <a:pt x="42" y="118"/>
                  </a:cubicBezTo>
                  <a:cubicBezTo>
                    <a:pt x="40" y="118"/>
                    <a:pt x="38" y="117"/>
                    <a:pt x="38" y="116"/>
                  </a:cubicBezTo>
                  <a:cubicBezTo>
                    <a:pt x="38" y="116"/>
                    <a:pt x="38" y="116"/>
                    <a:pt x="38" y="116"/>
                  </a:cubicBezTo>
                  <a:cubicBezTo>
                    <a:pt x="38" y="116"/>
                    <a:pt x="38" y="116"/>
                    <a:pt x="38" y="116"/>
                  </a:cubicBezTo>
                  <a:cubicBezTo>
                    <a:pt x="38" y="115"/>
                    <a:pt x="39" y="114"/>
                    <a:pt x="40" y="113"/>
                  </a:cubicBezTo>
                  <a:cubicBezTo>
                    <a:pt x="44" y="109"/>
                    <a:pt x="47" y="106"/>
                    <a:pt x="48" y="104"/>
                  </a:cubicBezTo>
                  <a:cubicBezTo>
                    <a:pt x="80" y="104"/>
                    <a:pt x="80" y="104"/>
                    <a:pt x="80" y="104"/>
                  </a:cubicBezTo>
                  <a:cubicBezTo>
                    <a:pt x="81" y="106"/>
                    <a:pt x="84" y="109"/>
                    <a:pt x="88" y="113"/>
                  </a:cubicBezTo>
                  <a:close/>
                  <a:moveTo>
                    <a:pt x="120" y="93"/>
                  </a:moveTo>
                  <a:cubicBezTo>
                    <a:pt x="120" y="95"/>
                    <a:pt x="119" y="96"/>
                    <a:pt x="117" y="96"/>
                  </a:cubicBezTo>
                  <a:cubicBezTo>
                    <a:pt x="11" y="96"/>
                    <a:pt x="11" y="96"/>
                    <a:pt x="11" y="96"/>
                  </a:cubicBezTo>
                  <a:cubicBezTo>
                    <a:pt x="9" y="96"/>
                    <a:pt x="8" y="95"/>
                    <a:pt x="8" y="93"/>
                  </a:cubicBezTo>
                  <a:cubicBezTo>
                    <a:pt x="8" y="11"/>
                    <a:pt x="8" y="11"/>
                    <a:pt x="8" y="11"/>
                  </a:cubicBezTo>
                  <a:cubicBezTo>
                    <a:pt x="8" y="9"/>
                    <a:pt x="9" y="8"/>
                    <a:pt x="11" y="8"/>
                  </a:cubicBezTo>
                  <a:cubicBezTo>
                    <a:pt x="117" y="8"/>
                    <a:pt x="117" y="8"/>
                    <a:pt x="117" y="8"/>
                  </a:cubicBezTo>
                  <a:cubicBezTo>
                    <a:pt x="119" y="8"/>
                    <a:pt x="120" y="9"/>
                    <a:pt x="120" y="11"/>
                  </a:cubicBezTo>
                  <a:lnTo>
                    <a:pt x="120" y="93"/>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1409;p52">
              <a:extLst>
                <a:ext uri="{FF2B5EF4-FFF2-40B4-BE49-F238E27FC236}">
                  <a16:creationId xmlns:a16="http://schemas.microsoft.com/office/drawing/2014/main" id="{00E703A3-569F-432E-AB7C-E08D1CBBCE06}"/>
                </a:ext>
              </a:extLst>
            </p:cNvPr>
            <p:cNvSpPr/>
            <p:nvPr/>
          </p:nvSpPr>
          <p:spPr>
            <a:xfrm>
              <a:off x="7819755" y="2724938"/>
              <a:ext cx="274550" cy="183339"/>
            </a:xfrm>
            <a:custGeom>
              <a:avLst/>
              <a:gdLst/>
              <a:ahLst/>
              <a:cxnLst/>
              <a:rect l="l" t="t" r="r" b="b"/>
              <a:pathLst>
                <a:path w="96" h="64" extrusionOk="0">
                  <a:moveTo>
                    <a:pt x="89" y="0"/>
                  </a:moveTo>
                  <a:cubicBezTo>
                    <a:pt x="7" y="0"/>
                    <a:pt x="7" y="0"/>
                    <a:pt x="7" y="0"/>
                  </a:cubicBezTo>
                  <a:cubicBezTo>
                    <a:pt x="3" y="0"/>
                    <a:pt x="0" y="3"/>
                    <a:pt x="0" y="7"/>
                  </a:cubicBezTo>
                  <a:cubicBezTo>
                    <a:pt x="0" y="57"/>
                    <a:pt x="0" y="57"/>
                    <a:pt x="0" y="57"/>
                  </a:cubicBezTo>
                  <a:cubicBezTo>
                    <a:pt x="0" y="61"/>
                    <a:pt x="3" y="64"/>
                    <a:pt x="7" y="64"/>
                  </a:cubicBezTo>
                  <a:cubicBezTo>
                    <a:pt x="89" y="64"/>
                    <a:pt x="89" y="64"/>
                    <a:pt x="89" y="64"/>
                  </a:cubicBezTo>
                  <a:cubicBezTo>
                    <a:pt x="93" y="64"/>
                    <a:pt x="96" y="61"/>
                    <a:pt x="96" y="57"/>
                  </a:cubicBezTo>
                  <a:cubicBezTo>
                    <a:pt x="96" y="7"/>
                    <a:pt x="96" y="7"/>
                    <a:pt x="96" y="7"/>
                  </a:cubicBezTo>
                  <a:cubicBezTo>
                    <a:pt x="96" y="3"/>
                    <a:pt x="93" y="0"/>
                    <a:pt x="89" y="0"/>
                  </a:cubicBezTo>
                  <a:close/>
                  <a:moveTo>
                    <a:pt x="92" y="57"/>
                  </a:moveTo>
                  <a:cubicBezTo>
                    <a:pt x="92" y="59"/>
                    <a:pt x="91" y="60"/>
                    <a:pt x="89" y="60"/>
                  </a:cubicBezTo>
                  <a:cubicBezTo>
                    <a:pt x="7" y="60"/>
                    <a:pt x="7" y="60"/>
                    <a:pt x="7" y="60"/>
                  </a:cubicBezTo>
                  <a:cubicBezTo>
                    <a:pt x="5" y="60"/>
                    <a:pt x="4" y="59"/>
                    <a:pt x="4" y="57"/>
                  </a:cubicBezTo>
                  <a:cubicBezTo>
                    <a:pt x="4" y="7"/>
                    <a:pt x="4" y="7"/>
                    <a:pt x="4" y="7"/>
                  </a:cubicBezTo>
                  <a:cubicBezTo>
                    <a:pt x="4" y="5"/>
                    <a:pt x="5" y="4"/>
                    <a:pt x="7" y="4"/>
                  </a:cubicBezTo>
                  <a:cubicBezTo>
                    <a:pt x="89" y="4"/>
                    <a:pt x="89" y="4"/>
                    <a:pt x="89" y="4"/>
                  </a:cubicBezTo>
                  <a:cubicBezTo>
                    <a:pt x="91" y="4"/>
                    <a:pt x="92" y="5"/>
                    <a:pt x="92" y="7"/>
                  </a:cubicBezTo>
                  <a:lnTo>
                    <a:pt x="92" y="57"/>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1410;p52">
              <a:extLst>
                <a:ext uri="{FF2B5EF4-FFF2-40B4-BE49-F238E27FC236}">
                  <a16:creationId xmlns:a16="http://schemas.microsoft.com/office/drawing/2014/main" id="{7115CE2C-1BFE-4620-9265-235C740924AD}"/>
                </a:ext>
              </a:extLst>
            </p:cNvPr>
            <p:cNvSpPr/>
            <p:nvPr/>
          </p:nvSpPr>
          <p:spPr>
            <a:xfrm>
              <a:off x="7939842" y="2913775"/>
              <a:ext cx="34376" cy="34376"/>
            </a:xfrm>
            <a:custGeom>
              <a:avLst/>
              <a:gdLst/>
              <a:ahLst/>
              <a:cxnLst/>
              <a:rect l="l" t="t" r="r" b="b"/>
              <a:pathLst>
                <a:path w="12" h="12" extrusionOk="0">
                  <a:moveTo>
                    <a:pt x="6" y="0"/>
                  </a:moveTo>
                  <a:cubicBezTo>
                    <a:pt x="3" y="0"/>
                    <a:pt x="0" y="3"/>
                    <a:pt x="0" y="6"/>
                  </a:cubicBezTo>
                  <a:cubicBezTo>
                    <a:pt x="0" y="9"/>
                    <a:pt x="3" y="12"/>
                    <a:pt x="6" y="12"/>
                  </a:cubicBezTo>
                  <a:cubicBezTo>
                    <a:pt x="9" y="12"/>
                    <a:pt x="12" y="9"/>
                    <a:pt x="12" y="6"/>
                  </a:cubicBezTo>
                  <a:cubicBezTo>
                    <a:pt x="12" y="3"/>
                    <a:pt x="9" y="0"/>
                    <a:pt x="6" y="0"/>
                  </a:cubicBezTo>
                  <a:close/>
                  <a:moveTo>
                    <a:pt x="6" y="8"/>
                  </a:moveTo>
                  <a:cubicBezTo>
                    <a:pt x="5" y="8"/>
                    <a:pt x="4" y="7"/>
                    <a:pt x="4" y="6"/>
                  </a:cubicBezTo>
                  <a:cubicBezTo>
                    <a:pt x="4" y="5"/>
                    <a:pt x="5" y="4"/>
                    <a:pt x="6" y="4"/>
                  </a:cubicBezTo>
                  <a:cubicBezTo>
                    <a:pt x="7" y="4"/>
                    <a:pt x="8" y="5"/>
                    <a:pt x="8" y="6"/>
                  </a:cubicBezTo>
                  <a:cubicBezTo>
                    <a:pt x="8" y="7"/>
                    <a:pt x="7" y="8"/>
                    <a:pt x="6" y="8"/>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1411;p52">
              <a:extLst>
                <a:ext uri="{FF2B5EF4-FFF2-40B4-BE49-F238E27FC236}">
                  <a16:creationId xmlns:a16="http://schemas.microsoft.com/office/drawing/2014/main" id="{1363763D-79F9-41B6-8512-08ECF78FE4F6}"/>
                </a:ext>
              </a:extLst>
            </p:cNvPr>
            <p:cNvSpPr/>
            <p:nvPr/>
          </p:nvSpPr>
          <p:spPr>
            <a:xfrm>
              <a:off x="7934341" y="2782230"/>
              <a:ext cx="56835" cy="68752"/>
            </a:xfrm>
            <a:custGeom>
              <a:avLst/>
              <a:gdLst/>
              <a:ahLst/>
              <a:cxnLst/>
              <a:rect l="l" t="t" r="r" b="b"/>
              <a:pathLst>
                <a:path w="20" h="24" extrusionOk="0">
                  <a:moveTo>
                    <a:pt x="2" y="0"/>
                  </a:moveTo>
                  <a:cubicBezTo>
                    <a:pt x="1" y="0"/>
                    <a:pt x="0" y="0"/>
                    <a:pt x="0" y="1"/>
                  </a:cubicBezTo>
                  <a:cubicBezTo>
                    <a:pt x="0" y="2"/>
                    <a:pt x="0" y="21"/>
                    <a:pt x="0" y="23"/>
                  </a:cubicBezTo>
                  <a:cubicBezTo>
                    <a:pt x="0" y="24"/>
                    <a:pt x="1" y="24"/>
                    <a:pt x="2" y="24"/>
                  </a:cubicBezTo>
                  <a:cubicBezTo>
                    <a:pt x="3" y="23"/>
                    <a:pt x="18" y="14"/>
                    <a:pt x="19" y="13"/>
                  </a:cubicBezTo>
                  <a:cubicBezTo>
                    <a:pt x="20" y="13"/>
                    <a:pt x="20" y="11"/>
                    <a:pt x="19" y="11"/>
                  </a:cubicBezTo>
                  <a:cubicBezTo>
                    <a:pt x="18" y="10"/>
                    <a:pt x="3" y="1"/>
                    <a:pt x="2"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5" name="Google Shape;1412;p52">
            <a:extLst>
              <a:ext uri="{FF2B5EF4-FFF2-40B4-BE49-F238E27FC236}">
                <a16:creationId xmlns:a16="http://schemas.microsoft.com/office/drawing/2014/main" id="{B6B9B3A7-5EF6-4CA3-8113-CD63BBBA875E}"/>
              </a:ext>
            </a:extLst>
          </p:cNvPr>
          <p:cNvGrpSpPr/>
          <p:nvPr/>
        </p:nvGrpSpPr>
        <p:grpSpPr>
          <a:xfrm>
            <a:off x="7393242" y="3081349"/>
            <a:ext cx="2223069" cy="709841"/>
            <a:chOff x="8244268" y="3405556"/>
            <a:chExt cx="2223069" cy="709841"/>
          </a:xfrm>
        </p:grpSpPr>
        <p:sp>
          <p:nvSpPr>
            <p:cNvPr id="56" name="Google Shape;1413;p52">
              <a:extLst>
                <a:ext uri="{FF2B5EF4-FFF2-40B4-BE49-F238E27FC236}">
                  <a16:creationId xmlns:a16="http://schemas.microsoft.com/office/drawing/2014/main" id="{7E04BFD7-A83B-44B9-87B6-3A44F3DF44C2}"/>
                </a:ext>
              </a:extLst>
            </p:cNvPr>
            <p:cNvSpPr txBox="1"/>
            <p:nvPr/>
          </p:nvSpPr>
          <p:spPr>
            <a:xfrm>
              <a:off x="8244268" y="3405556"/>
              <a:ext cx="193613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accent5"/>
                  </a:solidFill>
                  <a:latin typeface="Segoe UI" panose="020B0502040204020203" pitchFamily="34" charset="0"/>
                  <a:ea typeface="Source Sans Pro Light"/>
                  <a:cs typeface="Segoe UI" panose="020B0502040204020203" pitchFamily="34" charset="0"/>
                  <a:sym typeface="Source Sans Pro Light"/>
                </a:rPr>
                <a:t>98%</a:t>
              </a:r>
              <a:endParaRPr sz="2000" b="1" dirty="0">
                <a:solidFill>
                  <a:schemeClr val="accent5"/>
                </a:solidFill>
                <a:latin typeface="Segoe UI" panose="020B0502040204020203" pitchFamily="34" charset="0"/>
                <a:ea typeface="Source Sans Pro Light"/>
                <a:cs typeface="Segoe UI" panose="020B0502040204020203" pitchFamily="34" charset="0"/>
                <a:sym typeface="Source Sans Pro Light"/>
              </a:endParaRPr>
            </a:p>
          </p:txBody>
        </p:sp>
        <p:sp>
          <p:nvSpPr>
            <p:cNvPr id="57" name="Google Shape;1414;p52">
              <a:extLst>
                <a:ext uri="{FF2B5EF4-FFF2-40B4-BE49-F238E27FC236}">
                  <a16:creationId xmlns:a16="http://schemas.microsoft.com/office/drawing/2014/main" id="{740E5734-7307-4D9C-8FBD-D93D1123B480}"/>
                </a:ext>
              </a:extLst>
            </p:cNvPr>
            <p:cNvSpPr txBox="1"/>
            <p:nvPr/>
          </p:nvSpPr>
          <p:spPr>
            <a:xfrm>
              <a:off x="8244268" y="3684510"/>
              <a:ext cx="2223069"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Signika Negative"/>
                  <a:cs typeface="Calibri"/>
                  <a:sym typeface="Calibri"/>
                </a:rPr>
                <a:t>Placement</a:t>
              </a:r>
              <a:r>
                <a:rPr lang="en-US" dirty="0">
                  <a:solidFill>
                    <a:schemeClr val="accent6">
                      <a:lumMod val="75000"/>
                    </a:schemeClr>
                  </a:solidFill>
                  <a:latin typeface="Calibri"/>
                  <a:ea typeface="Signika Negative"/>
                  <a:cs typeface="Calibri"/>
                  <a:sym typeface="Calibri"/>
                </a:rPr>
                <a:t> </a:t>
              </a:r>
              <a:endParaRPr dirty="0">
                <a:solidFill>
                  <a:schemeClr val="accent6">
                    <a:lumMod val="75000"/>
                  </a:schemeClr>
                </a:solidFill>
                <a:latin typeface="Signika Negative"/>
                <a:ea typeface="Signika Negative"/>
                <a:cs typeface="Signika Negative"/>
                <a:sym typeface="Signika Negative"/>
              </a:endParaRPr>
            </a:p>
          </p:txBody>
        </p:sp>
      </p:grpSp>
      <p:sp>
        <p:nvSpPr>
          <p:cNvPr id="58" name="Google Shape;1415;p52">
            <a:extLst>
              <a:ext uri="{FF2B5EF4-FFF2-40B4-BE49-F238E27FC236}">
                <a16:creationId xmlns:a16="http://schemas.microsoft.com/office/drawing/2014/main" id="{0F409214-4DE4-40D3-8EF7-6A01C0F737F5}"/>
              </a:ext>
            </a:extLst>
          </p:cNvPr>
          <p:cNvSpPr/>
          <p:nvPr/>
        </p:nvSpPr>
        <p:spPr>
          <a:xfrm rot="-45052">
            <a:off x="6242210" y="3135415"/>
            <a:ext cx="568475" cy="519686"/>
          </a:xfrm>
          <a:custGeom>
            <a:avLst/>
            <a:gdLst/>
            <a:ahLst/>
            <a:cxnLst/>
            <a:rect l="l" t="t" r="r" b="b"/>
            <a:pathLst>
              <a:path w="2506" h="2453" extrusionOk="0">
                <a:moveTo>
                  <a:pt x="2384" y="735"/>
                </a:moveTo>
                <a:cubicBezTo>
                  <a:pt x="2384" y="122"/>
                  <a:pt x="2384" y="122"/>
                  <a:pt x="2384" y="122"/>
                </a:cubicBezTo>
                <a:cubicBezTo>
                  <a:pt x="2384" y="54"/>
                  <a:pt x="2329" y="0"/>
                  <a:pt x="2261" y="0"/>
                </a:cubicBezTo>
                <a:cubicBezTo>
                  <a:pt x="2190" y="0"/>
                  <a:pt x="2190" y="0"/>
                  <a:pt x="2190" y="0"/>
                </a:cubicBezTo>
                <a:cubicBezTo>
                  <a:pt x="2138" y="0"/>
                  <a:pt x="2094" y="32"/>
                  <a:pt x="2076" y="78"/>
                </a:cubicBezTo>
                <a:cubicBezTo>
                  <a:pt x="1389" y="432"/>
                  <a:pt x="1389" y="432"/>
                  <a:pt x="1389" y="432"/>
                </a:cubicBezTo>
                <a:cubicBezTo>
                  <a:pt x="1248" y="432"/>
                  <a:pt x="1248" y="432"/>
                  <a:pt x="1248" y="432"/>
                </a:cubicBezTo>
                <a:cubicBezTo>
                  <a:pt x="1224" y="401"/>
                  <a:pt x="1186" y="382"/>
                  <a:pt x="1145" y="382"/>
                </a:cubicBezTo>
                <a:cubicBezTo>
                  <a:pt x="476" y="382"/>
                  <a:pt x="476" y="382"/>
                  <a:pt x="476" y="382"/>
                </a:cubicBezTo>
                <a:cubicBezTo>
                  <a:pt x="382" y="382"/>
                  <a:pt x="291" y="416"/>
                  <a:pt x="220" y="477"/>
                </a:cubicBezTo>
                <a:cubicBezTo>
                  <a:pt x="166" y="523"/>
                  <a:pt x="126" y="583"/>
                  <a:pt x="104" y="650"/>
                </a:cubicBezTo>
                <a:cubicBezTo>
                  <a:pt x="42" y="682"/>
                  <a:pt x="0" y="746"/>
                  <a:pt x="0" y="819"/>
                </a:cubicBezTo>
                <a:cubicBezTo>
                  <a:pt x="0" y="1219"/>
                  <a:pt x="0" y="1219"/>
                  <a:pt x="0" y="1219"/>
                </a:cubicBezTo>
                <a:cubicBezTo>
                  <a:pt x="0" y="1293"/>
                  <a:pt x="42" y="1357"/>
                  <a:pt x="104" y="1388"/>
                </a:cubicBezTo>
                <a:cubicBezTo>
                  <a:pt x="126" y="1455"/>
                  <a:pt x="166" y="1515"/>
                  <a:pt x="220" y="1561"/>
                </a:cubicBezTo>
                <a:cubicBezTo>
                  <a:pt x="280" y="1613"/>
                  <a:pt x="355" y="1646"/>
                  <a:pt x="434" y="1654"/>
                </a:cubicBezTo>
                <a:cubicBezTo>
                  <a:pt x="642" y="2317"/>
                  <a:pt x="642" y="2317"/>
                  <a:pt x="642" y="2317"/>
                </a:cubicBezTo>
                <a:cubicBezTo>
                  <a:pt x="668" y="2398"/>
                  <a:pt x="744" y="2453"/>
                  <a:pt x="833" y="2453"/>
                </a:cubicBezTo>
                <a:cubicBezTo>
                  <a:pt x="855" y="2453"/>
                  <a:pt x="876" y="2450"/>
                  <a:pt x="897" y="2443"/>
                </a:cubicBezTo>
                <a:cubicBezTo>
                  <a:pt x="1168" y="2358"/>
                  <a:pt x="1168" y="2358"/>
                  <a:pt x="1168" y="2358"/>
                </a:cubicBezTo>
                <a:cubicBezTo>
                  <a:pt x="1219" y="2342"/>
                  <a:pt x="1262" y="2308"/>
                  <a:pt x="1288" y="2263"/>
                </a:cubicBezTo>
                <a:cubicBezTo>
                  <a:pt x="1315" y="2216"/>
                  <a:pt x="1321" y="2160"/>
                  <a:pt x="1305" y="2109"/>
                </a:cubicBezTo>
                <a:cubicBezTo>
                  <a:pt x="1246" y="1921"/>
                  <a:pt x="1246" y="1921"/>
                  <a:pt x="1246" y="1921"/>
                </a:cubicBezTo>
                <a:cubicBezTo>
                  <a:pt x="1274" y="1904"/>
                  <a:pt x="1274" y="1904"/>
                  <a:pt x="1274" y="1904"/>
                </a:cubicBezTo>
                <a:cubicBezTo>
                  <a:pt x="1330" y="1869"/>
                  <a:pt x="1347" y="1795"/>
                  <a:pt x="1313" y="1739"/>
                </a:cubicBezTo>
                <a:cubicBezTo>
                  <a:pt x="1312" y="1739"/>
                  <a:pt x="1312" y="1739"/>
                  <a:pt x="1312" y="1739"/>
                </a:cubicBezTo>
                <a:cubicBezTo>
                  <a:pt x="1312" y="1739"/>
                  <a:pt x="1312" y="1739"/>
                  <a:pt x="1312" y="1739"/>
                </a:cubicBezTo>
                <a:cubicBezTo>
                  <a:pt x="1237" y="1618"/>
                  <a:pt x="1237" y="1618"/>
                  <a:pt x="1237" y="1618"/>
                </a:cubicBezTo>
                <a:cubicBezTo>
                  <a:pt x="1241" y="1614"/>
                  <a:pt x="1244" y="1611"/>
                  <a:pt x="1248" y="1606"/>
                </a:cubicBezTo>
                <a:cubicBezTo>
                  <a:pt x="1389" y="1606"/>
                  <a:pt x="1389" y="1606"/>
                  <a:pt x="1389" y="1606"/>
                </a:cubicBezTo>
                <a:cubicBezTo>
                  <a:pt x="2072" y="1958"/>
                  <a:pt x="2072" y="1958"/>
                  <a:pt x="2072" y="1958"/>
                </a:cubicBezTo>
                <a:cubicBezTo>
                  <a:pt x="2085" y="2011"/>
                  <a:pt x="2133" y="2051"/>
                  <a:pt x="2190" y="2051"/>
                </a:cubicBezTo>
                <a:cubicBezTo>
                  <a:pt x="2261" y="2051"/>
                  <a:pt x="2261" y="2051"/>
                  <a:pt x="2261" y="2051"/>
                </a:cubicBezTo>
                <a:cubicBezTo>
                  <a:pt x="2329" y="2051"/>
                  <a:pt x="2384" y="1996"/>
                  <a:pt x="2384" y="1928"/>
                </a:cubicBezTo>
                <a:cubicBezTo>
                  <a:pt x="2384" y="1299"/>
                  <a:pt x="2384" y="1299"/>
                  <a:pt x="2384" y="1299"/>
                </a:cubicBezTo>
                <a:cubicBezTo>
                  <a:pt x="2461" y="1226"/>
                  <a:pt x="2506" y="1124"/>
                  <a:pt x="2506" y="1017"/>
                </a:cubicBezTo>
                <a:cubicBezTo>
                  <a:pt x="2506" y="909"/>
                  <a:pt x="2461" y="807"/>
                  <a:pt x="2384" y="735"/>
                </a:cubicBezTo>
                <a:close/>
                <a:moveTo>
                  <a:pt x="833" y="2318"/>
                </a:moveTo>
                <a:cubicBezTo>
                  <a:pt x="804" y="2318"/>
                  <a:pt x="779" y="2301"/>
                  <a:pt x="771" y="2276"/>
                </a:cubicBezTo>
                <a:cubicBezTo>
                  <a:pt x="556" y="1592"/>
                  <a:pt x="556" y="1592"/>
                  <a:pt x="556" y="1592"/>
                </a:cubicBezTo>
                <a:cubicBezTo>
                  <a:pt x="1001" y="1592"/>
                  <a:pt x="1001" y="1592"/>
                  <a:pt x="1001" y="1592"/>
                </a:cubicBezTo>
                <a:cubicBezTo>
                  <a:pt x="1176" y="2149"/>
                  <a:pt x="1176" y="2149"/>
                  <a:pt x="1176" y="2149"/>
                </a:cubicBezTo>
                <a:cubicBezTo>
                  <a:pt x="1181" y="2164"/>
                  <a:pt x="1179" y="2181"/>
                  <a:pt x="1170" y="2196"/>
                </a:cubicBezTo>
                <a:cubicBezTo>
                  <a:pt x="1161" y="2212"/>
                  <a:pt x="1146" y="2223"/>
                  <a:pt x="1128" y="2229"/>
                </a:cubicBezTo>
                <a:cubicBezTo>
                  <a:pt x="856" y="2314"/>
                  <a:pt x="856" y="2314"/>
                  <a:pt x="856" y="2314"/>
                </a:cubicBezTo>
                <a:cubicBezTo>
                  <a:pt x="849" y="2317"/>
                  <a:pt x="841" y="2318"/>
                  <a:pt x="833" y="2318"/>
                </a:cubicBezTo>
                <a:close/>
                <a:moveTo>
                  <a:pt x="136" y="1219"/>
                </a:moveTo>
                <a:cubicBezTo>
                  <a:pt x="136" y="819"/>
                  <a:pt x="136" y="819"/>
                  <a:pt x="136" y="819"/>
                </a:cubicBezTo>
                <a:cubicBezTo>
                  <a:pt x="136" y="806"/>
                  <a:pt x="140" y="795"/>
                  <a:pt x="147" y="785"/>
                </a:cubicBezTo>
                <a:cubicBezTo>
                  <a:pt x="147" y="1253"/>
                  <a:pt x="147" y="1253"/>
                  <a:pt x="147" y="1253"/>
                </a:cubicBezTo>
                <a:cubicBezTo>
                  <a:pt x="140" y="1244"/>
                  <a:pt x="136" y="1232"/>
                  <a:pt x="136" y="1219"/>
                </a:cubicBezTo>
                <a:close/>
                <a:moveTo>
                  <a:pt x="219" y="1264"/>
                </a:moveTo>
                <a:cubicBezTo>
                  <a:pt x="219" y="774"/>
                  <a:pt x="219" y="774"/>
                  <a:pt x="219" y="774"/>
                </a:cubicBezTo>
                <a:cubicBezTo>
                  <a:pt x="219" y="632"/>
                  <a:pt x="334" y="517"/>
                  <a:pt x="476" y="517"/>
                </a:cubicBezTo>
                <a:cubicBezTo>
                  <a:pt x="1140" y="517"/>
                  <a:pt x="1140" y="517"/>
                  <a:pt x="1140" y="517"/>
                </a:cubicBezTo>
                <a:cubicBezTo>
                  <a:pt x="1140" y="1521"/>
                  <a:pt x="1140" y="1521"/>
                  <a:pt x="1140" y="1521"/>
                </a:cubicBezTo>
                <a:cubicBezTo>
                  <a:pt x="1054" y="1521"/>
                  <a:pt x="1054" y="1521"/>
                  <a:pt x="1054" y="1521"/>
                </a:cubicBezTo>
                <a:cubicBezTo>
                  <a:pt x="476" y="1521"/>
                  <a:pt x="476" y="1521"/>
                  <a:pt x="476" y="1521"/>
                </a:cubicBezTo>
                <a:cubicBezTo>
                  <a:pt x="334" y="1521"/>
                  <a:pt x="219" y="1406"/>
                  <a:pt x="219" y="1264"/>
                </a:cubicBezTo>
                <a:close/>
                <a:moveTo>
                  <a:pt x="1090" y="1638"/>
                </a:moveTo>
                <a:cubicBezTo>
                  <a:pt x="1189" y="1797"/>
                  <a:pt x="1189" y="1797"/>
                  <a:pt x="1189" y="1797"/>
                </a:cubicBezTo>
                <a:cubicBezTo>
                  <a:pt x="1148" y="1823"/>
                  <a:pt x="1148" y="1823"/>
                  <a:pt x="1148" y="1823"/>
                </a:cubicBezTo>
                <a:lnTo>
                  <a:pt x="1090" y="1638"/>
                </a:lnTo>
                <a:close/>
                <a:moveTo>
                  <a:pt x="1212" y="567"/>
                </a:moveTo>
                <a:cubicBezTo>
                  <a:pt x="1421" y="567"/>
                  <a:pt x="1421" y="567"/>
                  <a:pt x="1421" y="567"/>
                </a:cubicBezTo>
                <a:cubicBezTo>
                  <a:pt x="2132" y="201"/>
                  <a:pt x="2132" y="201"/>
                  <a:pt x="2132" y="201"/>
                </a:cubicBezTo>
                <a:cubicBezTo>
                  <a:pt x="2132" y="1837"/>
                  <a:pt x="2132" y="1837"/>
                  <a:pt x="2132" y="1837"/>
                </a:cubicBezTo>
                <a:cubicBezTo>
                  <a:pt x="1421" y="1471"/>
                  <a:pt x="1421" y="1471"/>
                  <a:pt x="1421" y="1471"/>
                </a:cubicBezTo>
                <a:cubicBezTo>
                  <a:pt x="1212" y="1471"/>
                  <a:pt x="1212" y="1471"/>
                  <a:pt x="1212" y="1471"/>
                </a:cubicBezTo>
                <a:lnTo>
                  <a:pt x="1212" y="567"/>
                </a:lnTo>
                <a:close/>
                <a:moveTo>
                  <a:pt x="2203" y="135"/>
                </a:moveTo>
                <a:cubicBezTo>
                  <a:pt x="2248" y="135"/>
                  <a:pt x="2248" y="135"/>
                  <a:pt x="2248" y="135"/>
                </a:cubicBezTo>
                <a:cubicBezTo>
                  <a:pt x="2248" y="1915"/>
                  <a:pt x="2248" y="1915"/>
                  <a:pt x="2248" y="1915"/>
                </a:cubicBezTo>
                <a:cubicBezTo>
                  <a:pt x="2203" y="1915"/>
                  <a:pt x="2203" y="1915"/>
                  <a:pt x="2203" y="1915"/>
                </a:cubicBezTo>
                <a:lnTo>
                  <a:pt x="2203" y="135"/>
                </a:lnTo>
                <a:close/>
                <a:moveTo>
                  <a:pt x="2319" y="1169"/>
                </a:moveTo>
                <a:cubicBezTo>
                  <a:pt x="2319" y="865"/>
                  <a:pt x="2319" y="865"/>
                  <a:pt x="2319" y="865"/>
                </a:cubicBezTo>
                <a:cubicBezTo>
                  <a:pt x="2352" y="907"/>
                  <a:pt x="2371" y="960"/>
                  <a:pt x="2371" y="1017"/>
                </a:cubicBezTo>
                <a:cubicBezTo>
                  <a:pt x="2371" y="1074"/>
                  <a:pt x="2352" y="1126"/>
                  <a:pt x="2319" y="116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9" name="Google Shape;1416;p52">
            <a:extLst>
              <a:ext uri="{FF2B5EF4-FFF2-40B4-BE49-F238E27FC236}">
                <a16:creationId xmlns:a16="http://schemas.microsoft.com/office/drawing/2014/main" id="{2C7F1073-4ECB-43D1-A207-88ACF05A9D5D}"/>
              </a:ext>
            </a:extLst>
          </p:cNvPr>
          <p:cNvGrpSpPr/>
          <p:nvPr/>
        </p:nvGrpSpPr>
        <p:grpSpPr>
          <a:xfrm>
            <a:off x="7390472" y="5131539"/>
            <a:ext cx="2479119" cy="679590"/>
            <a:chOff x="8244268" y="5223977"/>
            <a:chExt cx="2209247" cy="679590"/>
          </a:xfrm>
        </p:grpSpPr>
        <p:sp>
          <p:nvSpPr>
            <p:cNvPr id="60" name="Google Shape;1417;p52">
              <a:extLst>
                <a:ext uri="{FF2B5EF4-FFF2-40B4-BE49-F238E27FC236}">
                  <a16:creationId xmlns:a16="http://schemas.microsoft.com/office/drawing/2014/main" id="{8F977964-5334-4923-ABF6-8E860B874397}"/>
                </a:ext>
              </a:extLst>
            </p:cNvPr>
            <p:cNvSpPr txBox="1"/>
            <p:nvPr/>
          </p:nvSpPr>
          <p:spPr>
            <a:xfrm>
              <a:off x="8244268" y="5223977"/>
              <a:ext cx="130997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accent5"/>
                  </a:solidFill>
                  <a:latin typeface="Source Sans Pro Light"/>
                  <a:ea typeface="Source Sans Pro Light"/>
                  <a:cs typeface="Source Sans Pro Light"/>
                  <a:sym typeface="Source Sans Pro Light"/>
                </a:rPr>
                <a:t>3</a:t>
              </a:r>
              <a:endParaRPr sz="2000" b="1" dirty="0">
                <a:solidFill>
                  <a:schemeClr val="accent5"/>
                </a:solidFill>
                <a:latin typeface="Source Sans Pro Light"/>
                <a:ea typeface="Source Sans Pro Light"/>
                <a:cs typeface="Source Sans Pro Light"/>
                <a:sym typeface="Source Sans Pro Light"/>
              </a:endParaRPr>
            </a:p>
          </p:txBody>
        </p:sp>
        <p:sp>
          <p:nvSpPr>
            <p:cNvPr id="61" name="Google Shape;1418;p52">
              <a:extLst>
                <a:ext uri="{FF2B5EF4-FFF2-40B4-BE49-F238E27FC236}">
                  <a16:creationId xmlns:a16="http://schemas.microsoft.com/office/drawing/2014/main" id="{85EFB4E6-26C3-4D73-8A84-1295BD82BC46}"/>
                </a:ext>
              </a:extLst>
            </p:cNvPr>
            <p:cNvSpPr txBox="1"/>
            <p:nvPr/>
          </p:nvSpPr>
          <p:spPr>
            <a:xfrm>
              <a:off x="8244268" y="5472680"/>
              <a:ext cx="2209247"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Calibri"/>
                  <a:cs typeface="Calibri"/>
                  <a:sym typeface="Calibri"/>
                </a:rPr>
                <a:t>Entrepreneurs</a:t>
              </a:r>
              <a:r>
                <a:rPr lang="id-ID" sz="1100" dirty="0">
                  <a:solidFill>
                    <a:srgbClr val="A5A5A5"/>
                  </a:solidFill>
                  <a:latin typeface="Calibri"/>
                  <a:ea typeface="Calibri"/>
                  <a:cs typeface="Calibri"/>
                  <a:sym typeface="Calibri"/>
                </a:rPr>
                <a:t>.</a:t>
              </a:r>
              <a:endParaRPr sz="1100" b="1" dirty="0">
                <a:solidFill>
                  <a:srgbClr val="A5A5A5"/>
                </a:solidFill>
                <a:latin typeface="Signika Negative"/>
                <a:ea typeface="Signika Negative"/>
                <a:cs typeface="Signika Negative"/>
                <a:sym typeface="Signika Negative"/>
              </a:endParaRPr>
            </a:p>
          </p:txBody>
        </p:sp>
      </p:grpSp>
      <p:grpSp>
        <p:nvGrpSpPr>
          <p:cNvPr id="62" name="Google Shape;1419;p52">
            <a:extLst>
              <a:ext uri="{FF2B5EF4-FFF2-40B4-BE49-F238E27FC236}">
                <a16:creationId xmlns:a16="http://schemas.microsoft.com/office/drawing/2014/main" id="{B5784672-57FF-4278-9DFF-F525F9D26EDB}"/>
              </a:ext>
            </a:extLst>
          </p:cNvPr>
          <p:cNvGrpSpPr/>
          <p:nvPr/>
        </p:nvGrpSpPr>
        <p:grpSpPr>
          <a:xfrm>
            <a:off x="6169346" y="5072233"/>
            <a:ext cx="778425" cy="631321"/>
            <a:chOff x="688975" y="3617907"/>
            <a:chExt cx="635000" cy="517526"/>
          </a:xfrm>
        </p:grpSpPr>
        <p:sp>
          <p:nvSpPr>
            <p:cNvPr id="63" name="Google Shape;1420;p52">
              <a:extLst>
                <a:ext uri="{FF2B5EF4-FFF2-40B4-BE49-F238E27FC236}">
                  <a16:creationId xmlns:a16="http://schemas.microsoft.com/office/drawing/2014/main" id="{B0D33D52-0266-4095-AC40-B142B80AD179}"/>
                </a:ext>
              </a:extLst>
            </p:cNvPr>
            <p:cNvSpPr/>
            <p:nvPr/>
          </p:nvSpPr>
          <p:spPr>
            <a:xfrm>
              <a:off x="688975" y="3617907"/>
              <a:ext cx="635000" cy="517526"/>
            </a:xfrm>
            <a:custGeom>
              <a:avLst/>
              <a:gdLst/>
              <a:ahLst/>
              <a:cxnLst/>
              <a:rect l="l" t="t" r="r" b="b"/>
              <a:pathLst>
                <a:path w="796" h="646" extrusionOk="0">
                  <a:moveTo>
                    <a:pt x="455" y="49"/>
                  </a:moveTo>
                  <a:cubicBezTo>
                    <a:pt x="455" y="49"/>
                    <a:pt x="455" y="49"/>
                    <a:pt x="455" y="49"/>
                  </a:cubicBezTo>
                  <a:moveTo>
                    <a:pt x="455" y="49"/>
                  </a:moveTo>
                  <a:cubicBezTo>
                    <a:pt x="466" y="49"/>
                    <a:pt x="484" y="54"/>
                    <a:pt x="503" y="85"/>
                  </a:cubicBezTo>
                  <a:cubicBezTo>
                    <a:pt x="530" y="125"/>
                    <a:pt x="530" y="125"/>
                    <a:pt x="530" y="125"/>
                  </a:cubicBezTo>
                  <a:cubicBezTo>
                    <a:pt x="530" y="125"/>
                    <a:pt x="530" y="125"/>
                    <a:pt x="530" y="125"/>
                  </a:cubicBezTo>
                  <a:cubicBezTo>
                    <a:pt x="683" y="125"/>
                    <a:pt x="683" y="125"/>
                    <a:pt x="683" y="125"/>
                  </a:cubicBezTo>
                  <a:cubicBezTo>
                    <a:pt x="718" y="125"/>
                    <a:pt x="746" y="152"/>
                    <a:pt x="746" y="186"/>
                  </a:cubicBezTo>
                  <a:cubicBezTo>
                    <a:pt x="746" y="536"/>
                    <a:pt x="746" y="536"/>
                    <a:pt x="746" y="536"/>
                  </a:cubicBezTo>
                  <a:cubicBezTo>
                    <a:pt x="746" y="569"/>
                    <a:pt x="718" y="597"/>
                    <a:pt x="683" y="597"/>
                  </a:cubicBezTo>
                  <a:cubicBezTo>
                    <a:pt x="112" y="597"/>
                    <a:pt x="112" y="597"/>
                    <a:pt x="112" y="597"/>
                  </a:cubicBezTo>
                  <a:cubicBezTo>
                    <a:pt x="78" y="597"/>
                    <a:pt x="49" y="569"/>
                    <a:pt x="49" y="536"/>
                  </a:cubicBezTo>
                  <a:cubicBezTo>
                    <a:pt x="49" y="186"/>
                    <a:pt x="49" y="186"/>
                    <a:pt x="49" y="186"/>
                  </a:cubicBezTo>
                  <a:cubicBezTo>
                    <a:pt x="49" y="152"/>
                    <a:pt x="78" y="125"/>
                    <a:pt x="112" y="125"/>
                  </a:cubicBezTo>
                  <a:cubicBezTo>
                    <a:pt x="265" y="125"/>
                    <a:pt x="265" y="125"/>
                    <a:pt x="265" y="125"/>
                  </a:cubicBezTo>
                  <a:cubicBezTo>
                    <a:pt x="265" y="125"/>
                    <a:pt x="265" y="125"/>
                    <a:pt x="265" y="125"/>
                  </a:cubicBezTo>
                  <a:cubicBezTo>
                    <a:pt x="289" y="85"/>
                    <a:pt x="289" y="85"/>
                    <a:pt x="289" y="85"/>
                  </a:cubicBezTo>
                  <a:cubicBezTo>
                    <a:pt x="303" y="53"/>
                    <a:pt x="328" y="49"/>
                    <a:pt x="342" y="49"/>
                  </a:cubicBezTo>
                  <a:lnTo>
                    <a:pt x="455" y="49"/>
                  </a:lnTo>
                  <a:close/>
                  <a:moveTo>
                    <a:pt x="342" y="0"/>
                  </a:moveTo>
                  <a:cubicBezTo>
                    <a:pt x="300" y="0"/>
                    <a:pt x="264" y="22"/>
                    <a:pt x="245" y="62"/>
                  </a:cubicBezTo>
                  <a:cubicBezTo>
                    <a:pt x="237" y="75"/>
                    <a:pt x="237" y="75"/>
                    <a:pt x="237" y="75"/>
                  </a:cubicBezTo>
                  <a:cubicBezTo>
                    <a:pt x="112" y="75"/>
                    <a:pt x="112" y="75"/>
                    <a:pt x="112" y="75"/>
                  </a:cubicBezTo>
                  <a:cubicBezTo>
                    <a:pt x="50" y="75"/>
                    <a:pt x="0" y="125"/>
                    <a:pt x="0" y="186"/>
                  </a:cubicBezTo>
                  <a:cubicBezTo>
                    <a:pt x="0" y="536"/>
                    <a:pt x="0" y="536"/>
                    <a:pt x="0" y="536"/>
                  </a:cubicBezTo>
                  <a:cubicBezTo>
                    <a:pt x="0" y="597"/>
                    <a:pt x="50" y="646"/>
                    <a:pt x="112" y="646"/>
                  </a:cubicBezTo>
                  <a:cubicBezTo>
                    <a:pt x="683" y="646"/>
                    <a:pt x="683" y="646"/>
                    <a:pt x="683" y="646"/>
                  </a:cubicBezTo>
                  <a:cubicBezTo>
                    <a:pt x="745" y="646"/>
                    <a:pt x="796" y="597"/>
                    <a:pt x="796" y="536"/>
                  </a:cubicBezTo>
                  <a:cubicBezTo>
                    <a:pt x="796" y="186"/>
                    <a:pt x="796" y="186"/>
                    <a:pt x="796" y="186"/>
                  </a:cubicBezTo>
                  <a:cubicBezTo>
                    <a:pt x="796" y="125"/>
                    <a:pt x="745" y="75"/>
                    <a:pt x="683" y="75"/>
                  </a:cubicBezTo>
                  <a:cubicBezTo>
                    <a:pt x="557" y="75"/>
                    <a:pt x="557" y="75"/>
                    <a:pt x="557" y="75"/>
                  </a:cubicBezTo>
                  <a:cubicBezTo>
                    <a:pt x="545" y="58"/>
                    <a:pt x="545" y="58"/>
                    <a:pt x="545" y="58"/>
                  </a:cubicBezTo>
                  <a:cubicBezTo>
                    <a:pt x="520" y="19"/>
                    <a:pt x="490" y="0"/>
                    <a:pt x="455" y="0"/>
                  </a:cubicBezTo>
                  <a:cubicBezTo>
                    <a:pt x="455" y="0"/>
                    <a:pt x="455" y="0"/>
                    <a:pt x="455" y="0"/>
                  </a:cubicBezTo>
                  <a:lnTo>
                    <a:pt x="342"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1421;p52">
              <a:extLst>
                <a:ext uri="{FF2B5EF4-FFF2-40B4-BE49-F238E27FC236}">
                  <a16:creationId xmlns:a16="http://schemas.microsoft.com/office/drawing/2014/main" id="{DF67750E-B517-43D9-8BEF-0EBCCF4B8381}"/>
                </a:ext>
              </a:extLst>
            </p:cNvPr>
            <p:cNvSpPr/>
            <p:nvPr/>
          </p:nvSpPr>
          <p:spPr>
            <a:xfrm>
              <a:off x="887413" y="3778249"/>
              <a:ext cx="238126" cy="238125"/>
            </a:xfrm>
            <a:custGeom>
              <a:avLst/>
              <a:gdLst/>
              <a:ahLst/>
              <a:cxnLst/>
              <a:rect l="l" t="t" r="r" b="b"/>
              <a:pathLst>
                <a:path w="299" h="298" extrusionOk="0">
                  <a:moveTo>
                    <a:pt x="150" y="24"/>
                  </a:moveTo>
                  <a:cubicBezTo>
                    <a:pt x="219" y="24"/>
                    <a:pt x="274" y="80"/>
                    <a:pt x="274" y="149"/>
                  </a:cubicBezTo>
                  <a:cubicBezTo>
                    <a:pt x="274" y="217"/>
                    <a:pt x="219" y="273"/>
                    <a:pt x="150" y="273"/>
                  </a:cubicBezTo>
                  <a:cubicBezTo>
                    <a:pt x="81" y="273"/>
                    <a:pt x="25" y="217"/>
                    <a:pt x="25" y="149"/>
                  </a:cubicBezTo>
                  <a:cubicBezTo>
                    <a:pt x="25" y="80"/>
                    <a:pt x="81" y="24"/>
                    <a:pt x="150" y="24"/>
                  </a:cubicBezTo>
                  <a:moveTo>
                    <a:pt x="150" y="0"/>
                  </a:moveTo>
                  <a:cubicBezTo>
                    <a:pt x="67" y="0"/>
                    <a:pt x="0" y="67"/>
                    <a:pt x="0" y="149"/>
                  </a:cubicBezTo>
                  <a:cubicBezTo>
                    <a:pt x="0" y="231"/>
                    <a:pt x="67" y="298"/>
                    <a:pt x="150" y="298"/>
                  </a:cubicBezTo>
                  <a:cubicBezTo>
                    <a:pt x="232" y="298"/>
                    <a:pt x="299" y="231"/>
                    <a:pt x="299" y="149"/>
                  </a:cubicBezTo>
                  <a:cubicBezTo>
                    <a:pt x="299" y="67"/>
                    <a:pt x="232" y="0"/>
                    <a:pt x="150"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1422;p52">
              <a:extLst>
                <a:ext uri="{FF2B5EF4-FFF2-40B4-BE49-F238E27FC236}">
                  <a16:creationId xmlns:a16="http://schemas.microsoft.com/office/drawing/2014/main" id="{D8B6944C-9BDC-49EC-8B84-7AAC3E6419BE}"/>
                </a:ext>
              </a:extLst>
            </p:cNvPr>
            <p:cNvSpPr/>
            <p:nvPr/>
          </p:nvSpPr>
          <p:spPr>
            <a:xfrm>
              <a:off x="936626" y="3827462"/>
              <a:ext cx="79375" cy="79375"/>
            </a:xfrm>
            <a:custGeom>
              <a:avLst/>
              <a:gdLst/>
              <a:ahLst/>
              <a:cxnLst/>
              <a:rect l="l" t="t" r="r" b="b"/>
              <a:pathLst>
                <a:path w="100" h="99" extrusionOk="0">
                  <a:moveTo>
                    <a:pt x="13" y="99"/>
                  </a:moveTo>
                  <a:cubicBezTo>
                    <a:pt x="6" y="99"/>
                    <a:pt x="0" y="94"/>
                    <a:pt x="0" y="87"/>
                  </a:cubicBezTo>
                  <a:cubicBezTo>
                    <a:pt x="0" y="39"/>
                    <a:pt x="40" y="0"/>
                    <a:pt x="88" y="0"/>
                  </a:cubicBezTo>
                  <a:cubicBezTo>
                    <a:pt x="94" y="0"/>
                    <a:pt x="100" y="5"/>
                    <a:pt x="100" y="12"/>
                  </a:cubicBezTo>
                  <a:cubicBezTo>
                    <a:pt x="100" y="19"/>
                    <a:pt x="94" y="25"/>
                    <a:pt x="88" y="25"/>
                  </a:cubicBezTo>
                  <a:cubicBezTo>
                    <a:pt x="53" y="25"/>
                    <a:pt x="25" y="52"/>
                    <a:pt x="25" y="87"/>
                  </a:cubicBezTo>
                  <a:cubicBezTo>
                    <a:pt x="25" y="94"/>
                    <a:pt x="20" y="99"/>
                    <a:pt x="13" y="9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7" name="Google Shape;1424;p52">
            <a:extLst>
              <a:ext uri="{FF2B5EF4-FFF2-40B4-BE49-F238E27FC236}">
                <a16:creationId xmlns:a16="http://schemas.microsoft.com/office/drawing/2014/main" id="{A2D45F74-F412-46DF-BE6E-77D71320F36B}"/>
              </a:ext>
            </a:extLst>
          </p:cNvPr>
          <p:cNvSpPr txBox="1"/>
          <p:nvPr/>
        </p:nvSpPr>
        <p:spPr>
          <a:xfrm>
            <a:off x="7393242" y="4041662"/>
            <a:ext cx="2792112" cy="477224"/>
          </a:xfrm>
          <a:prstGeom prst="rect">
            <a:avLst/>
          </a:prstGeom>
          <a:noFill/>
          <a:ln>
            <a:noFill/>
          </a:ln>
        </p:spPr>
        <p:txBody>
          <a:bodyPr spcFirstLastPara="1" wrap="square" lIns="91425" tIns="45700" rIns="91425" bIns="45700" anchor="t" anchorCtr="0">
            <a:noAutofit/>
          </a:bodyPr>
          <a:lstStyle/>
          <a:p>
            <a:pPr lvl="0"/>
            <a:r>
              <a:rPr lang="en-US" sz="2000" b="1" dirty="0">
                <a:solidFill>
                  <a:schemeClr val="accent5"/>
                </a:solidFill>
                <a:ea typeface="Source Sans Pro Light"/>
                <a:cs typeface="Source Sans Pro Light"/>
                <a:sym typeface="Source Sans Pro Light"/>
              </a:rPr>
              <a:t>20</a:t>
            </a:r>
          </a:p>
          <a:p>
            <a:pPr lvl="0"/>
            <a:r>
              <a:rPr lang="en-US" sz="2000" b="1" dirty="0">
                <a:solidFill>
                  <a:schemeClr val="accent5"/>
                </a:solidFill>
                <a:ea typeface="Source Sans Pro Light"/>
                <a:cs typeface="Source Sans Pro Light"/>
                <a:sym typeface="Source Sans Pro Light"/>
              </a:rPr>
              <a:t> </a:t>
            </a:r>
            <a:r>
              <a:rPr lang="en-US" sz="2000" b="1" dirty="0">
                <a:ea typeface="Source Sans Pro Light"/>
                <a:cs typeface="Source Sans Pro Light"/>
                <a:sym typeface="Source Sans Pro Light"/>
              </a:rPr>
              <a:t>Intellectual Properties</a:t>
            </a:r>
            <a:endParaRPr sz="2000" b="1" dirty="0">
              <a:latin typeface="Source Sans Pro Light"/>
              <a:ea typeface="Source Sans Pro Light"/>
              <a:cs typeface="Source Sans Pro Light"/>
              <a:sym typeface="Source Sans Pro Light"/>
            </a:endParaRPr>
          </a:p>
        </p:txBody>
      </p:sp>
      <p:sp>
        <p:nvSpPr>
          <p:cNvPr id="71" name="Freeform 39">
            <a:extLst>
              <a:ext uri="{FF2B5EF4-FFF2-40B4-BE49-F238E27FC236}">
                <a16:creationId xmlns:a16="http://schemas.microsoft.com/office/drawing/2014/main" id="{FF63A798-C5CF-44A7-9200-1711D3FA8027}"/>
              </a:ext>
            </a:extLst>
          </p:cNvPr>
          <p:cNvSpPr>
            <a:spLocks noEditPoints="1"/>
          </p:cNvSpPr>
          <p:nvPr/>
        </p:nvSpPr>
        <p:spPr bwMode="auto">
          <a:xfrm>
            <a:off x="6197623" y="978526"/>
            <a:ext cx="578578" cy="752242"/>
          </a:xfrm>
          <a:custGeom>
            <a:avLst/>
            <a:gdLst>
              <a:gd name="T0" fmla="*/ 560 w 1120"/>
              <a:gd name="T1" fmla="*/ 0 h 1629"/>
              <a:gd name="T2" fmla="*/ 0 w 1120"/>
              <a:gd name="T3" fmla="*/ 560 h 1629"/>
              <a:gd name="T4" fmla="*/ 256 w 1120"/>
              <a:gd name="T5" fmla="*/ 1174 h 1629"/>
              <a:gd name="T6" fmla="*/ 560 w 1120"/>
              <a:gd name="T7" fmla="*/ 1629 h 1629"/>
              <a:gd name="T8" fmla="*/ 864 w 1120"/>
              <a:gd name="T9" fmla="*/ 1175 h 1629"/>
              <a:gd name="T10" fmla="*/ 1120 w 1120"/>
              <a:gd name="T11" fmla="*/ 560 h 1629"/>
              <a:gd name="T12" fmla="*/ 560 w 1120"/>
              <a:gd name="T13" fmla="*/ 0 h 1629"/>
              <a:gd name="T14" fmla="*/ 692 w 1120"/>
              <a:gd name="T15" fmla="*/ 1383 h 1629"/>
              <a:gd name="T16" fmla="*/ 440 w 1120"/>
              <a:gd name="T17" fmla="*/ 1415 h 1629"/>
              <a:gd name="T18" fmla="*/ 409 w 1120"/>
              <a:gd name="T19" fmla="*/ 1319 h 1629"/>
              <a:gd name="T20" fmla="*/ 409 w 1120"/>
              <a:gd name="T21" fmla="*/ 1317 h 1629"/>
              <a:gd name="T22" fmla="*/ 724 w 1120"/>
              <a:gd name="T23" fmla="*/ 1278 h 1629"/>
              <a:gd name="T24" fmla="*/ 710 w 1120"/>
              <a:gd name="T25" fmla="*/ 1323 h 1629"/>
              <a:gd name="T26" fmla="*/ 692 w 1120"/>
              <a:gd name="T27" fmla="*/ 1383 h 1629"/>
              <a:gd name="T28" fmla="*/ 394 w 1120"/>
              <a:gd name="T29" fmla="*/ 1268 h 1629"/>
              <a:gd name="T30" fmla="*/ 363 w 1120"/>
              <a:gd name="T31" fmla="*/ 1171 h 1629"/>
              <a:gd name="T32" fmla="*/ 758 w 1120"/>
              <a:gd name="T33" fmla="*/ 1171 h 1629"/>
              <a:gd name="T34" fmla="*/ 740 w 1120"/>
              <a:gd name="T35" fmla="*/ 1225 h 1629"/>
              <a:gd name="T36" fmla="*/ 394 w 1120"/>
              <a:gd name="T37" fmla="*/ 1268 h 1629"/>
              <a:gd name="T38" fmla="*/ 560 w 1120"/>
              <a:gd name="T39" fmla="*/ 1527 h 1629"/>
              <a:gd name="T40" fmla="*/ 458 w 1120"/>
              <a:gd name="T41" fmla="*/ 1464 h 1629"/>
              <a:gd name="T42" fmla="*/ 674 w 1120"/>
              <a:gd name="T43" fmla="*/ 1437 h 1629"/>
              <a:gd name="T44" fmla="*/ 560 w 1120"/>
              <a:gd name="T45" fmla="*/ 1527 h 1629"/>
              <a:gd name="T46" fmla="*/ 798 w 1120"/>
              <a:gd name="T47" fmla="*/ 1069 h 1629"/>
              <a:gd name="T48" fmla="*/ 323 w 1120"/>
              <a:gd name="T49" fmla="*/ 1069 h 1629"/>
              <a:gd name="T50" fmla="*/ 237 w 1120"/>
              <a:gd name="T51" fmla="*/ 905 h 1629"/>
              <a:gd name="T52" fmla="*/ 102 w 1120"/>
              <a:gd name="T53" fmla="*/ 560 h 1629"/>
              <a:gd name="T54" fmla="*/ 560 w 1120"/>
              <a:gd name="T55" fmla="*/ 102 h 1629"/>
              <a:gd name="T56" fmla="*/ 1018 w 1120"/>
              <a:gd name="T57" fmla="*/ 560 h 1629"/>
              <a:gd name="T58" fmla="*/ 883 w 1120"/>
              <a:gd name="T59" fmla="*/ 906 h 1629"/>
              <a:gd name="T60" fmla="*/ 798 w 1120"/>
              <a:gd name="T61" fmla="*/ 1069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20" h="1629">
                <a:moveTo>
                  <a:pt x="560" y="0"/>
                </a:moveTo>
                <a:cubicBezTo>
                  <a:pt x="251" y="0"/>
                  <a:pt x="0" y="251"/>
                  <a:pt x="0" y="560"/>
                </a:cubicBezTo>
                <a:cubicBezTo>
                  <a:pt x="0" y="765"/>
                  <a:pt x="188" y="983"/>
                  <a:pt x="256" y="1174"/>
                </a:cubicBezTo>
                <a:cubicBezTo>
                  <a:pt x="358" y="1459"/>
                  <a:pt x="347" y="1629"/>
                  <a:pt x="560" y="1629"/>
                </a:cubicBezTo>
                <a:cubicBezTo>
                  <a:pt x="776" y="1629"/>
                  <a:pt x="762" y="1459"/>
                  <a:pt x="864" y="1175"/>
                </a:cubicBezTo>
                <a:cubicBezTo>
                  <a:pt x="932" y="983"/>
                  <a:pt x="1120" y="764"/>
                  <a:pt x="1120" y="560"/>
                </a:cubicBezTo>
                <a:cubicBezTo>
                  <a:pt x="1120" y="251"/>
                  <a:pt x="869" y="0"/>
                  <a:pt x="560" y="0"/>
                </a:cubicBezTo>
                <a:close/>
                <a:moveTo>
                  <a:pt x="692" y="1383"/>
                </a:moveTo>
                <a:cubicBezTo>
                  <a:pt x="440" y="1415"/>
                  <a:pt x="440" y="1415"/>
                  <a:pt x="440" y="1415"/>
                </a:cubicBezTo>
                <a:cubicBezTo>
                  <a:pt x="431" y="1389"/>
                  <a:pt x="421" y="1358"/>
                  <a:pt x="409" y="1319"/>
                </a:cubicBezTo>
                <a:cubicBezTo>
                  <a:pt x="409" y="1318"/>
                  <a:pt x="409" y="1318"/>
                  <a:pt x="409" y="1317"/>
                </a:cubicBezTo>
                <a:cubicBezTo>
                  <a:pt x="724" y="1278"/>
                  <a:pt x="724" y="1278"/>
                  <a:pt x="724" y="1278"/>
                </a:cubicBezTo>
                <a:cubicBezTo>
                  <a:pt x="719" y="1293"/>
                  <a:pt x="714" y="1309"/>
                  <a:pt x="710" y="1323"/>
                </a:cubicBezTo>
                <a:cubicBezTo>
                  <a:pt x="704" y="1346"/>
                  <a:pt x="698" y="1365"/>
                  <a:pt x="692" y="1383"/>
                </a:cubicBezTo>
                <a:close/>
                <a:moveTo>
                  <a:pt x="394" y="1268"/>
                </a:moveTo>
                <a:cubicBezTo>
                  <a:pt x="385" y="1237"/>
                  <a:pt x="374" y="1205"/>
                  <a:pt x="363" y="1171"/>
                </a:cubicBezTo>
                <a:cubicBezTo>
                  <a:pt x="758" y="1171"/>
                  <a:pt x="758" y="1171"/>
                  <a:pt x="758" y="1171"/>
                </a:cubicBezTo>
                <a:cubicBezTo>
                  <a:pt x="752" y="1189"/>
                  <a:pt x="745" y="1208"/>
                  <a:pt x="740" y="1225"/>
                </a:cubicBezTo>
                <a:lnTo>
                  <a:pt x="394" y="1268"/>
                </a:lnTo>
                <a:close/>
                <a:moveTo>
                  <a:pt x="560" y="1527"/>
                </a:moveTo>
                <a:cubicBezTo>
                  <a:pt x="508" y="1527"/>
                  <a:pt x="485" y="1521"/>
                  <a:pt x="458" y="1464"/>
                </a:cubicBezTo>
                <a:cubicBezTo>
                  <a:pt x="674" y="1437"/>
                  <a:pt x="674" y="1437"/>
                  <a:pt x="674" y="1437"/>
                </a:cubicBezTo>
                <a:cubicBezTo>
                  <a:pt x="643" y="1521"/>
                  <a:pt x="620" y="1527"/>
                  <a:pt x="560" y="1527"/>
                </a:cubicBezTo>
                <a:close/>
                <a:moveTo>
                  <a:pt x="798" y="1069"/>
                </a:moveTo>
                <a:cubicBezTo>
                  <a:pt x="323" y="1069"/>
                  <a:pt x="323" y="1069"/>
                  <a:pt x="323" y="1069"/>
                </a:cubicBezTo>
                <a:cubicBezTo>
                  <a:pt x="297" y="1014"/>
                  <a:pt x="267" y="959"/>
                  <a:pt x="237" y="905"/>
                </a:cubicBezTo>
                <a:cubicBezTo>
                  <a:pt x="170" y="786"/>
                  <a:pt x="102" y="664"/>
                  <a:pt x="102" y="560"/>
                </a:cubicBezTo>
                <a:cubicBezTo>
                  <a:pt x="102" y="307"/>
                  <a:pt x="307" y="102"/>
                  <a:pt x="560" y="102"/>
                </a:cubicBezTo>
                <a:cubicBezTo>
                  <a:pt x="813" y="102"/>
                  <a:pt x="1018" y="307"/>
                  <a:pt x="1018" y="560"/>
                </a:cubicBezTo>
                <a:cubicBezTo>
                  <a:pt x="1018" y="663"/>
                  <a:pt x="949" y="786"/>
                  <a:pt x="883" y="906"/>
                </a:cubicBezTo>
                <a:cubicBezTo>
                  <a:pt x="853" y="960"/>
                  <a:pt x="823" y="1014"/>
                  <a:pt x="798" y="1069"/>
                </a:cubicBez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highlight>
                <a:srgbClr val="BD2515"/>
              </a:highlight>
            </a:endParaRPr>
          </a:p>
        </p:txBody>
      </p:sp>
      <p:grpSp>
        <p:nvGrpSpPr>
          <p:cNvPr id="76" name="Google Shape;1412;p52">
            <a:extLst>
              <a:ext uri="{FF2B5EF4-FFF2-40B4-BE49-F238E27FC236}">
                <a16:creationId xmlns:a16="http://schemas.microsoft.com/office/drawing/2014/main" id="{1EE643F8-C8A9-4601-AFDA-C6F3886CA043}"/>
              </a:ext>
            </a:extLst>
          </p:cNvPr>
          <p:cNvGrpSpPr/>
          <p:nvPr/>
        </p:nvGrpSpPr>
        <p:grpSpPr>
          <a:xfrm>
            <a:off x="7363808" y="1120821"/>
            <a:ext cx="1266224" cy="709841"/>
            <a:chOff x="8244268" y="3405556"/>
            <a:chExt cx="2223069" cy="709841"/>
          </a:xfrm>
        </p:grpSpPr>
        <p:sp>
          <p:nvSpPr>
            <p:cNvPr id="77" name="Google Shape;1413;p52">
              <a:extLst>
                <a:ext uri="{FF2B5EF4-FFF2-40B4-BE49-F238E27FC236}">
                  <a16:creationId xmlns:a16="http://schemas.microsoft.com/office/drawing/2014/main" id="{E5A2FC8A-BDDB-46BC-AB9D-EC9C68D20CF5}"/>
                </a:ext>
              </a:extLst>
            </p:cNvPr>
            <p:cNvSpPr txBox="1"/>
            <p:nvPr/>
          </p:nvSpPr>
          <p:spPr>
            <a:xfrm>
              <a:off x="8244268" y="3405556"/>
              <a:ext cx="160653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accent5"/>
                  </a:solidFill>
                  <a:latin typeface="Source Sans Pro Light"/>
                  <a:ea typeface="Source Sans Pro Light"/>
                  <a:cs typeface="Source Sans Pro Light"/>
                  <a:sym typeface="Source Sans Pro Light"/>
                </a:rPr>
                <a:t>1 </a:t>
              </a:r>
              <a:endParaRPr sz="2000" b="1" dirty="0">
                <a:solidFill>
                  <a:schemeClr val="accent5"/>
                </a:solidFill>
                <a:latin typeface="Source Sans Pro Light"/>
                <a:ea typeface="Source Sans Pro Light"/>
                <a:cs typeface="Source Sans Pro Light"/>
                <a:sym typeface="Source Sans Pro Light"/>
              </a:endParaRPr>
            </a:p>
          </p:txBody>
        </p:sp>
        <p:sp>
          <p:nvSpPr>
            <p:cNvPr id="78" name="Google Shape;1414;p52">
              <a:extLst>
                <a:ext uri="{FF2B5EF4-FFF2-40B4-BE49-F238E27FC236}">
                  <a16:creationId xmlns:a16="http://schemas.microsoft.com/office/drawing/2014/main" id="{96E2C628-8C4B-455F-A6C9-63D1B6EC2279}"/>
                </a:ext>
              </a:extLst>
            </p:cNvPr>
            <p:cNvSpPr txBox="1"/>
            <p:nvPr/>
          </p:nvSpPr>
          <p:spPr>
            <a:xfrm>
              <a:off x="8244268" y="3684510"/>
              <a:ext cx="2223069"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Signika Negative"/>
                  <a:cs typeface="Calibri"/>
                  <a:sym typeface="Calibri"/>
                </a:rPr>
                <a:t>IP Patent</a:t>
              </a:r>
              <a:endParaRPr b="1" dirty="0">
                <a:latin typeface="Signika Negative"/>
                <a:ea typeface="Signika Negative"/>
                <a:cs typeface="Signika Negative"/>
                <a:sym typeface="Signika Negative"/>
              </a:endParaRPr>
            </a:p>
          </p:txBody>
        </p:sp>
      </p:grpSp>
      <p:grpSp>
        <p:nvGrpSpPr>
          <p:cNvPr id="69" name="Google Shape;11300;p192">
            <a:extLst>
              <a:ext uri="{FF2B5EF4-FFF2-40B4-BE49-F238E27FC236}">
                <a16:creationId xmlns:a16="http://schemas.microsoft.com/office/drawing/2014/main" id="{3289B42E-9B17-4DFC-A403-C0128B474E49}"/>
              </a:ext>
            </a:extLst>
          </p:cNvPr>
          <p:cNvGrpSpPr/>
          <p:nvPr/>
        </p:nvGrpSpPr>
        <p:grpSpPr>
          <a:xfrm>
            <a:off x="2734017" y="4317477"/>
            <a:ext cx="1089785" cy="911481"/>
            <a:chOff x="9180430" y="5869754"/>
            <a:chExt cx="930275" cy="930275"/>
          </a:xfrm>
        </p:grpSpPr>
        <p:sp>
          <p:nvSpPr>
            <p:cNvPr id="73" name="Google Shape;11301;p192">
              <a:extLst>
                <a:ext uri="{FF2B5EF4-FFF2-40B4-BE49-F238E27FC236}">
                  <a16:creationId xmlns:a16="http://schemas.microsoft.com/office/drawing/2014/main" id="{B35F1B0D-458E-41FD-BF8C-34B140BC5F00}"/>
                </a:ext>
              </a:extLst>
            </p:cNvPr>
            <p:cNvSpPr/>
            <p:nvPr/>
          </p:nvSpPr>
          <p:spPr>
            <a:xfrm>
              <a:off x="9515392" y="6214241"/>
              <a:ext cx="254000" cy="236537"/>
            </a:xfrm>
            <a:custGeom>
              <a:avLst/>
              <a:gdLst/>
              <a:ahLst/>
              <a:cxnLst/>
              <a:rect l="l" t="t" r="r" b="b"/>
              <a:pathLst>
                <a:path w="202" h="188" extrusionOk="0">
                  <a:moveTo>
                    <a:pt x="127" y="3"/>
                  </a:moveTo>
                  <a:cubicBezTo>
                    <a:pt x="119" y="1"/>
                    <a:pt x="112" y="0"/>
                    <a:pt x="104" y="0"/>
                  </a:cubicBezTo>
                  <a:cubicBezTo>
                    <a:pt x="60" y="0"/>
                    <a:pt x="23" y="30"/>
                    <a:pt x="12" y="72"/>
                  </a:cubicBezTo>
                  <a:cubicBezTo>
                    <a:pt x="0" y="122"/>
                    <a:pt x="30" y="173"/>
                    <a:pt x="81" y="186"/>
                  </a:cubicBezTo>
                  <a:cubicBezTo>
                    <a:pt x="89" y="188"/>
                    <a:pt x="96" y="188"/>
                    <a:pt x="104" y="188"/>
                  </a:cubicBezTo>
                  <a:cubicBezTo>
                    <a:pt x="104" y="188"/>
                    <a:pt x="104" y="188"/>
                    <a:pt x="104" y="188"/>
                  </a:cubicBezTo>
                  <a:cubicBezTo>
                    <a:pt x="147" y="188"/>
                    <a:pt x="185" y="159"/>
                    <a:pt x="196" y="117"/>
                  </a:cubicBezTo>
                  <a:cubicBezTo>
                    <a:pt x="202" y="93"/>
                    <a:pt x="198" y="68"/>
                    <a:pt x="185" y="46"/>
                  </a:cubicBezTo>
                  <a:cubicBezTo>
                    <a:pt x="172" y="24"/>
                    <a:pt x="151" y="9"/>
                    <a:pt x="127" y="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11302;p192">
              <a:extLst>
                <a:ext uri="{FF2B5EF4-FFF2-40B4-BE49-F238E27FC236}">
                  <a16:creationId xmlns:a16="http://schemas.microsoft.com/office/drawing/2014/main" id="{6D2E6E22-4CFE-4304-896A-B308AE220218}"/>
                </a:ext>
              </a:extLst>
            </p:cNvPr>
            <p:cNvSpPr/>
            <p:nvPr/>
          </p:nvSpPr>
          <p:spPr>
            <a:xfrm>
              <a:off x="9180430" y="5869754"/>
              <a:ext cx="930275" cy="930275"/>
            </a:xfrm>
            <a:custGeom>
              <a:avLst/>
              <a:gdLst/>
              <a:ahLst/>
              <a:cxnLst/>
              <a:rect l="l" t="t" r="r" b="b"/>
              <a:pathLst>
                <a:path w="738" h="738" extrusionOk="0">
                  <a:moveTo>
                    <a:pt x="730" y="444"/>
                  </a:moveTo>
                  <a:cubicBezTo>
                    <a:pt x="738" y="357"/>
                    <a:pt x="738" y="357"/>
                    <a:pt x="738" y="357"/>
                  </a:cubicBezTo>
                  <a:cubicBezTo>
                    <a:pt x="646" y="318"/>
                    <a:pt x="646" y="318"/>
                    <a:pt x="646" y="318"/>
                  </a:cubicBezTo>
                  <a:cubicBezTo>
                    <a:pt x="642" y="294"/>
                    <a:pt x="635" y="271"/>
                    <a:pt x="624" y="249"/>
                  </a:cubicBezTo>
                  <a:cubicBezTo>
                    <a:pt x="677" y="167"/>
                    <a:pt x="677" y="167"/>
                    <a:pt x="677" y="167"/>
                  </a:cubicBezTo>
                  <a:cubicBezTo>
                    <a:pt x="621" y="99"/>
                    <a:pt x="621" y="99"/>
                    <a:pt x="621" y="99"/>
                  </a:cubicBezTo>
                  <a:cubicBezTo>
                    <a:pt x="530" y="137"/>
                    <a:pt x="530" y="137"/>
                    <a:pt x="530" y="137"/>
                  </a:cubicBezTo>
                  <a:cubicBezTo>
                    <a:pt x="511" y="124"/>
                    <a:pt x="490" y="113"/>
                    <a:pt x="468" y="104"/>
                  </a:cubicBezTo>
                  <a:cubicBezTo>
                    <a:pt x="447" y="8"/>
                    <a:pt x="447" y="8"/>
                    <a:pt x="447" y="8"/>
                  </a:cubicBezTo>
                  <a:cubicBezTo>
                    <a:pt x="360" y="0"/>
                    <a:pt x="360" y="0"/>
                    <a:pt x="360" y="0"/>
                  </a:cubicBezTo>
                  <a:cubicBezTo>
                    <a:pt x="322" y="90"/>
                    <a:pt x="322" y="90"/>
                    <a:pt x="322" y="90"/>
                  </a:cubicBezTo>
                  <a:cubicBezTo>
                    <a:pt x="298" y="94"/>
                    <a:pt x="274" y="102"/>
                    <a:pt x="252" y="112"/>
                  </a:cubicBezTo>
                  <a:cubicBezTo>
                    <a:pt x="169" y="58"/>
                    <a:pt x="169" y="58"/>
                    <a:pt x="169" y="58"/>
                  </a:cubicBezTo>
                  <a:cubicBezTo>
                    <a:pt x="102" y="114"/>
                    <a:pt x="102" y="114"/>
                    <a:pt x="102" y="114"/>
                  </a:cubicBezTo>
                  <a:cubicBezTo>
                    <a:pt x="139" y="205"/>
                    <a:pt x="139" y="205"/>
                    <a:pt x="139" y="205"/>
                  </a:cubicBezTo>
                  <a:cubicBezTo>
                    <a:pt x="125" y="225"/>
                    <a:pt x="113" y="247"/>
                    <a:pt x="105" y="270"/>
                  </a:cubicBezTo>
                  <a:cubicBezTo>
                    <a:pt x="8" y="291"/>
                    <a:pt x="8" y="291"/>
                    <a:pt x="8" y="291"/>
                  </a:cubicBezTo>
                  <a:cubicBezTo>
                    <a:pt x="0" y="379"/>
                    <a:pt x="0" y="379"/>
                    <a:pt x="0" y="379"/>
                  </a:cubicBezTo>
                  <a:cubicBezTo>
                    <a:pt x="92" y="417"/>
                    <a:pt x="92" y="417"/>
                    <a:pt x="92" y="417"/>
                  </a:cubicBezTo>
                  <a:cubicBezTo>
                    <a:pt x="96" y="441"/>
                    <a:pt x="103" y="464"/>
                    <a:pt x="113" y="485"/>
                  </a:cubicBezTo>
                  <a:cubicBezTo>
                    <a:pt x="59" y="569"/>
                    <a:pt x="59" y="569"/>
                    <a:pt x="59" y="569"/>
                  </a:cubicBezTo>
                  <a:cubicBezTo>
                    <a:pt x="115" y="637"/>
                    <a:pt x="115" y="637"/>
                    <a:pt x="115" y="637"/>
                  </a:cubicBezTo>
                  <a:cubicBezTo>
                    <a:pt x="208" y="599"/>
                    <a:pt x="208" y="599"/>
                    <a:pt x="208" y="599"/>
                  </a:cubicBezTo>
                  <a:cubicBezTo>
                    <a:pt x="226" y="612"/>
                    <a:pt x="247" y="623"/>
                    <a:pt x="269" y="631"/>
                  </a:cubicBezTo>
                  <a:cubicBezTo>
                    <a:pt x="290" y="729"/>
                    <a:pt x="290" y="729"/>
                    <a:pt x="290" y="729"/>
                  </a:cubicBezTo>
                  <a:cubicBezTo>
                    <a:pt x="378" y="738"/>
                    <a:pt x="378" y="738"/>
                    <a:pt x="378" y="738"/>
                  </a:cubicBezTo>
                  <a:cubicBezTo>
                    <a:pt x="417" y="645"/>
                    <a:pt x="417" y="645"/>
                    <a:pt x="417" y="645"/>
                  </a:cubicBezTo>
                  <a:cubicBezTo>
                    <a:pt x="440" y="641"/>
                    <a:pt x="463" y="634"/>
                    <a:pt x="484" y="625"/>
                  </a:cubicBezTo>
                  <a:cubicBezTo>
                    <a:pt x="568" y="679"/>
                    <a:pt x="568" y="679"/>
                    <a:pt x="568" y="679"/>
                  </a:cubicBezTo>
                  <a:cubicBezTo>
                    <a:pt x="636" y="623"/>
                    <a:pt x="636" y="623"/>
                    <a:pt x="636" y="623"/>
                  </a:cubicBezTo>
                  <a:cubicBezTo>
                    <a:pt x="599" y="531"/>
                    <a:pt x="599" y="531"/>
                    <a:pt x="599" y="531"/>
                  </a:cubicBezTo>
                  <a:cubicBezTo>
                    <a:pt x="613" y="511"/>
                    <a:pt x="624" y="489"/>
                    <a:pt x="633" y="465"/>
                  </a:cubicBezTo>
                  <a:lnTo>
                    <a:pt x="730" y="444"/>
                  </a:lnTo>
                  <a:close/>
                  <a:moveTo>
                    <a:pt x="503" y="401"/>
                  </a:moveTo>
                  <a:cubicBezTo>
                    <a:pt x="488" y="463"/>
                    <a:pt x="433" y="505"/>
                    <a:pt x="369" y="505"/>
                  </a:cubicBezTo>
                  <a:cubicBezTo>
                    <a:pt x="369" y="505"/>
                    <a:pt x="369" y="505"/>
                    <a:pt x="369" y="505"/>
                  </a:cubicBezTo>
                  <a:cubicBezTo>
                    <a:pt x="358" y="505"/>
                    <a:pt x="346" y="504"/>
                    <a:pt x="335" y="502"/>
                  </a:cubicBezTo>
                  <a:cubicBezTo>
                    <a:pt x="261" y="483"/>
                    <a:pt x="216" y="408"/>
                    <a:pt x="234" y="334"/>
                  </a:cubicBezTo>
                  <a:cubicBezTo>
                    <a:pt x="250" y="272"/>
                    <a:pt x="305" y="229"/>
                    <a:pt x="369" y="229"/>
                  </a:cubicBezTo>
                  <a:cubicBezTo>
                    <a:pt x="380" y="229"/>
                    <a:pt x="392" y="231"/>
                    <a:pt x="403" y="233"/>
                  </a:cubicBezTo>
                  <a:cubicBezTo>
                    <a:pt x="439" y="242"/>
                    <a:pt x="469" y="265"/>
                    <a:pt x="488" y="297"/>
                  </a:cubicBezTo>
                  <a:cubicBezTo>
                    <a:pt x="507" y="328"/>
                    <a:pt x="512" y="365"/>
                    <a:pt x="503" y="40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75" name="Google Shape;11303;p192">
            <a:extLst>
              <a:ext uri="{FF2B5EF4-FFF2-40B4-BE49-F238E27FC236}">
                <a16:creationId xmlns:a16="http://schemas.microsoft.com/office/drawing/2014/main" id="{6CD917F1-9A6B-456E-A34B-10FD5C8B4680}"/>
              </a:ext>
            </a:extLst>
          </p:cNvPr>
          <p:cNvGrpSpPr/>
          <p:nvPr/>
        </p:nvGrpSpPr>
        <p:grpSpPr>
          <a:xfrm>
            <a:off x="6187989" y="3967115"/>
            <a:ext cx="805416" cy="750480"/>
            <a:chOff x="10874515" y="2395387"/>
            <a:chExt cx="930275" cy="930275"/>
          </a:xfrm>
        </p:grpSpPr>
        <p:sp>
          <p:nvSpPr>
            <p:cNvPr id="79" name="Google Shape;11304;p192">
              <a:extLst>
                <a:ext uri="{FF2B5EF4-FFF2-40B4-BE49-F238E27FC236}">
                  <a16:creationId xmlns:a16="http://schemas.microsoft.com/office/drawing/2014/main" id="{F4CC7B20-19B4-4160-8433-61E2F7FEF8BE}"/>
                </a:ext>
              </a:extLst>
            </p:cNvPr>
            <p:cNvSpPr/>
            <p:nvPr/>
          </p:nvSpPr>
          <p:spPr>
            <a:xfrm>
              <a:off x="11209477" y="2741462"/>
              <a:ext cx="254000" cy="238125"/>
            </a:xfrm>
            <a:custGeom>
              <a:avLst/>
              <a:gdLst/>
              <a:ahLst/>
              <a:cxnLst/>
              <a:rect l="l" t="t" r="r" b="b"/>
              <a:pathLst>
                <a:path w="202" h="189" extrusionOk="0">
                  <a:moveTo>
                    <a:pt x="128" y="3"/>
                  </a:moveTo>
                  <a:cubicBezTo>
                    <a:pt x="120" y="1"/>
                    <a:pt x="112" y="0"/>
                    <a:pt x="104" y="0"/>
                  </a:cubicBezTo>
                  <a:cubicBezTo>
                    <a:pt x="61" y="0"/>
                    <a:pt x="23" y="29"/>
                    <a:pt x="13" y="71"/>
                  </a:cubicBezTo>
                  <a:cubicBezTo>
                    <a:pt x="0" y="122"/>
                    <a:pt x="31" y="173"/>
                    <a:pt x="82" y="186"/>
                  </a:cubicBezTo>
                  <a:cubicBezTo>
                    <a:pt x="89" y="188"/>
                    <a:pt x="97" y="189"/>
                    <a:pt x="105" y="189"/>
                  </a:cubicBezTo>
                  <a:cubicBezTo>
                    <a:pt x="148" y="189"/>
                    <a:pt x="186" y="160"/>
                    <a:pt x="196" y="117"/>
                  </a:cubicBezTo>
                  <a:cubicBezTo>
                    <a:pt x="202" y="93"/>
                    <a:pt x="199" y="67"/>
                    <a:pt x="186" y="46"/>
                  </a:cubicBezTo>
                  <a:cubicBezTo>
                    <a:pt x="173" y="24"/>
                    <a:pt x="152" y="9"/>
                    <a:pt x="128" y="3"/>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 name="Google Shape;11305;p192">
              <a:extLst>
                <a:ext uri="{FF2B5EF4-FFF2-40B4-BE49-F238E27FC236}">
                  <a16:creationId xmlns:a16="http://schemas.microsoft.com/office/drawing/2014/main" id="{586A2A3A-893C-4A85-BFED-4DB34206E39B}"/>
                </a:ext>
              </a:extLst>
            </p:cNvPr>
            <p:cNvSpPr/>
            <p:nvPr/>
          </p:nvSpPr>
          <p:spPr>
            <a:xfrm>
              <a:off x="10874515" y="2395387"/>
              <a:ext cx="930275" cy="930275"/>
            </a:xfrm>
            <a:custGeom>
              <a:avLst/>
              <a:gdLst/>
              <a:ahLst/>
              <a:cxnLst/>
              <a:rect l="l" t="t" r="r" b="b"/>
              <a:pathLst>
                <a:path w="738" h="738" extrusionOk="0">
                  <a:moveTo>
                    <a:pt x="730" y="445"/>
                  </a:moveTo>
                  <a:cubicBezTo>
                    <a:pt x="738" y="357"/>
                    <a:pt x="738" y="357"/>
                    <a:pt x="738" y="357"/>
                  </a:cubicBezTo>
                  <a:cubicBezTo>
                    <a:pt x="647" y="319"/>
                    <a:pt x="647" y="319"/>
                    <a:pt x="647" y="319"/>
                  </a:cubicBezTo>
                  <a:cubicBezTo>
                    <a:pt x="643" y="295"/>
                    <a:pt x="635" y="272"/>
                    <a:pt x="625" y="250"/>
                  </a:cubicBezTo>
                  <a:cubicBezTo>
                    <a:pt x="678" y="168"/>
                    <a:pt x="678" y="168"/>
                    <a:pt x="678" y="168"/>
                  </a:cubicBezTo>
                  <a:cubicBezTo>
                    <a:pt x="622" y="100"/>
                    <a:pt x="622" y="100"/>
                    <a:pt x="622" y="100"/>
                  </a:cubicBezTo>
                  <a:cubicBezTo>
                    <a:pt x="530" y="137"/>
                    <a:pt x="530" y="137"/>
                    <a:pt x="530" y="137"/>
                  </a:cubicBezTo>
                  <a:cubicBezTo>
                    <a:pt x="512" y="124"/>
                    <a:pt x="491" y="113"/>
                    <a:pt x="469" y="105"/>
                  </a:cubicBezTo>
                  <a:cubicBezTo>
                    <a:pt x="448" y="9"/>
                    <a:pt x="448" y="9"/>
                    <a:pt x="448" y="9"/>
                  </a:cubicBezTo>
                  <a:cubicBezTo>
                    <a:pt x="360" y="0"/>
                    <a:pt x="360" y="0"/>
                    <a:pt x="360" y="0"/>
                  </a:cubicBezTo>
                  <a:cubicBezTo>
                    <a:pt x="322" y="91"/>
                    <a:pt x="322" y="91"/>
                    <a:pt x="322" y="91"/>
                  </a:cubicBezTo>
                  <a:cubicBezTo>
                    <a:pt x="298" y="95"/>
                    <a:pt x="275" y="102"/>
                    <a:pt x="253" y="112"/>
                  </a:cubicBezTo>
                  <a:cubicBezTo>
                    <a:pt x="170" y="59"/>
                    <a:pt x="170" y="59"/>
                    <a:pt x="170" y="59"/>
                  </a:cubicBezTo>
                  <a:cubicBezTo>
                    <a:pt x="102" y="115"/>
                    <a:pt x="102" y="115"/>
                    <a:pt x="102" y="115"/>
                  </a:cubicBezTo>
                  <a:cubicBezTo>
                    <a:pt x="139" y="206"/>
                    <a:pt x="139" y="206"/>
                    <a:pt x="139" y="206"/>
                  </a:cubicBezTo>
                  <a:cubicBezTo>
                    <a:pt x="125" y="226"/>
                    <a:pt x="114" y="247"/>
                    <a:pt x="105" y="271"/>
                  </a:cubicBezTo>
                  <a:cubicBezTo>
                    <a:pt x="8" y="292"/>
                    <a:pt x="8" y="292"/>
                    <a:pt x="8" y="292"/>
                  </a:cubicBezTo>
                  <a:cubicBezTo>
                    <a:pt x="0" y="379"/>
                    <a:pt x="0" y="379"/>
                    <a:pt x="0" y="379"/>
                  </a:cubicBezTo>
                  <a:cubicBezTo>
                    <a:pt x="92" y="418"/>
                    <a:pt x="92" y="418"/>
                    <a:pt x="92" y="418"/>
                  </a:cubicBezTo>
                  <a:cubicBezTo>
                    <a:pt x="97" y="441"/>
                    <a:pt x="104" y="464"/>
                    <a:pt x="113" y="486"/>
                  </a:cubicBezTo>
                  <a:cubicBezTo>
                    <a:pt x="59" y="570"/>
                    <a:pt x="59" y="570"/>
                    <a:pt x="59" y="570"/>
                  </a:cubicBezTo>
                  <a:cubicBezTo>
                    <a:pt x="116" y="637"/>
                    <a:pt x="116" y="637"/>
                    <a:pt x="116" y="637"/>
                  </a:cubicBezTo>
                  <a:cubicBezTo>
                    <a:pt x="208" y="599"/>
                    <a:pt x="208" y="599"/>
                    <a:pt x="208" y="599"/>
                  </a:cubicBezTo>
                  <a:cubicBezTo>
                    <a:pt x="227" y="612"/>
                    <a:pt x="248" y="623"/>
                    <a:pt x="270" y="632"/>
                  </a:cubicBezTo>
                  <a:cubicBezTo>
                    <a:pt x="291" y="730"/>
                    <a:pt x="291" y="730"/>
                    <a:pt x="291" y="730"/>
                  </a:cubicBezTo>
                  <a:cubicBezTo>
                    <a:pt x="379" y="738"/>
                    <a:pt x="379" y="738"/>
                    <a:pt x="379" y="738"/>
                  </a:cubicBezTo>
                  <a:cubicBezTo>
                    <a:pt x="417" y="646"/>
                    <a:pt x="417" y="646"/>
                    <a:pt x="417" y="646"/>
                  </a:cubicBezTo>
                  <a:cubicBezTo>
                    <a:pt x="441" y="642"/>
                    <a:pt x="463" y="635"/>
                    <a:pt x="485" y="625"/>
                  </a:cubicBezTo>
                  <a:cubicBezTo>
                    <a:pt x="569" y="680"/>
                    <a:pt x="569" y="680"/>
                    <a:pt x="569" y="680"/>
                  </a:cubicBezTo>
                  <a:cubicBezTo>
                    <a:pt x="637" y="623"/>
                    <a:pt x="637" y="623"/>
                    <a:pt x="637" y="623"/>
                  </a:cubicBezTo>
                  <a:cubicBezTo>
                    <a:pt x="599" y="532"/>
                    <a:pt x="599" y="532"/>
                    <a:pt x="599" y="532"/>
                  </a:cubicBezTo>
                  <a:cubicBezTo>
                    <a:pt x="613" y="512"/>
                    <a:pt x="625" y="490"/>
                    <a:pt x="634" y="466"/>
                  </a:cubicBezTo>
                  <a:lnTo>
                    <a:pt x="730" y="445"/>
                  </a:lnTo>
                  <a:close/>
                  <a:moveTo>
                    <a:pt x="504" y="402"/>
                  </a:moveTo>
                  <a:cubicBezTo>
                    <a:pt x="489" y="464"/>
                    <a:pt x="433" y="507"/>
                    <a:pt x="370" y="507"/>
                  </a:cubicBezTo>
                  <a:cubicBezTo>
                    <a:pt x="358" y="507"/>
                    <a:pt x="347" y="506"/>
                    <a:pt x="336" y="503"/>
                  </a:cubicBezTo>
                  <a:cubicBezTo>
                    <a:pt x="262" y="484"/>
                    <a:pt x="217" y="409"/>
                    <a:pt x="235" y="335"/>
                  </a:cubicBezTo>
                  <a:cubicBezTo>
                    <a:pt x="251" y="273"/>
                    <a:pt x="306" y="230"/>
                    <a:pt x="369" y="230"/>
                  </a:cubicBezTo>
                  <a:cubicBezTo>
                    <a:pt x="381" y="230"/>
                    <a:pt x="392" y="231"/>
                    <a:pt x="403" y="234"/>
                  </a:cubicBezTo>
                  <a:cubicBezTo>
                    <a:pt x="439" y="243"/>
                    <a:pt x="469" y="265"/>
                    <a:pt x="488" y="297"/>
                  </a:cubicBezTo>
                  <a:cubicBezTo>
                    <a:pt x="508" y="329"/>
                    <a:pt x="513" y="366"/>
                    <a:pt x="504" y="402"/>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1" name="Google Shape;11306;p192">
            <a:extLst>
              <a:ext uri="{FF2B5EF4-FFF2-40B4-BE49-F238E27FC236}">
                <a16:creationId xmlns:a16="http://schemas.microsoft.com/office/drawing/2014/main" id="{20B62E11-DA99-40B9-B63A-DDE051625B61}"/>
              </a:ext>
            </a:extLst>
          </p:cNvPr>
          <p:cNvGrpSpPr/>
          <p:nvPr/>
        </p:nvGrpSpPr>
        <p:grpSpPr>
          <a:xfrm>
            <a:off x="1004697" y="1914440"/>
            <a:ext cx="1683746" cy="1505635"/>
            <a:chOff x="7488377" y="2179487"/>
            <a:chExt cx="2319338" cy="2319337"/>
          </a:xfrm>
        </p:grpSpPr>
        <p:sp>
          <p:nvSpPr>
            <p:cNvPr id="82" name="Google Shape;11307;p192">
              <a:extLst>
                <a:ext uri="{FF2B5EF4-FFF2-40B4-BE49-F238E27FC236}">
                  <a16:creationId xmlns:a16="http://schemas.microsoft.com/office/drawing/2014/main" id="{1060C502-E0A7-4F0A-AEC8-31D5149DD6D7}"/>
                </a:ext>
              </a:extLst>
            </p:cNvPr>
            <p:cNvSpPr/>
            <p:nvPr/>
          </p:nvSpPr>
          <p:spPr>
            <a:xfrm>
              <a:off x="7488377" y="2179487"/>
              <a:ext cx="2319338" cy="2319337"/>
            </a:xfrm>
            <a:custGeom>
              <a:avLst/>
              <a:gdLst/>
              <a:ahLst/>
              <a:cxnLst/>
              <a:rect l="l" t="t" r="r" b="b"/>
              <a:pathLst>
                <a:path w="1840" h="1840" extrusionOk="0">
                  <a:moveTo>
                    <a:pt x="1827" y="1080"/>
                  </a:moveTo>
                  <a:cubicBezTo>
                    <a:pt x="1840" y="964"/>
                    <a:pt x="1840" y="964"/>
                    <a:pt x="1840" y="964"/>
                  </a:cubicBezTo>
                  <a:cubicBezTo>
                    <a:pt x="1690" y="906"/>
                    <a:pt x="1690" y="906"/>
                    <a:pt x="1690" y="906"/>
                  </a:cubicBezTo>
                  <a:cubicBezTo>
                    <a:pt x="1689" y="874"/>
                    <a:pt x="1687" y="841"/>
                    <a:pt x="1682" y="808"/>
                  </a:cubicBezTo>
                  <a:cubicBezTo>
                    <a:pt x="1823" y="726"/>
                    <a:pt x="1823" y="726"/>
                    <a:pt x="1823" y="726"/>
                  </a:cubicBezTo>
                  <a:cubicBezTo>
                    <a:pt x="1791" y="614"/>
                    <a:pt x="1791" y="614"/>
                    <a:pt x="1791" y="614"/>
                  </a:cubicBezTo>
                  <a:cubicBezTo>
                    <a:pt x="1628" y="618"/>
                    <a:pt x="1628" y="618"/>
                    <a:pt x="1628" y="618"/>
                  </a:cubicBezTo>
                  <a:cubicBezTo>
                    <a:pt x="1614" y="584"/>
                    <a:pt x="1597" y="552"/>
                    <a:pt x="1578" y="521"/>
                  </a:cubicBezTo>
                  <a:cubicBezTo>
                    <a:pt x="1675" y="392"/>
                    <a:pt x="1675" y="392"/>
                    <a:pt x="1675" y="392"/>
                  </a:cubicBezTo>
                  <a:cubicBezTo>
                    <a:pt x="1602" y="301"/>
                    <a:pt x="1602" y="301"/>
                    <a:pt x="1602" y="301"/>
                  </a:cubicBezTo>
                  <a:cubicBezTo>
                    <a:pt x="1455" y="366"/>
                    <a:pt x="1455" y="366"/>
                    <a:pt x="1455" y="366"/>
                  </a:cubicBezTo>
                  <a:cubicBezTo>
                    <a:pt x="1431" y="344"/>
                    <a:pt x="1406" y="322"/>
                    <a:pt x="1379" y="303"/>
                  </a:cubicBezTo>
                  <a:cubicBezTo>
                    <a:pt x="1420" y="147"/>
                    <a:pt x="1420" y="147"/>
                    <a:pt x="1420" y="147"/>
                  </a:cubicBezTo>
                  <a:cubicBezTo>
                    <a:pt x="1318" y="90"/>
                    <a:pt x="1318" y="90"/>
                    <a:pt x="1318" y="90"/>
                  </a:cubicBezTo>
                  <a:cubicBezTo>
                    <a:pt x="1206" y="206"/>
                    <a:pt x="1206" y="206"/>
                    <a:pt x="1206" y="206"/>
                  </a:cubicBezTo>
                  <a:cubicBezTo>
                    <a:pt x="1173" y="193"/>
                    <a:pt x="1139" y="181"/>
                    <a:pt x="1103" y="173"/>
                  </a:cubicBezTo>
                  <a:cubicBezTo>
                    <a:pt x="1080" y="13"/>
                    <a:pt x="1080" y="13"/>
                    <a:pt x="1080" y="13"/>
                  </a:cubicBezTo>
                  <a:cubicBezTo>
                    <a:pt x="964" y="0"/>
                    <a:pt x="964" y="0"/>
                    <a:pt x="964" y="0"/>
                  </a:cubicBezTo>
                  <a:cubicBezTo>
                    <a:pt x="906" y="151"/>
                    <a:pt x="906" y="151"/>
                    <a:pt x="906" y="151"/>
                  </a:cubicBezTo>
                  <a:cubicBezTo>
                    <a:pt x="874" y="151"/>
                    <a:pt x="841" y="154"/>
                    <a:pt x="808" y="159"/>
                  </a:cubicBezTo>
                  <a:cubicBezTo>
                    <a:pt x="726" y="17"/>
                    <a:pt x="726" y="17"/>
                    <a:pt x="726" y="17"/>
                  </a:cubicBezTo>
                  <a:cubicBezTo>
                    <a:pt x="613" y="49"/>
                    <a:pt x="613" y="49"/>
                    <a:pt x="613" y="49"/>
                  </a:cubicBezTo>
                  <a:cubicBezTo>
                    <a:pt x="617" y="213"/>
                    <a:pt x="617" y="213"/>
                    <a:pt x="617" y="213"/>
                  </a:cubicBezTo>
                  <a:cubicBezTo>
                    <a:pt x="584" y="227"/>
                    <a:pt x="552" y="244"/>
                    <a:pt x="521" y="262"/>
                  </a:cubicBezTo>
                  <a:cubicBezTo>
                    <a:pt x="392" y="166"/>
                    <a:pt x="392" y="166"/>
                    <a:pt x="392" y="166"/>
                  </a:cubicBezTo>
                  <a:cubicBezTo>
                    <a:pt x="301" y="239"/>
                    <a:pt x="301" y="239"/>
                    <a:pt x="301" y="239"/>
                  </a:cubicBezTo>
                  <a:cubicBezTo>
                    <a:pt x="366" y="386"/>
                    <a:pt x="366" y="386"/>
                    <a:pt x="366" y="386"/>
                  </a:cubicBezTo>
                  <a:cubicBezTo>
                    <a:pt x="343" y="410"/>
                    <a:pt x="322" y="435"/>
                    <a:pt x="303" y="461"/>
                  </a:cubicBezTo>
                  <a:cubicBezTo>
                    <a:pt x="147" y="420"/>
                    <a:pt x="147" y="420"/>
                    <a:pt x="147" y="420"/>
                  </a:cubicBezTo>
                  <a:cubicBezTo>
                    <a:pt x="89" y="522"/>
                    <a:pt x="89" y="522"/>
                    <a:pt x="89" y="522"/>
                  </a:cubicBezTo>
                  <a:cubicBezTo>
                    <a:pt x="206" y="634"/>
                    <a:pt x="206" y="634"/>
                    <a:pt x="206" y="634"/>
                  </a:cubicBezTo>
                  <a:cubicBezTo>
                    <a:pt x="192" y="668"/>
                    <a:pt x="181" y="702"/>
                    <a:pt x="173" y="737"/>
                  </a:cubicBezTo>
                  <a:cubicBezTo>
                    <a:pt x="13" y="760"/>
                    <a:pt x="13" y="760"/>
                    <a:pt x="13" y="760"/>
                  </a:cubicBezTo>
                  <a:cubicBezTo>
                    <a:pt x="0" y="877"/>
                    <a:pt x="0" y="877"/>
                    <a:pt x="0" y="877"/>
                  </a:cubicBezTo>
                  <a:cubicBezTo>
                    <a:pt x="151" y="934"/>
                    <a:pt x="151" y="934"/>
                    <a:pt x="151" y="934"/>
                  </a:cubicBezTo>
                  <a:cubicBezTo>
                    <a:pt x="151" y="967"/>
                    <a:pt x="154" y="1000"/>
                    <a:pt x="159" y="1032"/>
                  </a:cubicBezTo>
                  <a:cubicBezTo>
                    <a:pt x="17" y="1115"/>
                    <a:pt x="17" y="1115"/>
                    <a:pt x="17" y="1115"/>
                  </a:cubicBezTo>
                  <a:cubicBezTo>
                    <a:pt x="49" y="1227"/>
                    <a:pt x="49" y="1227"/>
                    <a:pt x="49" y="1227"/>
                  </a:cubicBezTo>
                  <a:cubicBezTo>
                    <a:pt x="212" y="1223"/>
                    <a:pt x="212" y="1223"/>
                    <a:pt x="212" y="1223"/>
                  </a:cubicBezTo>
                  <a:cubicBezTo>
                    <a:pt x="227" y="1257"/>
                    <a:pt x="243" y="1289"/>
                    <a:pt x="262" y="1320"/>
                  </a:cubicBezTo>
                  <a:cubicBezTo>
                    <a:pt x="166" y="1449"/>
                    <a:pt x="166" y="1449"/>
                    <a:pt x="166" y="1449"/>
                  </a:cubicBezTo>
                  <a:cubicBezTo>
                    <a:pt x="239" y="1540"/>
                    <a:pt x="239" y="1540"/>
                    <a:pt x="239" y="1540"/>
                  </a:cubicBezTo>
                  <a:cubicBezTo>
                    <a:pt x="386" y="1474"/>
                    <a:pt x="386" y="1474"/>
                    <a:pt x="386" y="1474"/>
                  </a:cubicBezTo>
                  <a:cubicBezTo>
                    <a:pt x="410" y="1497"/>
                    <a:pt x="435" y="1518"/>
                    <a:pt x="461" y="1538"/>
                  </a:cubicBezTo>
                  <a:cubicBezTo>
                    <a:pt x="420" y="1694"/>
                    <a:pt x="420" y="1694"/>
                    <a:pt x="420" y="1694"/>
                  </a:cubicBezTo>
                  <a:cubicBezTo>
                    <a:pt x="522" y="1751"/>
                    <a:pt x="522" y="1751"/>
                    <a:pt x="522" y="1751"/>
                  </a:cubicBezTo>
                  <a:cubicBezTo>
                    <a:pt x="634" y="1635"/>
                    <a:pt x="634" y="1635"/>
                    <a:pt x="634" y="1635"/>
                  </a:cubicBezTo>
                  <a:cubicBezTo>
                    <a:pt x="667" y="1648"/>
                    <a:pt x="702" y="1659"/>
                    <a:pt x="737" y="1668"/>
                  </a:cubicBezTo>
                  <a:cubicBezTo>
                    <a:pt x="760" y="1827"/>
                    <a:pt x="760" y="1827"/>
                    <a:pt x="760" y="1827"/>
                  </a:cubicBezTo>
                  <a:cubicBezTo>
                    <a:pt x="876" y="1840"/>
                    <a:pt x="876" y="1840"/>
                    <a:pt x="876" y="1840"/>
                  </a:cubicBezTo>
                  <a:cubicBezTo>
                    <a:pt x="934" y="1690"/>
                    <a:pt x="934" y="1690"/>
                    <a:pt x="934" y="1690"/>
                  </a:cubicBezTo>
                  <a:cubicBezTo>
                    <a:pt x="967" y="1689"/>
                    <a:pt x="1000" y="1687"/>
                    <a:pt x="1032" y="1682"/>
                  </a:cubicBezTo>
                  <a:cubicBezTo>
                    <a:pt x="1114" y="1823"/>
                    <a:pt x="1114" y="1823"/>
                    <a:pt x="1114" y="1823"/>
                  </a:cubicBezTo>
                  <a:cubicBezTo>
                    <a:pt x="1227" y="1791"/>
                    <a:pt x="1227" y="1791"/>
                    <a:pt x="1227" y="1791"/>
                  </a:cubicBezTo>
                  <a:cubicBezTo>
                    <a:pt x="1223" y="1628"/>
                    <a:pt x="1223" y="1628"/>
                    <a:pt x="1223" y="1628"/>
                  </a:cubicBezTo>
                  <a:cubicBezTo>
                    <a:pt x="1256" y="1614"/>
                    <a:pt x="1289" y="1597"/>
                    <a:pt x="1319" y="1579"/>
                  </a:cubicBezTo>
                  <a:cubicBezTo>
                    <a:pt x="1448" y="1675"/>
                    <a:pt x="1448" y="1675"/>
                    <a:pt x="1448" y="1675"/>
                  </a:cubicBezTo>
                  <a:cubicBezTo>
                    <a:pt x="1540" y="1602"/>
                    <a:pt x="1540" y="1602"/>
                    <a:pt x="1540" y="1602"/>
                  </a:cubicBezTo>
                  <a:cubicBezTo>
                    <a:pt x="1474" y="1455"/>
                    <a:pt x="1474" y="1455"/>
                    <a:pt x="1474" y="1455"/>
                  </a:cubicBezTo>
                  <a:cubicBezTo>
                    <a:pt x="1497" y="1431"/>
                    <a:pt x="1518" y="1406"/>
                    <a:pt x="1538" y="1380"/>
                  </a:cubicBezTo>
                  <a:cubicBezTo>
                    <a:pt x="1694" y="1420"/>
                    <a:pt x="1694" y="1420"/>
                    <a:pt x="1694" y="1420"/>
                  </a:cubicBezTo>
                  <a:cubicBezTo>
                    <a:pt x="1751" y="1318"/>
                    <a:pt x="1751" y="1318"/>
                    <a:pt x="1751" y="1318"/>
                  </a:cubicBezTo>
                  <a:cubicBezTo>
                    <a:pt x="1635" y="1207"/>
                    <a:pt x="1635" y="1207"/>
                    <a:pt x="1635" y="1207"/>
                  </a:cubicBezTo>
                  <a:cubicBezTo>
                    <a:pt x="1648" y="1173"/>
                    <a:pt x="1659" y="1139"/>
                    <a:pt x="1668" y="1104"/>
                  </a:cubicBezTo>
                  <a:lnTo>
                    <a:pt x="1827" y="1080"/>
                  </a:lnTo>
                  <a:close/>
                  <a:moveTo>
                    <a:pt x="1081" y="1490"/>
                  </a:moveTo>
                  <a:cubicBezTo>
                    <a:pt x="766" y="1579"/>
                    <a:pt x="439" y="1396"/>
                    <a:pt x="350" y="1081"/>
                  </a:cubicBezTo>
                  <a:cubicBezTo>
                    <a:pt x="262" y="767"/>
                    <a:pt x="445" y="439"/>
                    <a:pt x="759" y="351"/>
                  </a:cubicBezTo>
                  <a:cubicBezTo>
                    <a:pt x="1074" y="262"/>
                    <a:pt x="1401" y="445"/>
                    <a:pt x="1490" y="760"/>
                  </a:cubicBezTo>
                  <a:cubicBezTo>
                    <a:pt x="1579" y="1074"/>
                    <a:pt x="1396" y="1401"/>
                    <a:pt x="1081" y="149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11308;p192">
              <a:extLst>
                <a:ext uri="{FF2B5EF4-FFF2-40B4-BE49-F238E27FC236}">
                  <a16:creationId xmlns:a16="http://schemas.microsoft.com/office/drawing/2014/main" id="{F5B63FBB-5C1E-4FFE-93C8-3904F7286877}"/>
                </a:ext>
              </a:extLst>
            </p:cNvPr>
            <p:cNvSpPr/>
            <p:nvPr/>
          </p:nvSpPr>
          <p:spPr>
            <a:xfrm>
              <a:off x="8332927" y="3025625"/>
              <a:ext cx="630238" cy="628650"/>
            </a:xfrm>
            <a:custGeom>
              <a:avLst/>
              <a:gdLst/>
              <a:ahLst/>
              <a:cxnLst/>
              <a:rect l="l" t="t" r="r" b="b"/>
              <a:pathLst>
                <a:path w="500" h="499" extrusionOk="0">
                  <a:moveTo>
                    <a:pt x="250" y="499"/>
                  </a:moveTo>
                  <a:cubicBezTo>
                    <a:pt x="112" y="499"/>
                    <a:pt x="0" y="387"/>
                    <a:pt x="0" y="249"/>
                  </a:cubicBezTo>
                  <a:cubicBezTo>
                    <a:pt x="0" y="112"/>
                    <a:pt x="112" y="0"/>
                    <a:pt x="250" y="0"/>
                  </a:cubicBezTo>
                  <a:cubicBezTo>
                    <a:pt x="388" y="0"/>
                    <a:pt x="500" y="112"/>
                    <a:pt x="500" y="249"/>
                  </a:cubicBezTo>
                  <a:cubicBezTo>
                    <a:pt x="500" y="387"/>
                    <a:pt x="388" y="499"/>
                    <a:pt x="250" y="499"/>
                  </a:cubicBezTo>
                  <a:close/>
                  <a:moveTo>
                    <a:pt x="250" y="140"/>
                  </a:moveTo>
                  <a:cubicBezTo>
                    <a:pt x="190" y="140"/>
                    <a:pt x="140" y="189"/>
                    <a:pt x="140" y="249"/>
                  </a:cubicBezTo>
                  <a:cubicBezTo>
                    <a:pt x="140" y="310"/>
                    <a:pt x="190" y="359"/>
                    <a:pt x="250" y="359"/>
                  </a:cubicBezTo>
                  <a:cubicBezTo>
                    <a:pt x="311" y="359"/>
                    <a:pt x="360" y="310"/>
                    <a:pt x="360" y="249"/>
                  </a:cubicBezTo>
                  <a:cubicBezTo>
                    <a:pt x="360" y="189"/>
                    <a:pt x="311" y="140"/>
                    <a:pt x="250" y="14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4" name="Google Shape;11309;p192">
            <a:extLst>
              <a:ext uri="{FF2B5EF4-FFF2-40B4-BE49-F238E27FC236}">
                <a16:creationId xmlns:a16="http://schemas.microsoft.com/office/drawing/2014/main" id="{B73F9436-28D0-40E1-8C08-62289FCD2042}"/>
              </a:ext>
            </a:extLst>
          </p:cNvPr>
          <p:cNvGrpSpPr/>
          <p:nvPr/>
        </p:nvGrpSpPr>
        <p:grpSpPr>
          <a:xfrm>
            <a:off x="2685518" y="2317183"/>
            <a:ext cx="1936134" cy="1731326"/>
            <a:chOff x="9367977" y="3165325"/>
            <a:chExt cx="2667000" cy="2667000"/>
          </a:xfrm>
        </p:grpSpPr>
        <p:sp>
          <p:nvSpPr>
            <p:cNvPr id="85" name="Google Shape;11310;p192">
              <a:extLst>
                <a:ext uri="{FF2B5EF4-FFF2-40B4-BE49-F238E27FC236}">
                  <a16:creationId xmlns:a16="http://schemas.microsoft.com/office/drawing/2014/main" id="{24CE2985-8693-4178-B2A7-74C81068B5CA}"/>
                </a:ext>
              </a:extLst>
            </p:cNvPr>
            <p:cNvSpPr/>
            <p:nvPr/>
          </p:nvSpPr>
          <p:spPr>
            <a:xfrm>
              <a:off x="9367977" y="3165325"/>
              <a:ext cx="2667000" cy="2667000"/>
            </a:xfrm>
            <a:custGeom>
              <a:avLst/>
              <a:gdLst/>
              <a:ahLst/>
              <a:cxnLst/>
              <a:rect l="l" t="t" r="r" b="b"/>
              <a:pathLst>
                <a:path w="2116" h="2116" extrusionOk="0">
                  <a:moveTo>
                    <a:pt x="1941" y="1111"/>
                  </a:moveTo>
                  <a:cubicBezTo>
                    <a:pt x="2116" y="1052"/>
                    <a:pt x="2116" y="1052"/>
                    <a:pt x="2116" y="1052"/>
                  </a:cubicBezTo>
                  <a:cubicBezTo>
                    <a:pt x="2107" y="917"/>
                    <a:pt x="2107" y="917"/>
                    <a:pt x="2107" y="917"/>
                  </a:cubicBezTo>
                  <a:cubicBezTo>
                    <a:pt x="1925" y="883"/>
                    <a:pt x="1925" y="883"/>
                    <a:pt x="1925" y="883"/>
                  </a:cubicBezTo>
                  <a:cubicBezTo>
                    <a:pt x="1918" y="847"/>
                    <a:pt x="1908" y="810"/>
                    <a:pt x="1896" y="774"/>
                  </a:cubicBezTo>
                  <a:cubicBezTo>
                    <a:pt x="2038" y="652"/>
                    <a:pt x="2038" y="652"/>
                    <a:pt x="2038" y="652"/>
                  </a:cubicBezTo>
                  <a:cubicBezTo>
                    <a:pt x="1979" y="532"/>
                    <a:pt x="1979" y="532"/>
                    <a:pt x="1979" y="532"/>
                  </a:cubicBezTo>
                  <a:cubicBezTo>
                    <a:pt x="1795" y="570"/>
                    <a:pt x="1795" y="570"/>
                    <a:pt x="1795" y="570"/>
                  </a:cubicBezTo>
                  <a:cubicBezTo>
                    <a:pt x="1772" y="535"/>
                    <a:pt x="1747" y="502"/>
                    <a:pt x="1720" y="471"/>
                  </a:cubicBezTo>
                  <a:cubicBezTo>
                    <a:pt x="1802" y="305"/>
                    <a:pt x="1802" y="305"/>
                    <a:pt x="1802" y="305"/>
                  </a:cubicBezTo>
                  <a:cubicBezTo>
                    <a:pt x="1700" y="217"/>
                    <a:pt x="1700" y="217"/>
                    <a:pt x="1700" y="217"/>
                  </a:cubicBezTo>
                  <a:cubicBezTo>
                    <a:pt x="1548" y="321"/>
                    <a:pt x="1548" y="321"/>
                    <a:pt x="1548" y="321"/>
                  </a:cubicBezTo>
                  <a:cubicBezTo>
                    <a:pt x="1516" y="301"/>
                    <a:pt x="1483" y="282"/>
                    <a:pt x="1450" y="265"/>
                  </a:cubicBezTo>
                  <a:cubicBezTo>
                    <a:pt x="1464" y="80"/>
                    <a:pt x="1464" y="80"/>
                    <a:pt x="1464" y="80"/>
                  </a:cubicBezTo>
                  <a:cubicBezTo>
                    <a:pt x="1336" y="37"/>
                    <a:pt x="1336" y="37"/>
                    <a:pt x="1336" y="37"/>
                  </a:cubicBezTo>
                  <a:cubicBezTo>
                    <a:pt x="1234" y="191"/>
                    <a:pt x="1234" y="191"/>
                    <a:pt x="1234" y="191"/>
                  </a:cubicBezTo>
                  <a:cubicBezTo>
                    <a:pt x="1194" y="183"/>
                    <a:pt x="1152" y="178"/>
                    <a:pt x="1111" y="175"/>
                  </a:cubicBezTo>
                  <a:cubicBezTo>
                    <a:pt x="1052" y="0"/>
                    <a:pt x="1052" y="0"/>
                    <a:pt x="1052" y="0"/>
                  </a:cubicBezTo>
                  <a:cubicBezTo>
                    <a:pt x="918" y="9"/>
                    <a:pt x="918" y="9"/>
                    <a:pt x="918" y="9"/>
                  </a:cubicBezTo>
                  <a:cubicBezTo>
                    <a:pt x="884" y="191"/>
                    <a:pt x="884" y="191"/>
                    <a:pt x="884" y="191"/>
                  </a:cubicBezTo>
                  <a:cubicBezTo>
                    <a:pt x="847" y="198"/>
                    <a:pt x="810" y="208"/>
                    <a:pt x="774" y="220"/>
                  </a:cubicBezTo>
                  <a:cubicBezTo>
                    <a:pt x="653" y="78"/>
                    <a:pt x="653" y="78"/>
                    <a:pt x="653" y="78"/>
                  </a:cubicBezTo>
                  <a:cubicBezTo>
                    <a:pt x="532" y="137"/>
                    <a:pt x="532" y="137"/>
                    <a:pt x="532" y="137"/>
                  </a:cubicBezTo>
                  <a:cubicBezTo>
                    <a:pt x="570" y="321"/>
                    <a:pt x="570" y="321"/>
                    <a:pt x="570" y="321"/>
                  </a:cubicBezTo>
                  <a:cubicBezTo>
                    <a:pt x="535" y="344"/>
                    <a:pt x="502" y="369"/>
                    <a:pt x="471" y="396"/>
                  </a:cubicBezTo>
                  <a:cubicBezTo>
                    <a:pt x="305" y="314"/>
                    <a:pt x="305" y="314"/>
                    <a:pt x="305" y="314"/>
                  </a:cubicBezTo>
                  <a:cubicBezTo>
                    <a:pt x="217" y="416"/>
                    <a:pt x="217" y="416"/>
                    <a:pt x="217" y="416"/>
                  </a:cubicBezTo>
                  <a:cubicBezTo>
                    <a:pt x="322" y="568"/>
                    <a:pt x="322" y="568"/>
                    <a:pt x="322" y="568"/>
                  </a:cubicBezTo>
                  <a:cubicBezTo>
                    <a:pt x="301" y="600"/>
                    <a:pt x="282" y="633"/>
                    <a:pt x="265" y="666"/>
                  </a:cubicBezTo>
                  <a:cubicBezTo>
                    <a:pt x="81" y="652"/>
                    <a:pt x="81" y="652"/>
                    <a:pt x="81" y="652"/>
                  </a:cubicBezTo>
                  <a:cubicBezTo>
                    <a:pt x="37" y="780"/>
                    <a:pt x="37" y="780"/>
                    <a:pt x="37" y="780"/>
                  </a:cubicBezTo>
                  <a:cubicBezTo>
                    <a:pt x="192" y="882"/>
                    <a:pt x="192" y="882"/>
                    <a:pt x="192" y="882"/>
                  </a:cubicBezTo>
                  <a:cubicBezTo>
                    <a:pt x="183" y="923"/>
                    <a:pt x="178" y="964"/>
                    <a:pt x="175" y="1005"/>
                  </a:cubicBezTo>
                  <a:cubicBezTo>
                    <a:pt x="0" y="1064"/>
                    <a:pt x="0" y="1064"/>
                    <a:pt x="0" y="1064"/>
                  </a:cubicBezTo>
                  <a:cubicBezTo>
                    <a:pt x="9" y="1198"/>
                    <a:pt x="9" y="1198"/>
                    <a:pt x="9" y="1198"/>
                  </a:cubicBezTo>
                  <a:cubicBezTo>
                    <a:pt x="191" y="1233"/>
                    <a:pt x="191" y="1233"/>
                    <a:pt x="191" y="1233"/>
                  </a:cubicBezTo>
                  <a:cubicBezTo>
                    <a:pt x="199" y="1269"/>
                    <a:pt x="208" y="1306"/>
                    <a:pt x="221" y="1342"/>
                  </a:cubicBezTo>
                  <a:cubicBezTo>
                    <a:pt x="78" y="1463"/>
                    <a:pt x="78" y="1463"/>
                    <a:pt x="78" y="1463"/>
                  </a:cubicBezTo>
                  <a:cubicBezTo>
                    <a:pt x="138" y="1584"/>
                    <a:pt x="138" y="1584"/>
                    <a:pt x="138" y="1584"/>
                  </a:cubicBezTo>
                  <a:cubicBezTo>
                    <a:pt x="321" y="1546"/>
                    <a:pt x="321" y="1546"/>
                    <a:pt x="321" y="1546"/>
                  </a:cubicBezTo>
                  <a:cubicBezTo>
                    <a:pt x="344" y="1581"/>
                    <a:pt x="369" y="1614"/>
                    <a:pt x="397" y="1645"/>
                  </a:cubicBezTo>
                  <a:cubicBezTo>
                    <a:pt x="314" y="1811"/>
                    <a:pt x="314" y="1811"/>
                    <a:pt x="314" y="1811"/>
                  </a:cubicBezTo>
                  <a:cubicBezTo>
                    <a:pt x="416" y="1899"/>
                    <a:pt x="416" y="1899"/>
                    <a:pt x="416" y="1899"/>
                  </a:cubicBezTo>
                  <a:cubicBezTo>
                    <a:pt x="569" y="1794"/>
                    <a:pt x="569" y="1794"/>
                    <a:pt x="569" y="1794"/>
                  </a:cubicBezTo>
                  <a:cubicBezTo>
                    <a:pt x="600" y="1815"/>
                    <a:pt x="633" y="1834"/>
                    <a:pt x="667" y="1851"/>
                  </a:cubicBezTo>
                  <a:cubicBezTo>
                    <a:pt x="653" y="2035"/>
                    <a:pt x="653" y="2035"/>
                    <a:pt x="653" y="2035"/>
                  </a:cubicBezTo>
                  <a:cubicBezTo>
                    <a:pt x="780" y="2079"/>
                    <a:pt x="780" y="2079"/>
                    <a:pt x="780" y="2079"/>
                  </a:cubicBezTo>
                  <a:cubicBezTo>
                    <a:pt x="882" y="1925"/>
                    <a:pt x="882" y="1925"/>
                    <a:pt x="882" y="1925"/>
                  </a:cubicBezTo>
                  <a:cubicBezTo>
                    <a:pt x="923" y="1933"/>
                    <a:pt x="964" y="1938"/>
                    <a:pt x="1005" y="1941"/>
                  </a:cubicBezTo>
                  <a:cubicBezTo>
                    <a:pt x="1064" y="2116"/>
                    <a:pt x="1064" y="2116"/>
                    <a:pt x="1064" y="2116"/>
                  </a:cubicBezTo>
                  <a:cubicBezTo>
                    <a:pt x="1199" y="2107"/>
                    <a:pt x="1199" y="2107"/>
                    <a:pt x="1199" y="2107"/>
                  </a:cubicBezTo>
                  <a:cubicBezTo>
                    <a:pt x="1233" y="1925"/>
                    <a:pt x="1233" y="1925"/>
                    <a:pt x="1233" y="1925"/>
                  </a:cubicBezTo>
                  <a:cubicBezTo>
                    <a:pt x="1269" y="1918"/>
                    <a:pt x="1306" y="1908"/>
                    <a:pt x="1342" y="1896"/>
                  </a:cubicBezTo>
                  <a:cubicBezTo>
                    <a:pt x="1464" y="2038"/>
                    <a:pt x="1464" y="2038"/>
                    <a:pt x="1464" y="2038"/>
                  </a:cubicBezTo>
                  <a:cubicBezTo>
                    <a:pt x="1584" y="1979"/>
                    <a:pt x="1584" y="1979"/>
                    <a:pt x="1584" y="1979"/>
                  </a:cubicBezTo>
                  <a:cubicBezTo>
                    <a:pt x="1546" y="1795"/>
                    <a:pt x="1546" y="1795"/>
                    <a:pt x="1546" y="1795"/>
                  </a:cubicBezTo>
                  <a:cubicBezTo>
                    <a:pt x="1581" y="1772"/>
                    <a:pt x="1614" y="1747"/>
                    <a:pt x="1645" y="1719"/>
                  </a:cubicBezTo>
                  <a:cubicBezTo>
                    <a:pt x="1811" y="1802"/>
                    <a:pt x="1811" y="1802"/>
                    <a:pt x="1811" y="1802"/>
                  </a:cubicBezTo>
                  <a:cubicBezTo>
                    <a:pt x="1899" y="1700"/>
                    <a:pt x="1899" y="1700"/>
                    <a:pt x="1899" y="1700"/>
                  </a:cubicBezTo>
                  <a:cubicBezTo>
                    <a:pt x="1795" y="1547"/>
                    <a:pt x="1795" y="1547"/>
                    <a:pt x="1795" y="1547"/>
                  </a:cubicBezTo>
                  <a:cubicBezTo>
                    <a:pt x="1816" y="1516"/>
                    <a:pt x="1834" y="1483"/>
                    <a:pt x="1851" y="1450"/>
                  </a:cubicBezTo>
                  <a:cubicBezTo>
                    <a:pt x="2036" y="1463"/>
                    <a:pt x="2036" y="1463"/>
                    <a:pt x="2036" y="1463"/>
                  </a:cubicBezTo>
                  <a:cubicBezTo>
                    <a:pt x="2079" y="1336"/>
                    <a:pt x="2079" y="1336"/>
                    <a:pt x="2079" y="1336"/>
                  </a:cubicBezTo>
                  <a:cubicBezTo>
                    <a:pt x="1925" y="1234"/>
                    <a:pt x="1925" y="1234"/>
                    <a:pt x="1925" y="1234"/>
                  </a:cubicBezTo>
                  <a:cubicBezTo>
                    <a:pt x="1933" y="1193"/>
                    <a:pt x="1938" y="1152"/>
                    <a:pt x="1941" y="1111"/>
                  </a:cubicBezTo>
                  <a:close/>
                  <a:moveTo>
                    <a:pt x="1358" y="1669"/>
                  </a:moveTo>
                  <a:cubicBezTo>
                    <a:pt x="1020" y="1834"/>
                    <a:pt x="613" y="1695"/>
                    <a:pt x="447" y="1357"/>
                  </a:cubicBezTo>
                  <a:cubicBezTo>
                    <a:pt x="282" y="1020"/>
                    <a:pt x="421" y="613"/>
                    <a:pt x="759" y="447"/>
                  </a:cubicBezTo>
                  <a:cubicBezTo>
                    <a:pt x="1096" y="282"/>
                    <a:pt x="1504" y="421"/>
                    <a:pt x="1669" y="759"/>
                  </a:cubicBezTo>
                  <a:cubicBezTo>
                    <a:pt x="1834" y="1096"/>
                    <a:pt x="1695" y="1503"/>
                    <a:pt x="1358" y="1669"/>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11311;p192">
              <a:extLst>
                <a:ext uri="{FF2B5EF4-FFF2-40B4-BE49-F238E27FC236}">
                  <a16:creationId xmlns:a16="http://schemas.microsoft.com/office/drawing/2014/main" id="{3A0CB1B8-2DD2-4F6F-A0F9-47D23B59D4C1}"/>
                </a:ext>
              </a:extLst>
            </p:cNvPr>
            <p:cNvSpPr/>
            <p:nvPr/>
          </p:nvSpPr>
          <p:spPr>
            <a:xfrm>
              <a:off x="10353815" y="4136875"/>
              <a:ext cx="722313" cy="725487"/>
            </a:xfrm>
            <a:custGeom>
              <a:avLst/>
              <a:gdLst/>
              <a:ahLst/>
              <a:cxnLst/>
              <a:rect l="l" t="t" r="r" b="b"/>
              <a:pathLst>
                <a:path w="574" h="575" extrusionOk="0">
                  <a:moveTo>
                    <a:pt x="287" y="575"/>
                  </a:moveTo>
                  <a:cubicBezTo>
                    <a:pt x="129" y="575"/>
                    <a:pt x="0" y="446"/>
                    <a:pt x="0" y="287"/>
                  </a:cubicBezTo>
                  <a:cubicBezTo>
                    <a:pt x="0" y="129"/>
                    <a:pt x="129" y="0"/>
                    <a:pt x="287" y="0"/>
                  </a:cubicBezTo>
                  <a:cubicBezTo>
                    <a:pt x="446" y="0"/>
                    <a:pt x="574" y="129"/>
                    <a:pt x="574" y="287"/>
                  </a:cubicBezTo>
                  <a:cubicBezTo>
                    <a:pt x="574" y="446"/>
                    <a:pt x="446" y="575"/>
                    <a:pt x="287" y="575"/>
                  </a:cubicBezTo>
                  <a:close/>
                  <a:moveTo>
                    <a:pt x="287" y="160"/>
                  </a:moveTo>
                  <a:cubicBezTo>
                    <a:pt x="217" y="160"/>
                    <a:pt x="160" y="217"/>
                    <a:pt x="160" y="287"/>
                  </a:cubicBezTo>
                  <a:cubicBezTo>
                    <a:pt x="160" y="358"/>
                    <a:pt x="217" y="415"/>
                    <a:pt x="287" y="415"/>
                  </a:cubicBezTo>
                  <a:cubicBezTo>
                    <a:pt x="357" y="415"/>
                    <a:pt x="414" y="358"/>
                    <a:pt x="414" y="287"/>
                  </a:cubicBezTo>
                  <a:cubicBezTo>
                    <a:pt x="414" y="217"/>
                    <a:pt x="357" y="160"/>
                    <a:pt x="287" y="16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2" name="Google Shape;11312;p192">
            <a:extLst>
              <a:ext uri="{FF2B5EF4-FFF2-40B4-BE49-F238E27FC236}">
                <a16:creationId xmlns:a16="http://schemas.microsoft.com/office/drawing/2014/main" id="{5B1AC9D8-E6A9-4980-AAC9-7E5B00DDA2FD}"/>
              </a:ext>
            </a:extLst>
          </p:cNvPr>
          <p:cNvGrpSpPr/>
          <p:nvPr/>
        </p:nvGrpSpPr>
        <p:grpSpPr>
          <a:xfrm>
            <a:off x="2391014" y="1443989"/>
            <a:ext cx="1221608" cy="1092385"/>
            <a:chOff x="9418777" y="1417488"/>
            <a:chExt cx="1682750" cy="1682750"/>
          </a:xfrm>
        </p:grpSpPr>
        <p:sp>
          <p:nvSpPr>
            <p:cNvPr id="93" name="Google Shape;11313;p192">
              <a:extLst>
                <a:ext uri="{FF2B5EF4-FFF2-40B4-BE49-F238E27FC236}">
                  <a16:creationId xmlns:a16="http://schemas.microsoft.com/office/drawing/2014/main" id="{E35F9A84-3BDE-485C-BADB-7BD24FE39779}"/>
                </a:ext>
              </a:extLst>
            </p:cNvPr>
            <p:cNvSpPr/>
            <p:nvPr/>
          </p:nvSpPr>
          <p:spPr>
            <a:xfrm>
              <a:off x="9418777" y="1417488"/>
              <a:ext cx="1682750" cy="1682750"/>
            </a:xfrm>
            <a:custGeom>
              <a:avLst/>
              <a:gdLst/>
              <a:ahLst/>
              <a:cxnLst/>
              <a:rect l="l" t="t" r="r" b="b"/>
              <a:pathLst>
                <a:path w="1335" h="1335" extrusionOk="0">
                  <a:moveTo>
                    <a:pt x="1326" y="784"/>
                  </a:moveTo>
                  <a:cubicBezTo>
                    <a:pt x="1335" y="699"/>
                    <a:pt x="1335" y="699"/>
                    <a:pt x="1335" y="699"/>
                  </a:cubicBezTo>
                  <a:cubicBezTo>
                    <a:pt x="1226" y="658"/>
                    <a:pt x="1226" y="658"/>
                    <a:pt x="1226" y="658"/>
                  </a:cubicBezTo>
                  <a:cubicBezTo>
                    <a:pt x="1226" y="634"/>
                    <a:pt x="1224" y="610"/>
                    <a:pt x="1220" y="586"/>
                  </a:cubicBezTo>
                  <a:cubicBezTo>
                    <a:pt x="1323" y="527"/>
                    <a:pt x="1323" y="527"/>
                    <a:pt x="1323" y="527"/>
                  </a:cubicBezTo>
                  <a:cubicBezTo>
                    <a:pt x="1300" y="445"/>
                    <a:pt x="1300" y="445"/>
                    <a:pt x="1300" y="445"/>
                  </a:cubicBezTo>
                  <a:cubicBezTo>
                    <a:pt x="1181" y="448"/>
                    <a:pt x="1181" y="448"/>
                    <a:pt x="1181" y="448"/>
                  </a:cubicBezTo>
                  <a:cubicBezTo>
                    <a:pt x="1171" y="424"/>
                    <a:pt x="1159" y="400"/>
                    <a:pt x="1145" y="378"/>
                  </a:cubicBezTo>
                  <a:cubicBezTo>
                    <a:pt x="1215" y="284"/>
                    <a:pt x="1215" y="284"/>
                    <a:pt x="1215" y="284"/>
                  </a:cubicBezTo>
                  <a:cubicBezTo>
                    <a:pt x="1162" y="218"/>
                    <a:pt x="1162" y="218"/>
                    <a:pt x="1162" y="218"/>
                  </a:cubicBezTo>
                  <a:cubicBezTo>
                    <a:pt x="1055" y="266"/>
                    <a:pt x="1055" y="266"/>
                    <a:pt x="1055" y="266"/>
                  </a:cubicBezTo>
                  <a:cubicBezTo>
                    <a:pt x="1038" y="249"/>
                    <a:pt x="1020" y="234"/>
                    <a:pt x="1001" y="219"/>
                  </a:cubicBezTo>
                  <a:cubicBezTo>
                    <a:pt x="1031" y="106"/>
                    <a:pt x="1031" y="106"/>
                    <a:pt x="1031" y="106"/>
                  </a:cubicBezTo>
                  <a:cubicBezTo>
                    <a:pt x="956" y="65"/>
                    <a:pt x="956" y="65"/>
                    <a:pt x="956" y="65"/>
                  </a:cubicBezTo>
                  <a:cubicBezTo>
                    <a:pt x="875" y="149"/>
                    <a:pt x="875" y="149"/>
                    <a:pt x="875" y="149"/>
                  </a:cubicBezTo>
                  <a:cubicBezTo>
                    <a:pt x="851" y="139"/>
                    <a:pt x="826" y="131"/>
                    <a:pt x="801" y="125"/>
                  </a:cubicBezTo>
                  <a:cubicBezTo>
                    <a:pt x="784" y="9"/>
                    <a:pt x="784" y="9"/>
                    <a:pt x="784" y="9"/>
                  </a:cubicBezTo>
                  <a:cubicBezTo>
                    <a:pt x="699" y="0"/>
                    <a:pt x="699" y="0"/>
                    <a:pt x="699" y="0"/>
                  </a:cubicBezTo>
                  <a:cubicBezTo>
                    <a:pt x="658" y="109"/>
                    <a:pt x="658" y="109"/>
                    <a:pt x="658" y="109"/>
                  </a:cubicBezTo>
                  <a:cubicBezTo>
                    <a:pt x="634" y="109"/>
                    <a:pt x="610" y="111"/>
                    <a:pt x="586" y="115"/>
                  </a:cubicBezTo>
                  <a:cubicBezTo>
                    <a:pt x="527" y="12"/>
                    <a:pt x="527" y="12"/>
                    <a:pt x="527" y="12"/>
                  </a:cubicBezTo>
                  <a:cubicBezTo>
                    <a:pt x="445" y="35"/>
                    <a:pt x="445" y="35"/>
                    <a:pt x="445" y="35"/>
                  </a:cubicBezTo>
                  <a:cubicBezTo>
                    <a:pt x="448" y="154"/>
                    <a:pt x="448" y="154"/>
                    <a:pt x="448" y="154"/>
                  </a:cubicBezTo>
                  <a:cubicBezTo>
                    <a:pt x="424" y="164"/>
                    <a:pt x="400" y="176"/>
                    <a:pt x="378" y="190"/>
                  </a:cubicBezTo>
                  <a:cubicBezTo>
                    <a:pt x="284" y="120"/>
                    <a:pt x="284" y="120"/>
                    <a:pt x="284" y="120"/>
                  </a:cubicBezTo>
                  <a:cubicBezTo>
                    <a:pt x="218" y="173"/>
                    <a:pt x="218" y="173"/>
                    <a:pt x="218" y="173"/>
                  </a:cubicBezTo>
                  <a:cubicBezTo>
                    <a:pt x="266" y="280"/>
                    <a:pt x="266" y="280"/>
                    <a:pt x="266" y="280"/>
                  </a:cubicBezTo>
                  <a:cubicBezTo>
                    <a:pt x="249" y="297"/>
                    <a:pt x="234" y="315"/>
                    <a:pt x="220" y="334"/>
                  </a:cubicBezTo>
                  <a:cubicBezTo>
                    <a:pt x="106" y="305"/>
                    <a:pt x="106" y="305"/>
                    <a:pt x="106" y="305"/>
                  </a:cubicBezTo>
                  <a:cubicBezTo>
                    <a:pt x="65" y="379"/>
                    <a:pt x="65" y="379"/>
                    <a:pt x="65" y="379"/>
                  </a:cubicBezTo>
                  <a:cubicBezTo>
                    <a:pt x="149" y="460"/>
                    <a:pt x="149" y="460"/>
                    <a:pt x="149" y="460"/>
                  </a:cubicBezTo>
                  <a:cubicBezTo>
                    <a:pt x="139" y="484"/>
                    <a:pt x="131" y="509"/>
                    <a:pt x="125" y="535"/>
                  </a:cubicBezTo>
                  <a:cubicBezTo>
                    <a:pt x="9" y="551"/>
                    <a:pt x="9" y="551"/>
                    <a:pt x="9" y="551"/>
                  </a:cubicBezTo>
                  <a:cubicBezTo>
                    <a:pt x="0" y="636"/>
                    <a:pt x="0" y="636"/>
                    <a:pt x="0" y="636"/>
                  </a:cubicBezTo>
                  <a:cubicBezTo>
                    <a:pt x="109" y="678"/>
                    <a:pt x="109" y="678"/>
                    <a:pt x="109" y="678"/>
                  </a:cubicBezTo>
                  <a:cubicBezTo>
                    <a:pt x="110" y="701"/>
                    <a:pt x="111" y="725"/>
                    <a:pt x="115" y="749"/>
                  </a:cubicBezTo>
                  <a:cubicBezTo>
                    <a:pt x="12" y="809"/>
                    <a:pt x="12" y="809"/>
                    <a:pt x="12" y="809"/>
                  </a:cubicBezTo>
                  <a:cubicBezTo>
                    <a:pt x="35" y="890"/>
                    <a:pt x="35" y="890"/>
                    <a:pt x="35" y="890"/>
                  </a:cubicBezTo>
                  <a:cubicBezTo>
                    <a:pt x="154" y="887"/>
                    <a:pt x="154" y="887"/>
                    <a:pt x="154" y="887"/>
                  </a:cubicBezTo>
                  <a:cubicBezTo>
                    <a:pt x="164" y="912"/>
                    <a:pt x="177" y="935"/>
                    <a:pt x="190" y="957"/>
                  </a:cubicBezTo>
                  <a:cubicBezTo>
                    <a:pt x="120" y="1051"/>
                    <a:pt x="120" y="1051"/>
                    <a:pt x="120" y="1051"/>
                  </a:cubicBezTo>
                  <a:cubicBezTo>
                    <a:pt x="173" y="1117"/>
                    <a:pt x="173" y="1117"/>
                    <a:pt x="173" y="1117"/>
                  </a:cubicBezTo>
                  <a:cubicBezTo>
                    <a:pt x="280" y="1070"/>
                    <a:pt x="280" y="1070"/>
                    <a:pt x="280" y="1070"/>
                  </a:cubicBezTo>
                  <a:cubicBezTo>
                    <a:pt x="297" y="1086"/>
                    <a:pt x="315" y="1102"/>
                    <a:pt x="334" y="1116"/>
                  </a:cubicBezTo>
                  <a:cubicBezTo>
                    <a:pt x="305" y="1229"/>
                    <a:pt x="305" y="1229"/>
                    <a:pt x="305" y="1229"/>
                  </a:cubicBezTo>
                  <a:cubicBezTo>
                    <a:pt x="379" y="1270"/>
                    <a:pt x="379" y="1270"/>
                    <a:pt x="379" y="1270"/>
                  </a:cubicBezTo>
                  <a:cubicBezTo>
                    <a:pt x="460" y="1186"/>
                    <a:pt x="460" y="1186"/>
                    <a:pt x="460" y="1186"/>
                  </a:cubicBezTo>
                  <a:cubicBezTo>
                    <a:pt x="484" y="1196"/>
                    <a:pt x="509" y="1204"/>
                    <a:pt x="535" y="1210"/>
                  </a:cubicBezTo>
                  <a:cubicBezTo>
                    <a:pt x="551" y="1326"/>
                    <a:pt x="551" y="1326"/>
                    <a:pt x="551" y="1326"/>
                  </a:cubicBezTo>
                  <a:cubicBezTo>
                    <a:pt x="636" y="1335"/>
                    <a:pt x="636" y="1335"/>
                    <a:pt x="636" y="1335"/>
                  </a:cubicBezTo>
                  <a:cubicBezTo>
                    <a:pt x="678" y="1226"/>
                    <a:pt x="678" y="1226"/>
                    <a:pt x="678" y="1226"/>
                  </a:cubicBezTo>
                  <a:cubicBezTo>
                    <a:pt x="701" y="1226"/>
                    <a:pt x="725" y="1224"/>
                    <a:pt x="749" y="1220"/>
                  </a:cubicBezTo>
                  <a:cubicBezTo>
                    <a:pt x="808" y="1323"/>
                    <a:pt x="808" y="1323"/>
                    <a:pt x="808" y="1323"/>
                  </a:cubicBezTo>
                  <a:cubicBezTo>
                    <a:pt x="890" y="1299"/>
                    <a:pt x="890" y="1299"/>
                    <a:pt x="890" y="1299"/>
                  </a:cubicBezTo>
                  <a:cubicBezTo>
                    <a:pt x="887" y="1181"/>
                    <a:pt x="887" y="1181"/>
                    <a:pt x="887" y="1181"/>
                  </a:cubicBezTo>
                  <a:cubicBezTo>
                    <a:pt x="912" y="1171"/>
                    <a:pt x="935" y="1159"/>
                    <a:pt x="957" y="1145"/>
                  </a:cubicBezTo>
                  <a:cubicBezTo>
                    <a:pt x="1051" y="1215"/>
                    <a:pt x="1051" y="1215"/>
                    <a:pt x="1051" y="1215"/>
                  </a:cubicBezTo>
                  <a:cubicBezTo>
                    <a:pt x="1117" y="1162"/>
                    <a:pt x="1117" y="1162"/>
                    <a:pt x="1117" y="1162"/>
                  </a:cubicBezTo>
                  <a:cubicBezTo>
                    <a:pt x="1070" y="1055"/>
                    <a:pt x="1070" y="1055"/>
                    <a:pt x="1070" y="1055"/>
                  </a:cubicBezTo>
                  <a:cubicBezTo>
                    <a:pt x="1086" y="1038"/>
                    <a:pt x="1102" y="1020"/>
                    <a:pt x="1116" y="1001"/>
                  </a:cubicBezTo>
                  <a:cubicBezTo>
                    <a:pt x="1229" y="1031"/>
                    <a:pt x="1229" y="1031"/>
                    <a:pt x="1229" y="1031"/>
                  </a:cubicBezTo>
                  <a:cubicBezTo>
                    <a:pt x="1271" y="956"/>
                    <a:pt x="1271" y="956"/>
                    <a:pt x="1271" y="956"/>
                  </a:cubicBezTo>
                  <a:cubicBezTo>
                    <a:pt x="1186" y="875"/>
                    <a:pt x="1186" y="875"/>
                    <a:pt x="1186" y="875"/>
                  </a:cubicBezTo>
                  <a:cubicBezTo>
                    <a:pt x="1196" y="851"/>
                    <a:pt x="1204" y="826"/>
                    <a:pt x="1210" y="801"/>
                  </a:cubicBezTo>
                  <a:lnTo>
                    <a:pt x="1326" y="784"/>
                  </a:lnTo>
                  <a:close/>
                  <a:moveTo>
                    <a:pt x="776" y="1050"/>
                  </a:moveTo>
                  <a:cubicBezTo>
                    <a:pt x="565" y="1109"/>
                    <a:pt x="345" y="986"/>
                    <a:pt x="286" y="775"/>
                  </a:cubicBezTo>
                  <a:cubicBezTo>
                    <a:pt x="226" y="564"/>
                    <a:pt x="349" y="345"/>
                    <a:pt x="560" y="286"/>
                  </a:cubicBezTo>
                  <a:cubicBezTo>
                    <a:pt x="771" y="226"/>
                    <a:pt x="990" y="349"/>
                    <a:pt x="1050" y="560"/>
                  </a:cubicBezTo>
                  <a:cubicBezTo>
                    <a:pt x="1109" y="771"/>
                    <a:pt x="987" y="990"/>
                    <a:pt x="776" y="105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11314;p192">
              <a:extLst>
                <a:ext uri="{FF2B5EF4-FFF2-40B4-BE49-F238E27FC236}">
                  <a16:creationId xmlns:a16="http://schemas.microsoft.com/office/drawing/2014/main" id="{0B16C9A6-9955-4342-BDE4-E963F38BDBCA}"/>
                </a:ext>
              </a:extLst>
            </p:cNvPr>
            <p:cNvSpPr/>
            <p:nvPr/>
          </p:nvSpPr>
          <p:spPr>
            <a:xfrm>
              <a:off x="10033140" y="2033437"/>
              <a:ext cx="457200" cy="457200"/>
            </a:xfrm>
            <a:custGeom>
              <a:avLst/>
              <a:gdLst/>
              <a:ahLst/>
              <a:cxnLst/>
              <a:rect l="l" t="t" r="r" b="b"/>
              <a:pathLst>
                <a:path w="363" h="363" extrusionOk="0">
                  <a:moveTo>
                    <a:pt x="181" y="363"/>
                  </a:moveTo>
                  <a:cubicBezTo>
                    <a:pt x="81" y="363"/>
                    <a:pt x="0" y="282"/>
                    <a:pt x="0" y="181"/>
                  </a:cubicBezTo>
                  <a:cubicBezTo>
                    <a:pt x="0" y="81"/>
                    <a:pt x="81" y="0"/>
                    <a:pt x="181" y="0"/>
                  </a:cubicBezTo>
                  <a:cubicBezTo>
                    <a:pt x="281" y="0"/>
                    <a:pt x="363" y="81"/>
                    <a:pt x="363" y="181"/>
                  </a:cubicBezTo>
                  <a:cubicBezTo>
                    <a:pt x="363" y="282"/>
                    <a:pt x="281" y="363"/>
                    <a:pt x="181" y="363"/>
                  </a:cubicBezTo>
                  <a:close/>
                  <a:moveTo>
                    <a:pt x="181" y="120"/>
                  </a:moveTo>
                  <a:cubicBezTo>
                    <a:pt x="147" y="120"/>
                    <a:pt x="120" y="147"/>
                    <a:pt x="120" y="181"/>
                  </a:cubicBezTo>
                  <a:cubicBezTo>
                    <a:pt x="120" y="215"/>
                    <a:pt x="147" y="243"/>
                    <a:pt x="181" y="243"/>
                  </a:cubicBezTo>
                  <a:cubicBezTo>
                    <a:pt x="215" y="243"/>
                    <a:pt x="243" y="215"/>
                    <a:pt x="243" y="181"/>
                  </a:cubicBezTo>
                  <a:cubicBezTo>
                    <a:pt x="243" y="147"/>
                    <a:pt x="215" y="120"/>
                    <a:pt x="181" y="12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5" name="Google Shape;11315;p192">
            <a:extLst>
              <a:ext uri="{FF2B5EF4-FFF2-40B4-BE49-F238E27FC236}">
                <a16:creationId xmlns:a16="http://schemas.microsoft.com/office/drawing/2014/main" id="{300807AF-EF72-4494-9078-EE5FC294A07F}"/>
              </a:ext>
            </a:extLst>
          </p:cNvPr>
          <p:cNvGrpSpPr/>
          <p:nvPr/>
        </p:nvGrpSpPr>
        <p:grpSpPr>
          <a:xfrm>
            <a:off x="2220711" y="3589701"/>
            <a:ext cx="948159" cy="1008679"/>
            <a:chOff x="8266030" y="4782316"/>
            <a:chExt cx="1430338" cy="1428750"/>
          </a:xfrm>
        </p:grpSpPr>
        <p:sp>
          <p:nvSpPr>
            <p:cNvPr id="96" name="Google Shape;11316;p192">
              <a:extLst>
                <a:ext uri="{FF2B5EF4-FFF2-40B4-BE49-F238E27FC236}">
                  <a16:creationId xmlns:a16="http://schemas.microsoft.com/office/drawing/2014/main" id="{14A5DD3D-51EB-4DDD-86E5-7FBC848300AF}"/>
                </a:ext>
              </a:extLst>
            </p:cNvPr>
            <p:cNvSpPr/>
            <p:nvPr/>
          </p:nvSpPr>
          <p:spPr>
            <a:xfrm>
              <a:off x="8266030" y="4782316"/>
              <a:ext cx="1430338" cy="1428750"/>
            </a:xfrm>
            <a:custGeom>
              <a:avLst/>
              <a:gdLst/>
              <a:ahLst/>
              <a:cxnLst/>
              <a:rect l="l" t="t" r="r" b="b"/>
              <a:pathLst>
                <a:path w="1135" h="1134" extrusionOk="0">
                  <a:moveTo>
                    <a:pt x="1013" y="544"/>
                  </a:moveTo>
                  <a:cubicBezTo>
                    <a:pt x="1135" y="472"/>
                    <a:pt x="1135" y="472"/>
                    <a:pt x="1135" y="472"/>
                  </a:cubicBezTo>
                  <a:cubicBezTo>
                    <a:pt x="1107" y="367"/>
                    <a:pt x="1107" y="367"/>
                    <a:pt x="1107" y="367"/>
                  </a:cubicBezTo>
                  <a:cubicBezTo>
                    <a:pt x="965" y="366"/>
                    <a:pt x="965" y="366"/>
                    <a:pt x="965" y="366"/>
                  </a:cubicBezTo>
                  <a:cubicBezTo>
                    <a:pt x="940" y="317"/>
                    <a:pt x="906" y="273"/>
                    <a:pt x="866" y="237"/>
                  </a:cubicBezTo>
                  <a:cubicBezTo>
                    <a:pt x="901" y="99"/>
                    <a:pt x="901" y="99"/>
                    <a:pt x="901" y="99"/>
                  </a:cubicBezTo>
                  <a:cubicBezTo>
                    <a:pt x="808" y="45"/>
                    <a:pt x="808" y="45"/>
                    <a:pt x="808" y="45"/>
                  </a:cubicBezTo>
                  <a:cubicBezTo>
                    <a:pt x="706" y="144"/>
                    <a:pt x="706" y="144"/>
                    <a:pt x="706" y="144"/>
                  </a:cubicBezTo>
                  <a:cubicBezTo>
                    <a:pt x="655" y="127"/>
                    <a:pt x="601" y="120"/>
                    <a:pt x="544" y="123"/>
                  </a:cubicBezTo>
                  <a:cubicBezTo>
                    <a:pt x="472" y="0"/>
                    <a:pt x="472" y="0"/>
                    <a:pt x="472" y="0"/>
                  </a:cubicBezTo>
                  <a:cubicBezTo>
                    <a:pt x="367" y="28"/>
                    <a:pt x="367" y="28"/>
                    <a:pt x="367" y="28"/>
                  </a:cubicBezTo>
                  <a:cubicBezTo>
                    <a:pt x="365" y="170"/>
                    <a:pt x="365" y="170"/>
                    <a:pt x="365" y="170"/>
                  </a:cubicBezTo>
                  <a:cubicBezTo>
                    <a:pt x="317" y="195"/>
                    <a:pt x="273" y="229"/>
                    <a:pt x="237" y="269"/>
                  </a:cubicBezTo>
                  <a:cubicBezTo>
                    <a:pt x="99" y="234"/>
                    <a:pt x="99" y="234"/>
                    <a:pt x="99" y="234"/>
                  </a:cubicBezTo>
                  <a:cubicBezTo>
                    <a:pt x="45" y="327"/>
                    <a:pt x="45" y="327"/>
                    <a:pt x="45" y="327"/>
                  </a:cubicBezTo>
                  <a:cubicBezTo>
                    <a:pt x="144" y="429"/>
                    <a:pt x="144" y="429"/>
                    <a:pt x="144" y="429"/>
                  </a:cubicBezTo>
                  <a:cubicBezTo>
                    <a:pt x="128" y="480"/>
                    <a:pt x="120" y="534"/>
                    <a:pt x="123" y="590"/>
                  </a:cubicBezTo>
                  <a:cubicBezTo>
                    <a:pt x="0" y="663"/>
                    <a:pt x="0" y="663"/>
                    <a:pt x="0" y="663"/>
                  </a:cubicBezTo>
                  <a:cubicBezTo>
                    <a:pt x="28" y="767"/>
                    <a:pt x="28" y="767"/>
                    <a:pt x="28" y="767"/>
                  </a:cubicBezTo>
                  <a:cubicBezTo>
                    <a:pt x="171" y="769"/>
                    <a:pt x="171" y="769"/>
                    <a:pt x="171" y="769"/>
                  </a:cubicBezTo>
                  <a:cubicBezTo>
                    <a:pt x="195" y="818"/>
                    <a:pt x="229" y="862"/>
                    <a:pt x="269" y="898"/>
                  </a:cubicBezTo>
                  <a:cubicBezTo>
                    <a:pt x="234" y="1036"/>
                    <a:pt x="234" y="1036"/>
                    <a:pt x="234" y="1036"/>
                  </a:cubicBezTo>
                  <a:cubicBezTo>
                    <a:pt x="328" y="1090"/>
                    <a:pt x="328" y="1090"/>
                    <a:pt x="328" y="1090"/>
                  </a:cubicBezTo>
                  <a:cubicBezTo>
                    <a:pt x="429" y="991"/>
                    <a:pt x="429" y="991"/>
                    <a:pt x="429" y="991"/>
                  </a:cubicBezTo>
                  <a:cubicBezTo>
                    <a:pt x="480" y="1008"/>
                    <a:pt x="535" y="1015"/>
                    <a:pt x="591" y="1012"/>
                  </a:cubicBezTo>
                  <a:cubicBezTo>
                    <a:pt x="664" y="1134"/>
                    <a:pt x="664" y="1134"/>
                    <a:pt x="664" y="1134"/>
                  </a:cubicBezTo>
                  <a:cubicBezTo>
                    <a:pt x="768" y="1106"/>
                    <a:pt x="768" y="1106"/>
                    <a:pt x="768" y="1106"/>
                  </a:cubicBezTo>
                  <a:cubicBezTo>
                    <a:pt x="770" y="964"/>
                    <a:pt x="770" y="964"/>
                    <a:pt x="770" y="964"/>
                  </a:cubicBezTo>
                  <a:cubicBezTo>
                    <a:pt x="819" y="939"/>
                    <a:pt x="863" y="906"/>
                    <a:pt x="899" y="865"/>
                  </a:cubicBezTo>
                  <a:cubicBezTo>
                    <a:pt x="1036" y="900"/>
                    <a:pt x="1036" y="900"/>
                    <a:pt x="1036" y="900"/>
                  </a:cubicBezTo>
                  <a:cubicBezTo>
                    <a:pt x="1090" y="807"/>
                    <a:pt x="1090" y="807"/>
                    <a:pt x="1090" y="807"/>
                  </a:cubicBezTo>
                  <a:cubicBezTo>
                    <a:pt x="992" y="705"/>
                    <a:pt x="992" y="705"/>
                    <a:pt x="992" y="705"/>
                  </a:cubicBezTo>
                  <a:cubicBezTo>
                    <a:pt x="1008" y="654"/>
                    <a:pt x="1015" y="600"/>
                    <a:pt x="1013" y="544"/>
                  </a:cubicBezTo>
                  <a:close/>
                  <a:moveTo>
                    <a:pt x="593" y="879"/>
                  </a:moveTo>
                  <a:cubicBezTo>
                    <a:pt x="421" y="893"/>
                    <a:pt x="270" y="764"/>
                    <a:pt x="256" y="593"/>
                  </a:cubicBezTo>
                  <a:cubicBezTo>
                    <a:pt x="243" y="421"/>
                    <a:pt x="371" y="270"/>
                    <a:pt x="543" y="256"/>
                  </a:cubicBezTo>
                  <a:cubicBezTo>
                    <a:pt x="714" y="242"/>
                    <a:pt x="865" y="370"/>
                    <a:pt x="879" y="542"/>
                  </a:cubicBezTo>
                  <a:cubicBezTo>
                    <a:pt x="893" y="714"/>
                    <a:pt x="765" y="865"/>
                    <a:pt x="593" y="879"/>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11317;p192">
              <a:extLst>
                <a:ext uri="{FF2B5EF4-FFF2-40B4-BE49-F238E27FC236}">
                  <a16:creationId xmlns:a16="http://schemas.microsoft.com/office/drawing/2014/main" id="{4BAE6BFE-CEDC-4928-A542-69A3E5EB2C16}"/>
                </a:ext>
              </a:extLst>
            </p:cNvPr>
            <p:cNvSpPr/>
            <p:nvPr/>
          </p:nvSpPr>
          <p:spPr>
            <a:xfrm>
              <a:off x="8764505" y="5282379"/>
              <a:ext cx="431800" cy="433387"/>
            </a:xfrm>
            <a:custGeom>
              <a:avLst/>
              <a:gdLst/>
              <a:ahLst/>
              <a:cxnLst/>
              <a:rect l="l" t="t" r="r" b="b"/>
              <a:pathLst>
                <a:path w="343" h="343" extrusionOk="0">
                  <a:moveTo>
                    <a:pt x="171" y="343"/>
                  </a:moveTo>
                  <a:cubicBezTo>
                    <a:pt x="77" y="343"/>
                    <a:pt x="0" y="266"/>
                    <a:pt x="0" y="171"/>
                  </a:cubicBezTo>
                  <a:cubicBezTo>
                    <a:pt x="0" y="77"/>
                    <a:pt x="77" y="0"/>
                    <a:pt x="171" y="0"/>
                  </a:cubicBezTo>
                  <a:cubicBezTo>
                    <a:pt x="266" y="0"/>
                    <a:pt x="343" y="77"/>
                    <a:pt x="343" y="171"/>
                  </a:cubicBezTo>
                  <a:cubicBezTo>
                    <a:pt x="343" y="266"/>
                    <a:pt x="266" y="343"/>
                    <a:pt x="171" y="343"/>
                  </a:cubicBezTo>
                  <a:close/>
                  <a:moveTo>
                    <a:pt x="171" y="100"/>
                  </a:moveTo>
                  <a:cubicBezTo>
                    <a:pt x="132" y="100"/>
                    <a:pt x="100" y="132"/>
                    <a:pt x="100" y="171"/>
                  </a:cubicBezTo>
                  <a:cubicBezTo>
                    <a:pt x="100" y="211"/>
                    <a:pt x="132" y="243"/>
                    <a:pt x="171" y="243"/>
                  </a:cubicBezTo>
                  <a:cubicBezTo>
                    <a:pt x="211" y="243"/>
                    <a:pt x="243" y="211"/>
                    <a:pt x="243" y="171"/>
                  </a:cubicBezTo>
                  <a:cubicBezTo>
                    <a:pt x="243" y="132"/>
                    <a:pt x="211" y="100"/>
                    <a:pt x="171" y="1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2" name="Google Shape;11303;p192">
            <a:extLst>
              <a:ext uri="{FF2B5EF4-FFF2-40B4-BE49-F238E27FC236}">
                <a16:creationId xmlns:a16="http://schemas.microsoft.com/office/drawing/2014/main" id="{573482A7-106A-4D7B-A15E-2A8C14610416}"/>
              </a:ext>
            </a:extLst>
          </p:cNvPr>
          <p:cNvGrpSpPr/>
          <p:nvPr/>
        </p:nvGrpSpPr>
        <p:grpSpPr>
          <a:xfrm>
            <a:off x="3612892" y="1509546"/>
            <a:ext cx="1147668" cy="958425"/>
            <a:chOff x="10874515" y="2395387"/>
            <a:chExt cx="930275" cy="930275"/>
          </a:xfrm>
        </p:grpSpPr>
        <p:sp>
          <p:nvSpPr>
            <p:cNvPr id="103" name="Google Shape;11304;p192">
              <a:extLst>
                <a:ext uri="{FF2B5EF4-FFF2-40B4-BE49-F238E27FC236}">
                  <a16:creationId xmlns:a16="http://schemas.microsoft.com/office/drawing/2014/main" id="{C1D9B0E9-6E39-4D1D-81FB-3D2F2912438A}"/>
                </a:ext>
              </a:extLst>
            </p:cNvPr>
            <p:cNvSpPr/>
            <p:nvPr/>
          </p:nvSpPr>
          <p:spPr>
            <a:xfrm>
              <a:off x="11209477" y="2741462"/>
              <a:ext cx="254000" cy="238125"/>
            </a:xfrm>
            <a:custGeom>
              <a:avLst/>
              <a:gdLst/>
              <a:ahLst/>
              <a:cxnLst/>
              <a:rect l="l" t="t" r="r" b="b"/>
              <a:pathLst>
                <a:path w="202" h="189" extrusionOk="0">
                  <a:moveTo>
                    <a:pt x="128" y="3"/>
                  </a:moveTo>
                  <a:cubicBezTo>
                    <a:pt x="120" y="1"/>
                    <a:pt x="112" y="0"/>
                    <a:pt x="104" y="0"/>
                  </a:cubicBezTo>
                  <a:cubicBezTo>
                    <a:pt x="61" y="0"/>
                    <a:pt x="23" y="29"/>
                    <a:pt x="13" y="71"/>
                  </a:cubicBezTo>
                  <a:cubicBezTo>
                    <a:pt x="0" y="122"/>
                    <a:pt x="31" y="173"/>
                    <a:pt x="82" y="186"/>
                  </a:cubicBezTo>
                  <a:cubicBezTo>
                    <a:pt x="89" y="188"/>
                    <a:pt x="97" y="189"/>
                    <a:pt x="105" y="189"/>
                  </a:cubicBezTo>
                  <a:cubicBezTo>
                    <a:pt x="148" y="189"/>
                    <a:pt x="186" y="160"/>
                    <a:pt x="196" y="117"/>
                  </a:cubicBezTo>
                  <a:cubicBezTo>
                    <a:pt x="202" y="93"/>
                    <a:pt x="199" y="67"/>
                    <a:pt x="186" y="46"/>
                  </a:cubicBezTo>
                  <a:cubicBezTo>
                    <a:pt x="173" y="24"/>
                    <a:pt x="152" y="9"/>
                    <a:pt x="128" y="3"/>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1305;p192">
              <a:extLst>
                <a:ext uri="{FF2B5EF4-FFF2-40B4-BE49-F238E27FC236}">
                  <a16:creationId xmlns:a16="http://schemas.microsoft.com/office/drawing/2014/main" id="{266D14B5-EC14-46F7-B504-35791F951425}"/>
                </a:ext>
              </a:extLst>
            </p:cNvPr>
            <p:cNvSpPr/>
            <p:nvPr/>
          </p:nvSpPr>
          <p:spPr>
            <a:xfrm>
              <a:off x="10874515" y="2395387"/>
              <a:ext cx="930275" cy="930275"/>
            </a:xfrm>
            <a:custGeom>
              <a:avLst/>
              <a:gdLst/>
              <a:ahLst/>
              <a:cxnLst/>
              <a:rect l="l" t="t" r="r" b="b"/>
              <a:pathLst>
                <a:path w="738" h="738" extrusionOk="0">
                  <a:moveTo>
                    <a:pt x="730" y="445"/>
                  </a:moveTo>
                  <a:cubicBezTo>
                    <a:pt x="738" y="357"/>
                    <a:pt x="738" y="357"/>
                    <a:pt x="738" y="357"/>
                  </a:cubicBezTo>
                  <a:cubicBezTo>
                    <a:pt x="647" y="319"/>
                    <a:pt x="647" y="319"/>
                    <a:pt x="647" y="319"/>
                  </a:cubicBezTo>
                  <a:cubicBezTo>
                    <a:pt x="643" y="295"/>
                    <a:pt x="635" y="272"/>
                    <a:pt x="625" y="250"/>
                  </a:cubicBezTo>
                  <a:cubicBezTo>
                    <a:pt x="678" y="168"/>
                    <a:pt x="678" y="168"/>
                    <a:pt x="678" y="168"/>
                  </a:cubicBezTo>
                  <a:cubicBezTo>
                    <a:pt x="622" y="100"/>
                    <a:pt x="622" y="100"/>
                    <a:pt x="622" y="100"/>
                  </a:cubicBezTo>
                  <a:cubicBezTo>
                    <a:pt x="530" y="137"/>
                    <a:pt x="530" y="137"/>
                    <a:pt x="530" y="137"/>
                  </a:cubicBezTo>
                  <a:cubicBezTo>
                    <a:pt x="512" y="124"/>
                    <a:pt x="491" y="113"/>
                    <a:pt x="469" y="105"/>
                  </a:cubicBezTo>
                  <a:cubicBezTo>
                    <a:pt x="448" y="9"/>
                    <a:pt x="448" y="9"/>
                    <a:pt x="448" y="9"/>
                  </a:cubicBezTo>
                  <a:cubicBezTo>
                    <a:pt x="360" y="0"/>
                    <a:pt x="360" y="0"/>
                    <a:pt x="360" y="0"/>
                  </a:cubicBezTo>
                  <a:cubicBezTo>
                    <a:pt x="322" y="91"/>
                    <a:pt x="322" y="91"/>
                    <a:pt x="322" y="91"/>
                  </a:cubicBezTo>
                  <a:cubicBezTo>
                    <a:pt x="298" y="95"/>
                    <a:pt x="275" y="102"/>
                    <a:pt x="253" y="112"/>
                  </a:cubicBezTo>
                  <a:cubicBezTo>
                    <a:pt x="170" y="59"/>
                    <a:pt x="170" y="59"/>
                    <a:pt x="170" y="59"/>
                  </a:cubicBezTo>
                  <a:cubicBezTo>
                    <a:pt x="102" y="115"/>
                    <a:pt x="102" y="115"/>
                    <a:pt x="102" y="115"/>
                  </a:cubicBezTo>
                  <a:cubicBezTo>
                    <a:pt x="139" y="206"/>
                    <a:pt x="139" y="206"/>
                    <a:pt x="139" y="206"/>
                  </a:cubicBezTo>
                  <a:cubicBezTo>
                    <a:pt x="125" y="226"/>
                    <a:pt x="114" y="247"/>
                    <a:pt x="105" y="271"/>
                  </a:cubicBezTo>
                  <a:cubicBezTo>
                    <a:pt x="8" y="292"/>
                    <a:pt x="8" y="292"/>
                    <a:pt x="8" y="292"/>
                  </a:cubicBezTo>
                  <a:cubicBezTo>
                    <a:pt x="0" y="379"/>
                    <a:pt x="0" y="379"/>
                    <a:pt x="0" y="379"/>
                  </a:cubicBezTo>
                  <a:cubicBezTo>
                    <a:pt x="92" y="418"/>
                    <a:pt x="92" y="418"/>
                    <a:pt x="92" y="418"/>
                  </a:cubicBezTo>
                  <a:cubicBezTo>
                    <a:pt x="97" y="441"/>
                    <a:pt x="104" y="464"/>
                    <a:pt x="113" y="486"/>
                  </a:cubicBezTo>
                  <a:cubicBezTo>
                    <a:pt x="59" y="570"/>
                    <a:pt x="59" y="570"/>
                    <a:pt x="59" y="570"/>
                  </a:cubicBezTo>
                  <a:cubicBezTo>
                    <a:pt x="116" y="637"/>
                    <a:pt x="116" y="637"/>
                    <a:pt x="116" y="637"/>
                  </a:cubicBezTo>
                  <a:cubicBezTo>
                    <a:pt x="208" y="599"/>
                    <a:pt x="208" y="599"/>
                    <a:pt x="208" y="599"/>
                  </a:cubicBezTo>
                  <a:cubicBezTo>
                    <a:pt x="227" y="612"/>
                    <a:pt x="248" y="623"/>
                    <a:pt x="270" y="632"/>
                  </a:cubicBezTo>
                  <a:cubicBezTo>
                    <a:pt x="291" y="730"/>
                    <a:pt x="291" y="730"/>
                    <a:pt x="291" y="730"/>
                  </a:cubicBezTo>
                  <a:cubicBezTo>
                    <a:pt x="379" y="738"/>
                    <a:pt x="379" y="738"/>
                    <a:pt x="379" y="738"/>
                  </a:cubicBezTo>
                  <a:cubicBezTo>
                    <a:pt x="417" y="646"/>
                    <a:pt x="417" y="646"/>
                    <a:pt x="417" y="646"/>
                  </a:cubicBezTo>
                  <a:cubicBezTo>
                    <a:pt x="441" y="642"/>
                    <a:pt x="463" y="635"/>
                    <a:pt x="485" y="625"/>
                  </a:cubicBezTo>
                  <a:cubicBezTo>
                    <a:pt x="569" y="680"/>
                    <a:pt x="569" y="680"/>
                    <a:pt x="569" y="680"/>
                  </a:cubicBezTo>
                  <a:cubicBezTo>
                    <a:pt x="637" y="623"/>
                    <a:pt x="637" y="623"/>
                    <a:pt x="637" y="623"/>
                  </a:cubicBezTo>
                  <a:cubicBezTo>
                    <a:pt x="599" y="532"/>
                    <a:pt x="599" y="532"/>
                    <a:pt x="599" y="532"/>
                  </a:cubicBezTo>
                  <a:cubicBezTo>
                    <a:pt x="613" y="512"/>
                    <a:pt x="625" y="490"/>
                    <a:pt x="634" y="466"/>
                  </a:cubicBezTo>
                  <a:lnTo>
                    <a:pt x="730" y="445"/>
                  </a:lnTo>
                  <a:close/>
                  <a:moveTo>
                    <a:pt x="504" y="402"/>
                  </a:moveTo>
                  <a:cubicBezTo>
                    <a:pt x="489" y="464"/>
                    <a:pt x="433" y="507"/>
                    <a:pt x="370" y="507"/>
                  </a:cubicBezTo>
                  <a:cubicBezTo>
                    <a:pt x="358" y="507"/>
                    <a:pt x="347" y="506"/>
                    <a:pt x="336" y="503"/>
                  </a:cubicBezTo>
                  <a:cubicBezTo>
                    <a:pt x="262" y="484"/>
                    <a:pt x="217" y="409"/>
                    <a:pt x="235" y="335"/>
                  </a:cubicBezTo>
                  <a:cubicBezTo>
                    <a:pt x="251" y="273"/>
                    <a:pt x="306" y="230"/>
                    <a:pt x="369" y="230"/>
                  </a:cubicBezTo>
                  <a:cubicBezTo>
                    <a:pt x="381" y="230"/>
                    <a:pt x="392" y="231"/>
                    <a:pt x="403" y="234"/>
                  </a:cubicBezTo>
                  <a:cubicBezTo>
                    <a:pt x="439" y="243"/>
                    <a:pt x="469" y="265"/>
                    <a:pt x="488" y="297"/>
                  </a:cubicBezTo>
                  <a:cubicBezTo>
                    <a:pt x="508" y="329"/>
                    <a:pt x="513" y="366"/>
                    <a:pt x="504" y="402"/>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7"/>
                                        </p:tgtEl>
                                        <p:attrNameLst>
                                          <p:attrName>style.visibility</p:attrName>
                                        </p:attrNameLst>
                                      </p:cBhvr>
                                      <p:to>
                                        <p:strVal val="visible"/>
                                      </p:to>
                                    </p:set>
                                    <p:animEffect transition="in" filter="fade">
                                      <p:cBhvr>
                                        <p:cTn id="7" dur="500"/>
                                        <p:tgtEl>
                                          <p:spTgt spid="127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anim calcmode="lin" valueType="num">
                                      <p:cBhvr>
                                        <p:cTn id="16" dur="500" fill="hold"/>
                                        <p:tgtEl>
                                          <p:spTgt spid="32"/>
                                        </p:tgtEl>
                                        <p:attrNameLst>
                                          <p:attrName>ppt_x</p:attrName>
                                        </p:attrNameLst>
                                      </p:cBhvr>
                                      <p:tavLst>
                                        <p:tav tm="0">
                                          <p:val>
                                            <p:strVal val="#ppt_x"/>
                                          </p:val>
                                        </p:tav>
                                        <p:tav tm="100000">
                                          <p:val>
                                            <p:strVal val="#ppt_x"/>
                                          </p:val>
                                        </p:tav>
                                      </p:tavLst>
                                    </p:anim>
                                    <p:anim calcmode="lin" valueType="num">
                                      <p:cBhvr>
                                        <p:cTn id="17" dur="500" fill="hold"/>
                                        <p:tgtEl>
                                          <p:spTgt spid="3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anim calcmode="lin" valueType="num">
                                      <p:cBhvr>
                                        <p:cTn id="22" dur="500" fill="hold"/>
                                        <p:tgtEl>
                                          <p:spTgt spid="33"/>
                                        </p:tgtEl>
                                        <p:attrNameLst>
                                          <p:attrName>ppt_x</p:attrName>
                                        </p:attrNameLst>
                                      </p:cBhvr>
                                      <p:tavLst>
                                        <p:tav tm="0">
                                          <p:val>
                                            <p:strVal val="#ppt_x"/>
                                          </p:val>
                                        </p:tav>
                                        <p:tav tm="100000">
                                          <p:val>
                                            <p:strVal val="#ppt_x"/>
                                          </p:val>
                                        </p:tav>
                                      </p:tavLst>
                                    </p:anim>
                                    <p:anim calcmode="lin" valueType="num">
                                      <p:cBhvr>
                                        <p:cTn id="23" dur="500" fill="hold"/>
                                        <p:tgtEl>
                                          <p:spTgt spid="33"/>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anim calcmode="lin" valueType="num">
                                      <p:cBhvr>
                                        <p:cTn id="28" dur="500" fill="hold"/>
                                        <p:tgtEl>
                                          <p:spTgt spid="34"/>
                                        </p:tgtEl>
                                        <p:attrNameLst>
                                          <p:attrName>ppt_x</p:attrName>
                                        </p:attrNameLst>
                                      </p:cBhvr>
                                      <p:tavLst>
                                        <p:tav tm="0">
                                          <p:val>
                                            <p:strVal val="#ppt_x"/>
                                          </p:val>
                                        </p:tav>
                                        <p:tav tm="100000">
                                          <p:val>
                                            <p:strVal val="#ppt_x"/>
                                          </p:val>
                                        </p:tav>
                                      </p:tavLst>
                                    </p:anim>
                                    <p:anim calcmode="lin" valueType="num">
                                      <p:cBhvr>
                                        <p:cTn id="29" dur="500" fill="hold"/>
                                        <p:tgtEl>
                                          <p:spTgt spid="34"/>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anim calcmode="lin" valueType="num">
                                      <p:cBhvr>
                                        <p:cTn id="34" dur="500" fill="hold"/>
                                        <p:tgtEl>
                                          <p:spTgt spid="35"/>
                                        </p:tgtEl>
                                        <p:attrNameLst>
                                          <p:attrName>ppt_x</p:attrName>
                                        </p:attrNameLst>
                                      </p:cBhvr>
                                      <p:tavLst>
                                        <p:tav tm="0">
                                          <p:val>
                                            <p:strVal val="#ppt_x"/>
                                          </p:val>
                                        </p:tav>
                                        <p:tav tm="100000">
                                          <p:val>
                                            <p:strVal val="#ppt_x"/>
                                          </p:val>
                                        </p:tav>
                                      </p:tavLst>
                                    </p:anim>
                                    <p:anim calcmode="lin" valueType="num">
                                      <p:cBhvr>
                                        <p:cTn id="35" dur="500" fill="hold"/>
                                        <p:tgtEl>
                                          <p:spTgt spid="3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anim calcmode="lin" valueType="num">
                                      <p:cBhvr>
                                        <p:cTn id="40" dur="500" fill="hold"/>
                                        <p:tgtEl>
                                          <p:spTgt spid="44"/>
                                        </p:tgtEl>
                                        <p:attrNameLst>
                                          <p:attrName>ppt_x</p:attrName>
                                        </p:attrNameLst>
                                      </p:cBhvr>
                                      <p:tavLst>
                                        <p:tav tm="0">
                                          <p:val>
                                            <p:strVal val="#ppt_x"/>
                                          </p:val>
                                        </p:tav>
                                        <p:tav tm="100000">
                                          <p:val>
                                            <p:strVal val="#ppt_x"/>
                                          </p:val>
                                        </p:tav>
                                      </p:tavLst>
                                    </p:anim>
                                    <p:anim calcmode="lin" valueType="num">
                                      <p:cBhvr>
                                        <p:cTn id="41" dur="500" fill="hold"/>
                                        <p:tgtEl>
                                          <p:spTgt spid="44"/>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10" presetClass="entr" presetSubtype="0" fill="hold" nodeType="after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fade">
                                      <p:cBhvr>
                                        <p:cTn id="45" dur="500"/>
                                        <p:tgtEl>
                                          <p:spTgt spid="50"/>
                                        </p:tgtEl>
                                      </p:cBhvr>
                                    </p:animEffect>
                                  </p:childTnLst>
                                </p:cTn>
                              </p:par>
                              <p:par>
                                <p:cTn id="46" presetID="10" presetClass="entr" presetSubtype="0" fill="hold"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childTnLst>
                          </p:cTn>
                        </p:par>
                        <p:par>
                          <p:cTn id="49" fill="hold">
                            <p:stCondLst>
                              <p:cond delay="4000"/>
                            </p:stCondLst>
                            <p:childTnLst>
                              <p:par>
                                <p:cTn id="50" presetID="10" presetClass="entr" presetSubtype="0" fill="hold" nodeType="after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childTnLst>
                          </p:cTn>
                        </p:par>
                        <p:par>
                          <p:cTn id="56" fill="hold">
                            <p:stCondLst>
                              <p:cond delay="4500"/>
                            </p:stCondLst>
                            <p:childTnLst>
                              <p:par>
                                <p:cTn id="57" presetID="10" presetClass="entr" presetSubtype="0" fill="hold" nodeType="afterEffect">
                                  <p:stCondLst>
                                    <p:cond delay="0"/>
                                  </p:stCondLst>
                                  <p:childTnLst>
                                    <p:set>
                                      <p:cBhvr>
                                        <p:cTn id="58" dur="1" fill="hold">
                                          <p:stCondLst>
                                            <p:cond delay="0"/>
                                          </p:stCondLst>
                                        </p:cTn>
                                        <p:tgtEl>
                                          <p:spTgt spid="62"/>
                                        </p:tgtEl>
                                        <p:attrNameLst>
                                          <p:attrName>style.visibility</p:attrName>
                                        </p:attrNameLst>
                                      </p:cBhvr>
                                      <p:to>
                                        <p:strVal val="visible"/>
                                      </p:to>
                                    </p:set>
                                    <p:animEffect transition="in" filter="fade">
                                      <p:cBhvr>
                                        <p:cTn id="59" dur="500"/>
                                        <p:tgtEl>
                                          <p:spTgt spid="62"/>
                                        </p:tgtEl>
                                      </p:cBhvr>
                                    </p:animEffect>
                                  </p:childTnLst>
                                </p:cTn>
                              </p:par>
                              <p:par>
                                <p:cTn id="60" presetID="10" presetClass="entr" presetSubtype="0" fill="hold" nodeType="with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500"/>
                                        <p:tgtEl>
                                          <p:spTgt spid="59"/>
                                        </p:tgtEl>
                                      </p:cBhvr>
                                    </p:animEffect>
                                  </p:childTnLst>
                                </p:cTn>
                              </p:par>
                              <p:par>
                                <p:cTn id="63" presetID="10"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500"/>
                                        <p:tgtEl>
                                          <p:spTgt spid="76"/>
                                        </p:tgtEl>
                                      </p:cBhvr>
                                    </p:animEffect>
                                  </p:childTnLst>
                                </p:cTn>
                              </p:par>
                            </p:childTnLst>
                          </p:cTn>
                        </p:par>
                        <p:par>
                          <p:cTn id="66" fill="hold">
                            <p:stCondLst>
                              <p:cond delay="5000"/>
                            </p:stCondLst>
                            <p:childTnLst>
                              <p:par>
                                <p:cTn id="67" presetID="10" presetClass="entr" presetSubtype="0" fill="hold" nodeType="afterEffect">
                                  <p:stCondLst>
                                    <p:cond delay="0"/>
                                  </p:stCondLst>
                                  <p:childTnLst>
                                    <p:set>
                                      <p:cBhvr>
                                        <p:cTn id="68" dur="1" fill="hold">
                                          <p:stCondLst>
                                            <p:cond delay="0"/>
                                          </p:stCondLst>
                                        </p:cTn>
                                        <p:tgtEl>
                                          <p:spTgt spid="98"/>
                                        </p:tgtEl>
                                        <p:attrNameLst>
                                          <p:attrName>style.visibility</p:attrName>
                                        </p:attrNameLst>
                                      </p:cBhvr>
                                      <p:to>
                                        <p:strVal val="visible"/>
                                      </p:to>
                                    </p:set>
                                    <p:animEffect transition="in" filter="fade">
                                      <p:cBhvr>
                                        <p:cTn id="69" dur="1000"/>
                                        <p:tgtEl>
                                          <p:spTgt spid="98"/>
                                        </p:tgtEl>
                                      </p:cBhvr>
                                    </p:animEffect>
                                  </p:childTnLst>
                                </p:cTn>
                              </p:par>
                            </p:childTnLst>
                          </p:cTn>
                        </p:par>
                        <p:par>
                          <p:cTn id="70" fill="hold">
                            <p:stCondLst>
                              <p:cond delay="6000"/>
                            </p:stCondLst>
                            <p:childTnLst>
                              <p:par>
                                <p:cTn id="71" presetID="2" presetClass="entr" presetSubtype="2" fill="hold" nodeType="afterEffect">
                                  <p:stCondLst>
                                    <p:cond delay="100"/>
                                  </p:stCondLst>
                                  <p:childTnLst>
                                    <p:set>
                                      <p:cBhvr>
                                        <p:cTn id="72" dur="1" fill="hold">
                                          <p:stCondLst>
                                            <p:cond delay="0"/>
                                          </p:stCondLst>
                                        </p:cTn>
                                        <p:tgtEl>
                                          <p:spTgt spid="81"/>
                                        </p:tgtEl>
                                        <p:attrNameLst>
                                          <p:attrName>style.visibility</p:attrName>
                                        </p:attrNameLst>
                                      </p:cBhvr>
                                      <p:to>
                                        <p:strVal val="visible"/>
                                      </p:to>
                                    </p:set>
                                    <p:anim calcmode="lin" valueType="num">
                                      <p:cBhvr additive="base">
                                        <p:cTn id="73" dur="500"/>
                                        <p:tgtEl>
                                          <p:spTgt spid="81"/>
                                        </p:tgtEl>
                                        <p:attrNameLst>
                                          <p:attrName>ppt_x</p:attrName>
                                        </p:attrNameLst>
                                      </p:cBhvr>
                                      <p:tavLst>
                                        <p:tav tm="0">
                                          <p:val>
                                            <p:strVal val="#ppt_x+1"/>
                                          </p:val>
                                        </p:tav>
                                        <p:tav tm="100000">
                                          <p:val>
                                            <p:strVal val="#ppt_x"/>
                                          </p:val>
                                        </p:tav>
                                      </p:tavLst>
                                    </p:anim>
                                  </p:childTnLst>
                                </p:cTn>
                              </p:par>
                              <p:par>
                                <p:cTn id="74" presetID="2" presetClass="entr" presetSubtype="2" fill="hold" nodeType="withEffect">
                                  <p:stCondLst>
                                    <p:cond delay="200"/>
                                  </p:stCondLst>
                                  <p:childTnLst>
                                    <p:set>
                                      <p:cBhvr>
                                        <p:cTn id="75" dur="1" fill="hold">
                                          <p:stCondLst>
                                            <p:cond delay="0"/>
                                          </p:stCondLst>
                                        </p:cTn>
                                        <p:tgtEl>
                                          <p:spTgt spid="92"/>
                                        </p:tgtEl>
                                        <p:attrNameLst>
                                          <p:attrName>style.visibility</p:attrName>
                                        </p:attrNameLst>
                                      </p:cBhvr>
                                      <p:to>
                                        <p:strVal val="visible"/>
                                      </p:to>
                                    </p:set>
                                    <p:anim calcmode="lin" valueType="num">
                                      <p:cBhvr additive="base">
                                        <p:cTn id="76" dur="500"/>
                                        <p:tgtEl>
                                          <p:spTgt spid="92"/>
                                        </p:tgtEl>
                                        <p:attrNameLst>
                                          <p:attrName>ppt_x</p:attrName>
                                        </p:attrNameLst>
                                      </p:cBhvr>
                                      <p:tavLst>
                                        <p:tav tm="0">
                                          <p:val>
                                            <p:strVal val="#ppt_x+1"/>
                                          </p:val>
                                        </p:tav>
                                        <p:tav tm="100000">
                                          <p:val>
                                            <p:strVal val="#ppt_x"/>
                                          </p:val>
                                        </p:tav>
                                      </p:tavLst>
                                    </p:anim>
                                  </p:childTnLst>
                                </p:cTn>
                              </p:par>
                              <p:par>
                                <p:cTn id="77" presetID="2" presetClass="entr" presetSubtype="2" fill="hold" nodeType="withEffect">
                                  <p:stCondLst>
                                    <p:cond delay="300"/>
                                  </p:stCondLst>
                                  <p:childTnLst>
                                    <p:set>
                                      <p:cBhvr>
                                        <p:cTn id="78" dur="1" fill="hold">
                                          <p:stCondLst>
                                            <p:cond delay="0"/>
                                          </p:stCondLst>
                                        </p:cTn>
                                        <p:tgtEl>
                                          <p:spTgt spid="75"/>
                                        </p:tgtEl>
                                        <p:attrNameLst>
                                          <p:attrName>style.visibility</p:attrName>
                                        </p:attrNameLst>
                                      </p:cBhvr>
                                      <p:to>
                                        <p:strVal val="visible"/>
                                      </p:to>
                                    </p:set>
                                    <p:anim calcmode="lin" valueType="num">
                                      <p:cBhvr additive="base">
                                        <p:cTn id="79" dur="500"/>
                                        <p:tgtEl>
                                          <p:spTgt spid="75"/>
                                        </p:tgtEl>
                                        <p:attrNameLst>
                                          <p:attrName>ppt_x</p:attrName>
                                        </p:attrNameLst>
                                      </p:cBhvr>
                                      <p:tavLst>
                                        <p:tav tm="0">
                                          <p:val>
                                            <p:strVal val="#ppt_x+1"/>
                                          </p:val>
                                        </p:tav>
                                        <p:tav tm="100000">
                                          <p:val>
                                            <p:strVal val="#ppt_x"/>
                                          </p:val>
                                        </p:tav>
                                      </p:tavLst>
                                    </p:anim>
                                  </p:childTnLst>
                                </p:cTn>
                              </p:par>
                              <p:par>
                                <p:cTn id="80" presetID="2" presetClass="entr" presetSubtype="2" fill="hold" nodeType="withEffect">
                                  <p:stCondLst>
                                    <p:cond delay="400"/>
                                  </p:stCondLst>
                                  <p:childTnLst>
                                    <p:set>
                                      <p:cBhvr>
                                        <p:cTn id="81" dur="1" fill="hold">
                                          <p:stCondLst>
                                            <p:cond delay="0"/>
                                          </p:stCondLst>
                                        </p:cTn>
                                        <p:tgtEl>
                                          <p:spTgt spid="84"/>
                                        </p:tgtEl>
                                        <p:attrNameLst>
                                          <p:attrName>style.visibility</p:attrName>
                                        </p:attrNameLst>
                                      </p:cBhvr>
                                      <p:to>
                                        <p:strVal val="visible"/>
                                      </p:to>
                                    </p:set>
                                    <p:anim calcmode="lin" valueType="num">
                                      <p:cBhvr additive="base">
                                        <p:cTn id="82" dur="500"/>
                                        <p:tgtEl>
                                          <p:spTgt spid="84"/>
                                        </p:tgtEl>
                                        <p:attrNameLst>
                                          <p:attrName>ppt_x</p:attrName>
                                        </p:attrNameLst>
                                      </p:cBhvr>
                                      <p:tavLst>
                                        <p:tav tm="0">
                                          <p:val>
                                            <p:strVal val="#ppt_x+1"/>
                                          </p:val>
                                        </p:tav>
                                        <p:tav tm="100000">
                                          <p:val>
                                            <p:strVal val="#ppt_x"/>
                                          </p:val>
                                        </p:tav>
                                      </p:tavLst>
                                    </p:anim>
                                  </p:childTnLst>
                                </p:cTn>
                              </p:par>
                              <p:par>
                                <p:cTn id="83" presetID="2" presetClass="entr" presetSubtype="2" fill="hold" nodeType="withEffect">
                                  <p:stCondLst>
                                    <p:cond delay="500"/>
                                  </p:stCondLst>
                                  <p:childTnLst>
                                    <p:set>
                                      <p:cBhvr>
                                        <p:cTn id="84" dur="1" fill="hold">
                                          <p:stCondLst>
                                            <p:cond delay="0"/>
                                          </p:stCondLst>
                                        </p:cTn>
                                        <p:tgtEl>
                                          <p:spTgt spid="95"/>
                                        </p:tgtEl>
                                        <p:attrNameLst>
                                          <p:attrName>style.visibility</p:attrName>
                                        </p:attrNameLst>
                                      </p:cBhvr>
                                      <p:to>
                                        <p:strVal val="visible"/>
                                      </p:to>
                                    </p:set>
                                    <p:anim calcmode="lin" valueType="num">
                                      <p:cBhvr additive="base">
                                        <p:cTn id="85" dur="500"/>
                                        <p:tgtEl>
                                          <p:spTgt spid="95"/>
                                        </p:tgtEl>
                                        <p:attrNameLst>
                                          <p:attrName>ppt_x</p:attrName>
                                        </p:attrNameLst>
                                      </p:cBhvr>
                                      <p:tavLst>
                                        <p:tav tm="0">
                                          <p:val>
                                            <p:strVal val="#ppt_x+1"/>
                                          </p:val>
                                        </p:tav>
                                        <p:tav tm="100000">
                                          <p:val>
                                            <p:strVal val="#ppt_x"/>
                                          </p:val>
                                        </p:tav>
                                      </p:tavLst>
                                    </p:anim>
                                  </p:childTnLst>
                                </p:cTn>
                              </p:par>
                              <p:par>
                                <p:cTn id="86" presetID="2" presetClass="entr" presetSubtype="2" fill="hold" nodeType="withEffect">
                                  <p:stCondLst>
                                    <p:cond delay="600"/>
                                  </p:stCondLst>
                                  <p:childTnLst>
                                    <p:set>
                                      <p:cBhvr>
                                        <p:cTn id="87" dur="1" fill="hold">
                                          <p:stCondLst>
                                            <p:cond delay="0"/>
                                          </p:stCondLst>
                                        </p:cTn>
                                        <p:tgtEl>
                                          <p:spTgt spid="69"/>
                                        </p:tgtEl>
                                        <p:attrNameLst>
                                          <p:attrName>style.visibility</p:attrName>
                                        </p:attrNameLst>
                                      </p:cBhvr>
                                      <p:to>
                                        <p:strVal val="visible"/>
                                      </p:to>
                                    </p:set>
                                    <p:anim calcmode="lin" valueType="num">
                                      <p:cBhvr additive="base">
                                        <p:cTn id="88" dur="500"/>
                                        <p:tgtEl>
                                          <p:spTgt spid="69"/>
                                        </p:tgtEl>
                                        <p:attrNameLst>
                                          <p:attrName>ppt_x</p:attrName>
                                        </p:attrNameLst>
                                      </p:cBhvr>
                                      <p:tavLst>
                                        <p:tav tm="0">
                                          <p:val>
                                            <p:strVal val="#ppt_x+1"/>
                                          </p:val>
                                        </p:tav>
                                        <p:tav tm="100000">
                                          <p:val>
                                            <p:strVal val="#ppt_x"/>
                                          </p:val>
                                        </p:tav>
                                      </p:tavLst>
                                    </p:anim>
                                  </p:childTnLst>
                                </p:cTn>
                              </p:par>
                              <p:par>
                                <p:cTn id="89" presetID="8" presetClass="emph" presetSubtype="0" fill="hold" nodeType="withEffect">
                                  <p:stCondLst>
                                    <p:cond delay="0"/>
                                  </p:stCondLst>
                                  <p:childTnLst>
                                    <p:animRot by="-21600000">
                                      <p:cBhvr>
                                        <p:cTn id="90" dur="2000" fill="hold"/>
                                        <p:tgtEl>
                                          <p:spTgt spid="81"/>
                                        </p:tgtEl>
                                        <p:attrNameLst>
                                          <p:attrName>r</p:attrName>
                                        </p:attrNameLst>
                                      </p:cBhvr>
                                    </p:animRot>
                                  </p:childTnLst>
                                </p:cTn>
                              </p:par>
                              <p:par>
                                <p:cTn id="91" presetID="8" presetClass="emph" presetSubtype="0" fill="hold" nodeType="withEffect">
                                  <p:stCondLst>
                                    <p:cond delay="0"/>
                                  </p:stCondLst>
                                  <p:childTnLst>
                                    <p:animRot by="-21600000">
                                      <p:cBhvr>
                                        <p:cTn id="92" dur="2000" fill="hold"/>
                                        <p:tgtEl>
                                          <p:spTgt spid="92"/>
                                        </p:tgtEl>
                                        <p:attrNameLst>
                                          <p:attrName>r</p:attrName>
                                        </p:attrNameLst>
                                      </p:cBhvr>
                                    </p:animRot>
                                  </p:childTnLst>
                                </p:cTn>
                              </p:par>
                              <p:par>
                                <p:cTn id="93" presetID="8" presetClass="emph" presetSubtype="0" fill="hold" nodeType="withEffect">
                                  <p:stCondLst>
                                    <p:cond delay="0"/>
                                  </p:stCondLst>
                                  <p:childTnLst>
                                    <p:animRot by="-21600000">
                                      <p:cBhvr>
                                        <p:cTn id="94" dur="2000" fill="hold"/>
                                        <p:tgtEl>
                                          <p:spTgt spid="75"/>
                                        </p:tgtEl>
                                        <p:attrNameLst>
                                          <p:attrName>r</p:attrName>
                                        </p:attrNameLst>
                                      </p:cBhvr>
                                    </p:animRot>
                                  </p:childTnLst>
                                </p:cTn>
                              </p:par>
                              <p:par>
                                <p:cTn id="95" presetID="8" presetClass="emph" presetSubtype="0" fill="hold" nodeType="withEffect">
                                  <p:stCondLst>
                                    <p:cond delay="0"/>
                                  </p:stCondLst>
                                  <p:childTnLst>
                                    <p:animRot by="-21600000">
                                      <p:cBhvr>
                                        <p:cTn id="96" dur="2000" fill="hold"/>
                                        <p:tgtEl>
                                          <p:spTgt spid="84"/>
                                        </p:tgtEl>
                                        <p:attrNameLst>
                                          <p:attrName>r</p:attrName>
                                        </p:attrNameLst>
                                      </p:cBhvr>
                                    </p:animRot>
                                  </p:childTnLst>
                                </p:cTn>
                              </p:par>
                              <p:par>
                                <p:cTn id="97" presetID="8" presetClass="emph" presetSubtype="0" fill="hold" nodeType="withEffect">
                                  <p:stCondLst>
                                    <p:cond delay="0"/>
                                  </p:stCondLst>
                                  <p:childTnLst>
                                    <p:animRot by="-21600000">
                                      <p:cBhvr>
                                        <p:cTn id="98" dur="2000" fill="hold"/>
                                        <p:tgtEl>
                                          <p:spTgt spid="95"/>
                                        </p:tgtEl>
                                        <p:attrNameLst>
                                          <p:attrName>r</p:attrName>
                                        </p:attrNameLst>
                                      </p:cBhvr>
                                    </p:animRot>
                                  </p:childTnLst>
                                </p:cTn>
                              </p:par>
                              <p:par>
                                <p:cTn id="99" presetID="8" presetClass="emph" presetSubtype="0" fill="hold" nodeType="withEffect">
                                  <p:stCondLst>
                                    <p:cond delay="0"/>
                                  </p:stCondLst>
                                  <p:childTnLst>
                                    <p:animRot by="-21600000">
                                      <p:cBhvr>
                                        <p:cTn id="100" dur="2000" fill="hold"/>
                                        <p:tgtEl>
                                          <p:spTgt spid="69"/>
                                        </p:tgtEl>
                                        <p:attrNameLst>
                                          <p:attrName>r</p:attrName>
                                        </p:attrNameLst>
                                      </p:cBhvr>
                                    </p:animRot>
                                  </p:childTnLst>
                                </p:cTn>
                              </p:par>
                              <p:par>
                                <p:cTn id="101" presetID="2" presetClass="entr" presetSubtype="2" fill="hold" nodeType="withEffect">
                                  <p:stCondLst>
                                    <p:cond delay="300"/>
                                  </p:stCondLst>
                                  <p:childTnLst>
                                    <p:set>
                                      <p:cBhvr>
                                        <p:cTn id="102" dur="1" fill="hold">
                                          <p:stCondLst>
                                            <p:cond delay="0"/>
                                          </p:stCondLst>
                                        </p:cTn>
                                        <p:tgtEl>
                                          <p:spTgt spid="102"/>
                                        </p:tgtEl>
                                        <p:attrNameLst>
                                          <p:attrName>style.visibility</p:attrName>
                                        </p:attrNameLst>
                                      </p:cBhvr>
                                      <p:to>
                                        <p:strVal val="visible"/>
                                      </p:to>
                                    </p:set>
                                    <p:anim calcmode="lin" valueType="num">
                                      <p:cBhvr additive="base">
                                        <p:cTn id="103" dur="500"/>
                                        <p:tgtEl>
                                          <p:spTgt spid="102"/>
                                        </p:tgtEl>
                                        <p:attrNameLst>
                                          <p:attrName>ppt_x</p:attrName>
                                        </p:attrNameLst>
                                      </p:cBhvr>
                                      <p:tavLst>
                                        <p:tav tm="0">
                                          <p:val>
                                            <p:strVal val="#ppt_x+1"/>
                                          </p:val>
                                        </p:tav>
                                        <p:tav tm="100000">
                                          <p:val>
                                            <p:strVal val="#ppt_x"/>
                                          </p:val>
                                        </p:tav>
                                      </p:tavLst>
                                    </p:anim>
                                  </p:childTnLst>
                                </p:cTn>
                              </p:par>
                              <p:par>
                                <p:cTn id="104" presetID="8" presetClass="emph" presetSubtype="0" fill="hold" nodeType="withEffect">
                                  <p:stCondLst>
                                    <p:cond delay="0"/>
                                  </p:stCondLst>
                                  <p:childTnLst>
                                    <p:animRot by="-21600000">
                                      <p:cBhvr>
                                        <p:cTn id="105" dur="2000" fill="hold"/>
                                        <p:tgtEl>
                                          <p:spTgt spid="10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4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2603" y="365760"/>
            <a:ext cx="9146859" cy="646331"/>
          </a:xfrm>
          <a:prstGeom prst="rect">
            <a:avLst/>
          </a:prstGeom>
        </p:spPr>
        <p:txBody>
          <a:bodyPr wrap="square" lIns="91440" tIns="45720" rIns="91440" bIns="45720" anchor="t">
            <a:spAutoFit/>
          </a:bodyPr>
          <a:lstStyle/>
          <a:p>
            <a:pPr algn="ctr"/>
            <a:r>
              <a:rPr lang="en-US" sz="3600" b="1" dirty="0">
                <a:solidFill>
                  <a:schemeClr val="tx2"/>
                </a:solidFill>
                <a:latin typeface="Segoe UI"/>
                <a:cs typeface="Segoe UI"/>
              </a:rPr>
              <a:t>Product development (IT and Embedded)</a:t>
            </a:r>
            <a:endParaRPr lang="id-ID" sz="3600" b="1" dirty="0">
              <a:solidFill>
                <a:schemeClr val="tx2"/>
              </a:solidFill>
              <a:latin typeface="Segoe UI"/>
              <a:cs typeface="Segoe UI"/>
            </a:endParaRPr>
          </a:p>
        </p:txBody>
      </p:sp>
      <p:sp>
        <p:nvSpPr>
          <p:cNvPr id="10" name="Rectangle 9"/>
          <p:cNvSpPr/>
          <p:nvPr/>
        </p:nvSpPr>
        <p:spPr>
          <a:xfrm>
            <a:off x="851701" y="1267259"/>
            <a:ext cx="10202090" cy="1477328"/>
          </a:xfrm>
          <a:prstGeom prst="rect">
            <a:avLst/>
          </a:prstGeom>
        </p:spPr>
        <p:txBody>
          <a:bodyPr wrap="square">
            <a:spAutoFit/>
          </a:bodyPr>
          <a:lstStyle/>
          <a:p>
            <a:pPr marL="285750" indent="-285750">
              <a:buFont typeface="Wingdings" pitchFamily="2" charset="2"/>
              <a:buChar char="q"/>
            </a:pPr>
            <a:r>
              <a:rPr lang="en-US" dirty="0">
                <a:solidFill>
                  <a:srgbClr val="244D6F"/>
                </a:solidFill>
              </a:rPr>
              <a:t>The creation of products with new or different characteristics that offer new or additional benefits to the customer.</a:t>
            </a:r>
          </a:p>
          <a:p>
            <a:endParaRPr lang="en-US" dirty="0">
              <a:solidFill>
                <a:srgbClr val="244D6F"/>
              </a:solidFill>
            </a:endParaRPr>
          </a:p>
          <a:p>
            <a:pPr marL="285750" indent="-285750">
              <a:buFont typeface="Wingdings" pitchFamily="2" charset="2"/>
              <a:buChar char="q"/>
            </a:pPr>
            <a:r>
              <a:rPr lang="en-US" dirty="0">
                <a:solidFill>
                  <a:srgbClr val="244D6F"/>
                </a:solidFill>
              </a:rPr>
              <a:t>Product development may involve modification of an existing product or its presentation, or formulation of an entirely new product that satisfies a newly defined customer want or market niche.</a:t>
            </a:r>
            <a:endParaRPr lang="en-IN" dirty="0">
              <a:solidFill>
                <a:srgbClr val="244D6F"/>
              </a:solidFill>
            </a:endParaRPr>
          </a:p>
        </p:txBody>
      </p:sp>
      <p:pic>
        <p:nvPicPr>
          <p:cNvPr id="12" name="Picture 11" descr="Orena_Logo_Final.png"/>
          <p:cNvPicPr>
            <a:picLocks noChangeAspect="1"/>
          </p:cNvPicPr>
          <p:nvPr/>
        </p:nvPicPr>
        <p:blipFill>
          <a:blip r:embed="rId2" cstate="screen"/>
          <a:stretch>
            <a:fillRect/>
          </a:stretch>
        </p:blipFill>
        <p:spPr>
          <a:xfrm>
            <a:off x="10151075" y="5569422"/>
            <a:ext cx="1932071" cy="1207206"/>
          </a:xfrm>
          <a:prstGeom prst="rect">
            <a:avLst/>
          </a:prstGeom>
        </p:spPr>
      </p:pic>
      <p:sp>
        <p:nvSpPr>
          <p:cNvPr id="13" name="Rectangle 12"/>
          <p:cNvSpPr/>
          <p:nvPr/>
        </p:nvSpPr>
        <p:spPr>
          <a:xfrm>
            <a:off x="602195" y="3038484"/>
            <a:ext cx="2242457" cy="1754326"/>
          </a:xfrm>
          <a:prstGeom prst="rect">
            <a:avLst/>
          </a:prstGeom>
        </p:spPr>
        <p:txBody>
          <a:bodyPr wrap="square">
            <a:spAutoFit/>
          </a:bodyPr>
          <a:lstStyle/>
          <a:p>
            <a:pPr marL="285750" indent="-285750">
              <a:buFont typeface="Wingdings" pitchFamily="2" charset="2"/>
              <a:buChar char="q"/>
            </a:pPr>
            <a:r>
              <a:rPr lang="en-US" dirty="0">
                <a:solidFill>
                  <a:srgbClr val="244D6F"/>
                </a:solidFill>
              </a:rPr>
              <a:t>Chronica</a:t>
            </a:r>
          </a:p>
          <a:p>
            <a:pPr marL="285750" indent="-285750">
              <a:buFont typeface="Wingdings" pitchFamily="2" charset="2"/>
              <a:buChar char="q"/>
            </a:pPr>
            <a:r>
              <a:rPr lang="en-US" dirty="0">
                <a:solidFill>
                  <a:srgbClr val="244D6F"/>
                </a:solidFill>
              </a:rPr>
              <a:t>ezGeoCapture</a:t>
            </a:r>
          </a:p>
          <a:p>
            <a:pPr marL="285750" indent="-285750">
              <a:buFont typeface="Wingdings" pitchFamily="2" charset="2"/>
              <a:buChar char="q"/>
            </a:pPr>
            <a:r>
              <a:rPr lang="en-US" dirty="0">
                <a:solidFill>
                  <a:srgbClr val="244D6F"/>
                </a:solidFill>
              </a:rPr>
              <a:t>ezNetScan</a:t>
            </a:r>
          </a:p>
          <a:p>
            <a:pPr marL="285750" indent="-285750">
              <a:buFont typeface="Wingdings" pitchFamily="2" charset="2"/>
              <a:buChar char="q"/>
            </a:pPr>
            <a:r>
              <a:rPr lang="en-US" dirty="0">
                <a:solidFill>
                  <a:srgbClr val="244D6F"/>
                </a:solidFill>
              </a:rPr>
              <a:t>HRMS</a:t>
            </a:r>
          </a:p>
          <a:p>
            <a:pPr marL="285750" indent="-285750">
              <a:buFont typeface="Wingdings" pitchFamily="2" charset="2"/>
              <a:buChar char="q"/>
            </a:pPr>
            <a:r>
              <a:rPr lang="en-US" dirty="0">
                <a:solidFill>
                  <a:srgbClr val="244D6F"/>
                </a:solidFill>
              </a:rPr>
              <a:t>eLearning</a:t>
            </a:r>
          </a:p>
          <a:p>
            <a:pPr marL="285750" indent="-285750">
              <a:buFont typeface="Wingdings" pitchFamily="2" charset="2"/>
              <a:buChar char="q"/>
            </a:pPr>
            <a:r>
              <a:rPr lang="en-US" dirty="0">
                <a:solidFill>
                  <a:srgbClr val="244D6F"/>
                </a:solidFill>
              </a:rPr>
              <a:t>ERP</a:t>
            </a:r>
          </a:p>
        </p:txBody>
      </p:sp>
      <p:pic>
        <p:nvPicPr>
          <p:cNvPr id="7" name="Picture 7">
            <a:extLst>
              <a:ext uri="{FF2B5EF4-FFF2-40B4-BE49-F238E27FC236}">
                <a16:creationId xmlns:a16="http://schemas.microsoft.com/office/drawing/2014/main" id="{0056EE35-7743-4A71-A07D-4815D024F491}"/>
              </a:ext>
            </a:extLst>
          </p:cNvPr>
          <p:cNvPicPr>
            <a:picLocks noChangeAspect="1"/>
          </p:cNvPicPr>
          <p:nvPr/>
        </p:nvPicPr>
        <p:blipFill>
          <a:blip r:embed="rId3"/>
          <a:stretch>
            <a:fillRect/>
          </a:stretch>
        </p:blipFill>
        <p:spPr>
          <a:xfrm>
            <a:off x="2091948" y="4709678"/>
            <a:ext cx="1733550" cy="1762125"/>
          </a:xfrm>
          <a:prstGeom prst="rect">
            <a:avLst/>
          </a:prstGeom>
        </p:spPr>
      </p:pic>
      <p:pic>
        <p:nvPicPr>
          <p:cNvPr id="8" name="Picture 8">
            <a:extLst>
              <a:ext uri="{FF2B5EF4-FFF2-40B4-BE49-F238E27FC236}">
                <a16:creationId xmlns:a16="http://schemas.microsoft.com/office/drawing/2014/main" id="{C7B687A5-8F16-4985-A101-A2F96EE5C9DD}"/>
              </a:ext>
            </a:extLst>
          </p:cNvPr>
          <p:cNvPicPr>
            <a:picLocks noChangeAspect="1"/>
          </p:cNvPicPr>
          <p:nvPr/>
        </p:nvPicPr>
        <p:blipFill>
          <a:blip r:embed="rId4"/>
          <a:stretch>
            <a:fillRect/>
          </a:stretch>
        </p:blipFill>
        <p:spPr>
          <a:xfrm>
            <a:off x="3335456" y="3159274"/>
            <a:ext cx="3121863" cy="647700"/>
          </a:xfrm>
          <a:prstGeom prst="rect">
            <a:avLst/>
          </a:prstGeom>
        </p:spPr>
      </p:pic>
      <p:pic>
        <p:nvPicPr>
          <p:cNvPr id="9" name="Picture 13">
            <a:extLst>
              <a:ext uri="{FF2B5EF4-FFF2-40B4-BE49-F238E27FC236}">
                <a16:creationId xmlns:a16="http://schemas.microsoft.com/office/drawing/2014/main" id="{5756CBD8-F077-43AA-9C28-90D541AE259C}"/>
              </a:ext>
            </a:extLst>
          </p:cNvPr>
          <p:cNvPicPr>
            <a:picLocks noChangeAspect="1"/>
          </p:cNvPicPr>
          <p:nvPr/>
        </p:nvPicPr>
        <p:blipFill>
          <a:blip r:embed="rId5"/>
          <a:stretch>
            <a:fillRect/>
          </a:stretch>
        </p:blipFill>
        <p:spPr>
          <a:xfrm>
            <a:off x="4716987" y="4221661"/>
            <a:ext cx="1699045" cy="1762125"/>
          </a:xfrm>
          <a:prstGeom prst="rect">
            <a:avLst/>
          </a:prstGeom>
        </p:spPr>
      </p:pic>
      <p:sp>
        <p:nvSpPr>
          <p:cNvPr id="14" name="Freeform 5">
            <a:extLst>
              <a:ext uri="{FF2B5EF4-FFF2-40B4-BE49-F238E27FC236}">
                <a16:creationId xmlns:a16="http://schemas.microsoft.com/office/drawing/2014/main" id="{9177D191-71A4-425C-9B2C-1540ABFA3032}"/>
              </a:ext>
            </a:extLst>
          </p:cNvPr>
          <p:cNvSpPr/>
          <p:nvPr/>
        </p:nvSpPr>
        <p:spPr>
          <a:xfrm>
            <a:off x="7120889" y="2840818"/>
            <a:ext cx="4448996" cy="3139936"/>
          </a:xfrm>
          <a:custGeom>
            <a:avLst/>
            <a:gdLst/>
            <a:ahLst/>
            <a:cxnLst/>
            <a:rect l="l" t="t" r="r" b="b"/>
            <a:pathLst>
              <a:path w="6350013" h="6562979">
                <a:moveTo>
                  <a:pt x="6350000" y="5480583"/>
                </a:moveTo>
                <a:cubicBezTo>
                  <a:pt x="6350000" y="6078372"/>
                  <a:pt x="5865419" y="6562979"/>
                  <a:pt x="5267617" y="6562979"/>
                </a:cubicBezTo>
                <a:lnTo>
                  <a:pt x="1082383" y="6562979"/>
                </a:lnTo>
                <a:cubicBezTo>
                  <a:pt x="484594" y="6562979"/>
                  <a:pt x="0" y="6078385"/>
                  <a:pt x="0" y="5480583"/>
                </a:cubicBezTo>
                <a:lnTo>
                  <a:pt x="0" y="1082383"/>
                </a:lnTo>
                <a:cubicBezTo>
                  <a:pt x="0" y="484594"/>
                  <a:pt x="484581" y="0"/>
                  <a:pt x="1082383" y="0"/>
                </a:cubicBezTo>
                <a:lnTo>
                  <a:pt x="5267630" y="0"/>
                </a:lnTo>
                <a:cubicBezTo>
                  <a:pt x="5865419" y="0"/>
                  <a:pt x="6350013" y="484594"/>
                  <a:pt x="6350013" y="1082383"/>
                </a:cubicBezTo>
                <a:lnTo>
                  <a:pt x="6350013" y="5480583"/>
                </a:lnTo>
                <a:close/>
              </a:path>
            </a:pathLst>
          </a:custGeom>
          <a:blipFill>
            <a:blip r:embed="rId6"/>
            <a:stretch>
              <a:fillRect l="-274784" t="-99760" r="-43460" b="-27868"/>
            </a:stretch>
          </a:blipFill>
        </p:spPr>
      </p:sp>
    </p:spTree>
    <p:extLst>
      <p:ext uri="{BB962C8B-B14F-4D97-AF65-F5344CB8AC3E}">
        <p14:creationId xmlns:p14="http://schemas.microsoft.com/office/powerpoint/2010/main" val="2739061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85800"/>
            <a:ext cx="12192000" cy="5486400"/>
          </a:xfrm>
          <a:custGeom>
            <a:avLst/>
            <a:gdLst/>
            <a:ahLst/>
            <a:cxnLst/>
            <a:rect l="l" t="t" r="r" b="b"/>
            <a:pathLst>
              <a:path w="18288000" h="8229600">
                <a:moveTo>
                  <a:pt x="0" y="0"/>
                </a:moveTo>
                <a:lnTo>
                  <a:pt x="18288000" y="0"/>
                </a:lnTo>
                <a:lnTo>
                  <a:pt x="18288000" y="8229600"/>
                </a:lnTo>
                <a:lnTo>
                  <a:pt x="0" y="8229600"/>
                </a:lnTo>
                <a:lnTo>
                  <a:pt x="0" y="0"/>
                </a:lnTo>
                <a:close/>
              </a:path>
            </a:pathLst>
          </a:custGeom>
          <a:blipFill>
            <a:blip r:embed="rId2"/>
            <a:stretch>
              <a:fillRect l="-26433" t="-31614" r="-2782" b="-29904"/>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6737"/>
            <a:ext cx="12192000" cy="6989187"/>
          </a:xfrm>
          <a:custGeom>
            <a:avLst/>
            <a:gdLst/>
            <a:ahLst/>
            <a:cxnLst/>
            <a:rect l="l" t="t" r="r" b="b"/>
            <a:pathLst>
              <a:path w="18288000" h="10483780">
                <a:moveTo>
                  <a:pt x="0" y="0"/>
                </a:moveTo>
                <a:lnTo>
                  <a:pt x="18288000" y="0"/>
                </a:lnTo>
                <a:lnTo>
                  <a:pt x="18288000" y="10483780"/>
                </a:lnTo>
                <a:lnTo>
                  <a:pt x="0" y="10483780"/>
                </a:lnTo>
                <a:lnTo>
                  <a:pt x="0" y="0"/>
                </a:lnTo>
                <a:close/>
              </a:path>
            </a:pathLst>
          </a:custGeom>
          <a:blipFill>
            <a:blip r:embed="rId2"/>
            <a:stretch>
              <a:fillRect l="-51648" t="-31104" r="-19675" b="-37003"/>
            </a:stretch>
          </a:blipFill>
        </p:spPr>
      </p:sp>
      <p:grpSp>
        <p:nvGrpSpPr>
          <p:cNvPr id="3" name="Group 3"/>
          <p:cNvGrpSpPr/>
          <p:nvPr/>
        </p:nvGrpSpPr>
        <p:grpSpPr>
          <a:xfrm>
            <a:off x="-342900" y="6497793"/>
            <a:ext cx="2057400" cy="125548"/>
            <a:chOff x="0" y="0"/>
            <a:chExt cx="812800" cy="49599"/>
          </a:xfrm>
        </p:grpSpPr>
        <p:sp>
          <p:nvSpPr>
            <p:cNvPr id="4" name="Freeform 4"/>
            <p:cNvSpPr/>
            <p:nvPr/>
          </p:nvSpPr>
          <p:spPr>
            <a:xfrm>
              <a:off x="0" y="0"/>
              <a:ext cx="812800" cy="49599"/>
            </a:xfrm>
            <a:custGeom>
              <a:avLst/>
              <a:gdLst/>
              <a:ahLst/>
              <a:cxnLst/>
              <a:rect l="l" t="t" r="r" b="b"/>
              <a:pathLst>
                <a:path w="812800" h="49599">
                  <a:moveTo>
                    <a:pt x="0" y="0"/>
                  </a:moveTo>
                  <a:lnTo>
                    <a:pt x="812800" y="0"/>
                  </a:lnTo>
                  <a:lnTo>
                    <a:pt x="812800" y="49599"/>
                  </a:lnTo>
                  <a:lnTo>
                    <a:pt x="0" y="49599"/>
                  </a:lnTo>
                  <a:close/>
                </a:path>
              </a:pathLst>
            </a:custGeom>
            <a:solidFill>
              <a:srgbClr val="245D54"/>
            </a:solidFill>
          </p:spPr>
        </p:sp>
        <p:sp>
          <p:nvSpPr>
            <p:cNvPr id="5" name="TextBox 5"/>
            <p:cNvSpPr txBox="1"/>
            <p:nvPr/>
          </p:nvSpPr>
          <p:spPr>
            <a:xfrm>
              <a:off x="0" y="-28575"/>
              <a:ext cx="812800" cy="78174"/>
            </a:xfrm>
            <a:prstGeom prst="rect">
              <a:avLst/>
            </a:prstGeom>
          </p:spPr>
          <p:txBody>
            <a:bodyPr lIns="33867" tIns="33867" rIns="33867" bIns="33867" rtlCol="0" anchor="ctr"/>
            <a:lstStyle/>
            <a:p>
              <a:pPr algn="ctr">
                <a:lnSpc>
                  <a:spcPts val="1307"/>
                </a:lnSpc>
              </a:pPr>
              <a:endParaRPr sz="120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37769" y="524812"/>
            <a:ext cx="6681795" cy="1892189"/>
          </a:xfrm>
          <a:custGeom>
            <a:avLst/>
            <a:gdLst/>
            <a:ahLst/>
            <a:cxnLst/>
            <a:rect l="l" t="t" r="r" b="b"/>
            <a:pathLst>
              <a:path w="10022692" h="2838284">
                <a:moveTo>
                  <a:pt x="0" y="0"/>
                </a:moveTo>
                <a:lnTo>
                  <a:pt x="10022692" y="0"/>
                </a:lnTo>
                <a:lnTo>
                  <a:pt x="10022692" y="2838285"/>
                </a:lnTo>
                <a:lnTo>
                  <a:pt x="0" y="2838285"/>
                </a:lnTo>
                <a:lnTo>
                  <a:pt x="0" y="0"/>
                </a:lnTo>
                <a:close/>
              </a:path>
            </a:pathLst>
          </a:custGeom>
          <a:blipFill>
            <a:blip r:embed="rId2"/>
            <a:stretch>
              <a:fillRect/>
            </a:stretch>
          </a:blipFill>
        </p:spPr>
      </p:sp>
      <p:sp>
        <p:nvSpPr>
          <p:cNvPr id="3" name="TextBox 3"/>
          <p:cNvSpPr txBox="1"/>
          <p:nvPr/>
        </p:nvSpPr>
        <p:spPr>
          <a:xfrm>
            <a:off x="1304171" y="3104521"/>
            <a:ext cx="9583658" cy="2805255"/>
          </a:xfrm>
          <a:prstGeom prst="rect">
            <a:avLst/>
          </a:prstGeom>
        </p:spPr>
        <p:txBody>
          <a:bodyPr lIns="0" tIns="0" rIns="0" bIns="0" rtlCol="0" anchor="t">
            <a:spAutoFit/>
          </a:bodyPr>
          <a:lstStyle/>
          <a:p>
            <a:pPr marL="366273" lvl="1" indent="-183136" algn="just">
              <a:lnSpc>
                <a:spcPts val="2375"/>
              </a:lnSpc>
              <a:buFont typeface="Arial"/>
              <a:buChar char="•"/>
            </a:pPr>
            <a:r>
              <a:rPr lang="en-US" sz="1696">
                <a:solidFill>
                  <a:srgbClr val="000000"/>
                </a:solidFill>
                <a:latin typeface="Poppins"/>
                <a:ea typeface="Poppins"/>
                <a:cs typeface="Poppins"/>
                <a:sym typeface="Poppins"/>
              </a:rPr>
              <a:t>Intel School is a STATE-OF-THE-ART solution platform built to enable schools to provide, manage and monitor the entire operations of an educational institution in the most efficient way. </a:t>
            </a:r>
          </a:p>
          <a:p>
            <a:pPr algn="just">
              <a:lnSpc>
                <a:spcPts val="1399"/>
              </a:lnSpc>
            </a:pPr>
            <a:endParaRPr lang="en-US" sz="1696">
              <a:solidFill>
                <a:srgbClr val="000000"/>
              </a:solidFill>
              <a:latin typeface="Poppins"/>
              <a:ea typeface="Poppins"/>
              <a:cs typeface="Poppins"/>
              <a:sym typeface="Poppins"/>
            </a:endParaRPr>
          </a:p>
          <a:p>
            <a:pPr marL="366273" lvl="1" indent="-183136" algn="just">
              <a:lnSpc>
                <a:spcPts val="2375"/>
              </a:lnSpc>
              <a:buFont typeface="Arial"/>
              <a:buChar char="•"/>
            </a:pPr>
            <a:r>
              <a:rPr lang="en-US" sz="1696">
                <a:solidFill>
                  <a:srgbClr val="000000"/>
                </a:solidFill>
                <a:latin typeface="Poppins"/>
                <a:ea typeface="Poppins"/>
                <a:cs typeface="Poppins"/>
                <a:sym typeface="Poppins"/>
              </a:rPr>
              <a:t>It is extremely flexible, customizable and can be precisely tailored to meet the requirements for our customers .</a:t>
            </a:r>
          </a:p>
          <a:p>
            <a:pPr algn="just">
              <a:lnSpc>
                <a:spcPts val="1399"/>
              </a:lnSpc>
            </a:pPr>
            <a:r>
              <a:rPr lang="en-US" sz="999">
                <a:solidFill>
                  <a:srgbClr val="000000"/>
                </a:solidFill>
                <a:latin typeface="Poppins"/>
                <a:ea typeface="Poppins"/>
                <a:cs typeface="Poppins"/>
                <a:sym typeface="Poppins"/>
              </a:rPr>
              <a:t> </a:t>
            </a:r>
          </a:p>
          <a:p>
            <a:pPr marL="366273" lvl="1" indent="-183136" algn="just">
              <a:lnSpc>
                <a:spcPts val="2375"/>
              </a:lnSpc>
              <a:buFont typeface="Arial"/>
              <a:buChar char="•"/>
            </a:pPr>
            <a:r>
              <a:rPr lang="en-US" sz="1696">
                <a:solidFill>
                  <a:srgbClr val="000000"/>
                </a:solidFill>
                <a:latin typeface="Poppins"/>
                <a:ea typeface="Poppins"/>
                <a:cs typeface="Poppins"/>
                <a:sym typeface="Poppins"/>
              </a:rPr>
              <a:t>We offer highly-upgraded versions of the software, equipped with the latest technology and solutions to give the best to our customers to stay ahead of competition. </a:t>
            </a:r>
          </a:p>
        </p:txBody>
      </p:sp>
      <p:grpSp>
        <p:nvGrpSpPr>
          <p:cNvPr id="4" name="Group 4"/>
          <p:cNvGrpSpPr/>
          <p:nvPr/>
        </p:nvGrpSpPr>
        <p:grpSpPr>
          <a:xfrm rot="2338656">
            <a:off x="4761420" y="5753223"/>
            <a:ext cx="14052229" cy="5676761"/>
            <a:chOff x="0" y="0"/>
            <a:chExt cx="406400" cy="164176"/>
          </a:xfrm>
        </p:grpSpPr>
        <p:sp>
          <p:nvSpPr>
            <p:cNvPr id="5" name="Freeform 5"/>
            <p:cNvSpPr/>
            <p:nvPr/>
          </p:nvSpPr>
          <p:spPr>
            <a:xfrm>
              <a:off x="20615" y="0"/>
              <a:ext cx="365170" cy="164176"/>
            </a:xfrm>
            <a:custGeom>
              <a:avLst/>
              <a:gdLst/>
              <a:ahLst/>
              <a:cxnLst/>
              <a:rect l="l" t="t" r="r" b="b"/>
              <a:pathLst>
                <a:path w="365170" h="164176">
                  <a:moveTo>
                    <a:pt x="216009" y="0"/>
                  </a:moveTo>
                  <a:lnTo>
                    <a:pt x="352361" y="0"/>
                  </a:lnTo>
                  <a:cubicBezTo>
                    <a:pt x="357369" y="0"/>
                    <a:pt x="361832" y="3156"/>
                    <a:pt x="363501" y="7877"/>
                  </a:cubicBezTo>
                  <a:cubicBezTo>
                    <a:pt x="365170" y="12598"/>
                    <a:pt x="363682" y="17859"/>
                    <a:pt x="359787" y="21005"/>
                  </a:cubicBezTo>
                  <a:lnTo>
                    <a:pt x="208583" y="143170"/>
                  </a:lnTo>
                  <a:cubicBezTo>
                    <a:pt x="191761" y="156762"/>
                    <a:pt x="170788" y="164176"/>
                    <a:pt x="149161" y="164176"/>
                  </a:cubicBezTo>
                  <a:lnTo>
                    <a:pt x="12809" y="164176"/>
                  </a:lnTo>
                  <a:cubicBezTo>
                    <a:pt x="7801" y="164176"/>
                    <a:pt x="3338" y="161019"/>
                    <a:pt x="1669" y="156298"/>
                  </a:cubicBezTo>
                  <a:cubicBezTo>
                    <a:pt x="0" y="151577"/>
                    <a:pt x="1488" y="146317"/>
                    <a:pt x="5383" y="143170"/>
                  </a:cubicBezTo>
                  <a:lnTo>
                    <a:pt x="156587" y="21005"/>
                  </a:lnTo>
                  <a:cubicBezTo>
                    <a:pt x="173409" y="7414"/>
                    <a:pt x="194382" y="0"/>
                    <a:pt x="216009" y="0"/>
                  </a:cubicBezTo>
                  <a:close/>
                </a:path>
              </a:pathLst>
            </a:custGeom>
            <a:gradFill rotWithShape="1">
              <a:gsLst>
                <a:gs pos="0">
                  <a:srgbClr val="20428B">
                    <a:alpha val="100000"/>
                  </a:srgbClr>
                </a:gs>
                <a:gs pos="100000">
                  <a:srgbClr val="FFFFFF">
                    <a:alpha val="100000"/>
                  </a:srgbClr>
                </a:gs>
              </a:gsLst>
              <a:lin ang="5400000"/>
            </a:gradFill>
          </p:spPr>
        </p:sp>
        <p:sp>
          <p:nvSpPr>
            <p:cNvPr id="6" name="TextBox 6"/>
            <p:cNvSpPr txBox="1"/>
            <p:nvPr/>
          </p:nvSpPr>
          <p:spPr>
            <a:xfrm>
              <a:off x="101600" y="-57150"/>
              <a:ext cx="203200" cy="221326"/>
            </a:xfrm>
            <a:prstGeom prst="rect">
              <a:avLst/>
            </a:prstGeom>
          </p:spPr>
          <p:txBody>
            <a:bodyPr lIns="33867" tIns="33867" rIns="33867" bIns="33867" rtlCol="0" anchor="ctr"/>
            <a:lstStyle/>
            <a:p>
              <a:pPr algn="ctr">
                <a:lnSpc>
                  <a:spcPts val="1773"/>
                </a:lnSpc>
              </a:pPr>
              <a:endParaRPr sz="1200"/>
            </a:p>
          </p:txBody>
        </p:sp>
      </p:grpSp>
      <p:grpSp>
        <p:nvGrpSpPr>
          <p:cNvPr id="7" name="Group 7"/>
          <p:cNvGrpSpPr/>
          <p:nvPr/>
        </p:nvGrpSpPr>
        <p:grpSpPr>
          <a:xfrm rot="2338656">
            <a:off x="-5069389" y="-4731007"/>
            <a:ext cx="14052229" cy="5676761"/>
            <a:chOff x="0" y="0"/>
            <a:chExt cx="406400" cy="164176"/>
          </a:xfrm>
        </p:grpSpPr>
        <p:sp>
          <p:nvSpPr>
            <p:cNvPr id="8" name="Freeform 8"/>
            <p:cNvSpPr/>
            <p:nvPr/>
          </p:nvSpPr>
          <p:spPr>
            <a:xfrm>
              <a:off x="20615" y="0"/>
              <a:ext cx="365170" cy="164176"/>
            </a:xfrm>
            <a:custGeom>
              <a:avLst/>
              <a:gdLst/>
              <a:ahLst/>
              <a:cxnLst/>
              <a:rect l="l" t="t" r="r" b="b"/>
              <a:pathLst>
                <a:path w="365170" h="164176">
                  <a:moveTo>
                    <a:pt x="216009" y="0"/>
                  </a:moveTo>
                  <a:lnTo>
                    <a:pt x="352361" y="0"/>
                  </a:lnTo>
                  <a:cubicBezTo>
                    <a:pt x="357369" y="0"/>
                    <a:pt x="361832" y="3156"/>
                    <a:pt x="363501" y="7877"/>
                  </a:cubicBezTo>
                  <a:cubicBezTo>
                    <a:pt x="365170" y="12598"/>
                    <a:pt x="363682" y="17859"/>
                    <a:pt x="359787" y="21005"/>
                  </a:cubicBezTo>
                  <a:lnTo>
                    <a:pt x="208583" y="143170"/>
                  </a:lnTo>
                  <a:cubicBezTo>
                    <a:pt x="191761" y="156762"/>
                    <a:pt x="170788" y="164176"/>
                    <a:pt x="149161" y="164176"/>
                  </a:cubicBezTo>
                  <a:lnTo>
                    <a:pt x="12809" y="164176"/>
                  </a:lnTo>
                  <a:cubicBezTo>
                    <a:pt x="7801" y="164176"/>
                    <a:pt x="3338" y="161019"/>
                    <a:pt x="1669" y="156298"/>
                  </a:cubicBezTo>
                  <a:cubicBezTo>
                    <a:pt x="0" y="151577"/>
                    <a:pt x="1488" y="146317"/>
                    <a:pt x="5383" y="143170"/>
                  </a:cubicBezTo>
                  <a:lnTo>
                    <a:pt x="156587" y="21005"/>
                  </a:lnTo>
                  <a:cubicBezTo>
                    <a:pt x="173409" y="7414"/>
                    <a:pt x="194382" y="0"/>
                    <a:pt x="216009" y="0"/>
                  </a:cubicBezTo>
                  <a:close/>
                </a:path>
              </a:pathLst>
            </a:custGeom>
            <a:gradFill rotWithShape="1">
              <a:gsLst>
                <a:gs pos="0">
                  <a:srgbClr val="20428B">
                    <a:alpha val="100000"/>
                  </a:srgbClr>
                </a:gs>
                <a:gs pos="100000">
                  <a:srgbClr val="FFFFFF">
                    <a:alpha val="100000"/>
                  </a:srgbClr>
                </a:gs>
              </a:gsLst>
              <a:lin ang="0"/>
            </a:gradFill>
          </p:spPr>
        </p:sp>
        <p:sp>
          <p:nvSpPr>
            <p:cNvPr id="9" name="TextBox 9"/>
            <p:cNvSpPr txBox="1"/>
            <p:nvPr/>
          </p:nvSpPr>
          <p:spPr>
            <a:xfrm>
              <a:off x="101600" y="-57150"/>
              <a:ext cx="203200" cy="221326"/>
            </a:xfrm>
            <a:prstGeom prst="rect">
              <a:avLst/>
            </a:prstGeom>
          </p:spPr>
          <p:txBody>
            <a:bodyPr lIns="33867" tIns="33867" rIns="33867" bIns="33867" rtlCol="0" anchor="ctr"/>
            <a:lstStyle/>
            <a:p>
              <a:pPr algn="ctr">
                <a:lnSpc>
                  <a:spcPts val="1773"/>
                </a:lnSpc>
              </a:pPr>
              <a:endParaRPr sz="12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3275214" y="393373"/>
            <a:ext cx="6682215" cy="1200329"/>
          </a:xfrm>
          <a:prstGeom prst="rect">
            <a:avLst/>
          </a:prstGeom>
          <a:solidFill>
            <a:schemeClr val="bg1"/>
          </a:solidFill>
          <a:ln>
            <a:solidFill>
              <a:schemeClr val="bg1"/>
            </a:solidFill>
          </a:ln>
        </p:spPr>
        <p:txBody>
          <a:bodyPr wrap="square" lIns="91440" tIns="45720" rIns="91440" bIns="45720" rtlCol="0" anchor="t">
            <a:spAutoFit/>
          </a:bodyPr>
          <a:lstStyle/>
          <a:p>
            <a:pPr algn="ctr"/>
            <a:endParaRPr lang="en-US" sz="3600" b="1">
              <a:solidFill>
                <a:srgbClr val="2980B9"/>
              </a:solidFill>
              <a:ea typeface="Source Sans Pro Light"/>
              <a:cs typeface="+mn-lt"/>
            </a:endParaRPr>
          </a:p>
          <a:p>
            <a:pPr algn="ctr"/>
            <a:endParaRPr lang="en-US" sz="3600">
              <a:solidFill>
                <a:srgbClr val="2980B9"/>
              </a:solidFill>
              <a:latin typeface="+mj-lt"/>
              <a:ea typeface="Source Sans Pro Light"/>
            </a:endParaRPr>
          </a:p>
        </p:txBody>
      </p:sp>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34727" y="5483760"/>
            <a:ext cx="752467" cy="20219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TextBox 5">
            <a:extLst>
              <a:ext uri="{FF2B5EF4-FFF2-40B4-BE49-F238E27FC236}">
                <a16:creationId xmlns:a16="http://schemas.microsoft.com/office/drawing/2014/main" id="{4E06395A-5D59-4F58-8C10-7376837D4123}"/>
              </a:ext>
            </a:extLst>
          </p:cNvPr>
          <p:cNvSpPr txBox="1"/>
          <p:nvPr/>
        </p:nvSpPr>
        <p:spPr>
          <a:xfrm>
            <a:off x="1846000" y="2447719"/>
            <a:ext cx="9155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a:solidFill>
                <a:schemeClr val="tx2"/>
              </a:solidFill>
              <a:cs typeface="Calibri"/>
            </a:endParaRPr>
          </a:p>
        </p:txBody>
      </p:sp>
      <p:sp>
        <p:nvSpPr>
          <p:cNvPr id="24" name="Title 1">
            <a:extLst>
              <a:ext uri="{FF2B5EF4-FFF2-40B4-BE49-F238E27FC236}">
                <a16:creationId xmlns:a16="http://schemas.microsoft.com/office/drawing/2014/main" id="{00712CBB-7379-4248-BDA5-E924CB765C24}"/>
              </a:ext>
            </a:extLst>
          </p:cNvPr>
          <p:cNvSpPr>
            <a:spLocks noGrp="1"/>
          </p:cNvSpPr>
          <p:nvPr/>
        </p:nvSpPr>
        <p:spPr>
          <a:xfrm>
            <a:off x="2862701" y="402172"/>
            <a:ext cx="7285250" cy="675926"/>
          </a:xfrm>
          <a:prstGeom prst="rect">
            <a:avLst/>
          </a:prstGeom>
          <a:solidFill>
            <a:schemeClr val="bg1"/>
          </a:solidFill>
        </p:spPr>
        <p:txBody>
          <a:bodyPr vert="horz" lIns="0" tIns="45720" rIns="0" bIns="45720" anchor="ctr">
            <a:noAutofit/>
          </a:bodyPr>
          <a:lstStyle>
            <a:lvl1pPr marL="182880" algn="l" rtl="0" eaLnBrk="1" latinLnBrk="0" hangingPunct="1">
              <a:spcBef>
                <a:spcPct val="0"/>
              </a:spcBef>
              <a:buNone/>
              <a:defRPr sz="4000" b="1" kern="1200">
                <a:ln w="6350">
                  <a:noFill/>
                </a:ln>
                <a:solidFill>
                  <a:schemeClr val="accent1"/>
                </a:solidFill>
                <a:effectLst/>
                <a:latin typeface="+mj-lt"/>
                <a:ea typeface="+mj-ea"/>
                <a:cs typeface="+mj-cs"/>
              </a:defRPr>
            </a:lvl1pPr>
          </a:lstStyle>
          <a:p>
            <a:pPr marL="0" algn="ctr"/>
            <a:r>
              <a:rPr lang="en-US" sz="3600" dirty="0">
                <a:solidFill>
                  <a:schemeClr val="tx2"/>
                </a:solidFill>
                <a:latin typeface="Segoe UI"/>
                <a:ea typeface="+mn-ea"/>
                <a:cs typeface="Segoe UI"/>
              </a:rPr>
              <a:t>Industry Recognition</a:t>
            </a:r>
          </a:p>
        </p:txBody>
      </p:sp>
      <p:pic>
        <p:nvPicPr>
          <p:cNvPr id="25" name="Picture 24">
            <a:extLst>
              <a:ext uri="{FF2B5EF4-FFF2-40B4-BE49-F238E27FC236}">
                <a16:creationId xmlns:a16="http://schemas.microsoft.com/office/drawing/2014/main" id="{C61C34C3-AEB9-4620-9223-98CFAAAEC1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507" y="1391837"/>
            <a:ext cx="2224985" cy="1119548"/>
          </a:xfrm>
          <a:prstGeom prst="rect">
            <a:avLst/>
          </a:prstGeom>
        </p:spPr>
      </p:pic>
      <p:pic>
        <p:nvPicPr>
          <p:cNvPr id="26" name="Picture 25">
            <a:extLst>
              <a:ext uri="{FF2B5EF4-FFF2-40B4-BE49-F238E27FC236}">
                <a16:creationId xmlns:a16="http://schemas.microsoft.com/office/drawing/2014/main" id="{743F22BC-474D-4567-A2DB-0F63279FB1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1987" y="2348548"/>
            <a:ext cx="2279455" cy="1260690"/>
          </a:xfrm>
          <a:prstGeom prst="rect">
            <a:avLst/>
          </a:prstGeom>
        </p:spPr>
      </p:pic>
      <p:pic>
        <p:nvPicPr>
          <p:cNvPr id="27" name="Picture 26">
            <a:extLst>
              <a:ext uri="{FF2B5EF4-FFF2-40B4-BE49-F238E27FC236}">
                <a16:creationId xmlns:a16="http://schemas.microsoft.com/office/drawing/2014/main" id="{060D6501-34F2-484B-A8BE-2A89794968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507" y="3567267"/>
            <a:ext cx="2126207" cy="1633998"/>
          </a:xfrm>
          <a:prstGeom prst="rect">
            <a:avLst/>
          </a:prstGeom>
        </p:spPr>
      </p:pic>
      <p:pic>
        <p:nvPicPr>
          <p:cNvPr id="28" name="Picture 27">
            <a:extLst>
              <a:ext uri="{FF2B5EF4-FFF2-40B4-BE49-F238E27FC236}">
                <a16:creationId xmlns:a16="http://schemas.microsoft.com/office/drawing/2014/main" id="{CA142F80-9F4F-41DB-985D-7858FC4267C2}"/>
              </a:ext>
            </a:extLst>
          </p:cNvPr>
          <p:cNvPicPr>
            <a:picLocks noChangeAspect="1"/>
          </p:cNvPicPr>
          <p:nvPr/>
        </p:nvPicPr>
        <p:blipFill rotWithShape="1">
          <a:blip r:embed="rId6">
            <a:extLst>
              <a:ext uri="{28A0092B-C50C-407E-A947-70E740481C1C}">
                <a14:useLocalDpi xmlns:a14="http://schemas.microsoft.com/office/drawing/2010/main" val="0"/>
              </a:ext>
            </a:extLst>
          </a:blip>
          <a:srcRect t="27545" b="25206"/>
          <a:stretch/>
        </p:blipFill>
        <p:spPr>
          <a:xfrm>
            <a:off x="6967106" y="1279436"/>
            <a:ext cx="2321789" cy="1198215"/>
          </a:xfrm>
          <a:prstGeom prst="rect">
            <a:avLst/>
          </a:prstGeom>
        </p:spPr>
      </p:pic>
      <p:pic>
        <p:nvPicPr>
          <p:cNvPr id="3" name="Picture 2">
            <a:extLst>
              <a:ext uri="{FF2B5EF4-FFF2-40B4-BE49-F238E27FC236}">
                <a16:creationId xmlns:a16="http://schemas.microsoft.com/office/drawing/2014/main" id="{10ABE9B9-D1CC-44AC-9188-1FE2D84B4C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05147" y="4568159"/>
            <a:ext cx="4725477" cy="1067043"/>
          </a:xfrm>
          <a:prstGeom prst="rect">
            <a:avLst/>
          </a:prstGeom>
        </p:spPr>
      </p:pic>
      <p:pic>
        <p:nvPicPr>
          <p:cNvPr id="5" name="Picture 4">
            <a:extLst>
              <a:ext uri="{FF2B5EF4-FFF2-40B4-BE49-F238E27FC236}">
                <a16:creationId xmlns:a16="http://schemas.microsoft.com/office/drawing/2014/main" id="{D5DB39E5-5264-44C4-922C-70AD94D4E3C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19333" y="3165555"/>
            <a:ext cx="3962400" cy="1054100"/>
          </a:xfrm>
          <a:prstGeom prst="rect">
            <a:avLst/>
          </a:prstGeom>
        </p:spPr>
      </p:pic>
    </p:spTree>
    <p:extLst>
      <p:ext uri="{BB962C8B-B14F-4D97-AF65-F5344CB8AC3E}">
        <p14:creationId xmlns:p14="http://schemas.microsoft.com/office/powerpoint/2010/main" val="25884038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500"/>
                                        <p:tgtEl>
                                          <p:spTgt spid="108"/>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anim calcmode="lin" valueType="num">
                                      <p:cBhvr>
                                        <p:cTn id="22" dur="500" fill="hold"/>
                                        <p:tgtEl>
                                          <p:spTgt spid="102"/>
                                        </p:tgtEl>
                                        <p:attrNameLst>
                                          <p:attrName>ppt_x</p:attrName>
                                        </p:attrNameLst>
                                      </p:cBhvr>
                                      <p:tavLst>
                                        <p:tav tm="0">
                                          <p:val>
                                            <p:strVal val="#ppt_x"/>
                                          </p:val>
                                        </p:tav>
                                        <p:tav tm="100000">
                                          <p:val>
                                            <p:strVal val="#ppt_x"/>
                                          </p:val>
                                        </p:tav>
                                      </p:tavLst>
                                    </p:anim>
                                    <p:anim calcmode="lin" valueType="num">
                                      <p:cBhvr>
                                        <p:cTn id="23" dur="500" fill="hold"/>
                                        <p:tgtEl>
                                          <p:spTgt spid="102"/>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anim calcmode="lin" valueType="num">
                                      <p:cBhvr>
                                        <p:cTn id="28" dur="500" fill="hold"/>
                                        <p:tgtEl>
                                          <p:spTgt spid="103"/>
                                        </p:tgtEl>
                                        <p:attrNameLst>
                                          <p:attrName>ppt_x</p:attrName>
                                        </p:attrNameLst>
                                      </p:cBhvr>
                                      <p:tavLst>
                                        <p:tav tm="0">
                                          <p:val>
                                            <p:strVal val="#ppt_x"/>
                                          </p:val>
                                        </p:tav>
                                        <p:tav tm="100000">
                                          <p:val>
                                            <p:strVal val="#ppt_x"/>
                                          </p:val>
                                        </p:tav>
                                      </p:tavLst>
                                    </p:anim>
                                    <p:anim calcmode="lin" valueType="num">
                                      <p:cBhvr>
                                        <p:cTn id="29" dur="500" fill="hold"/>
                                        <p:tgtEl>
                                          <p:spTgt spid="103"/>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anim calcmode="lin" valueType="num">
                                      <p:cBhvr>
                                        <p:cTn id="34" dur="500" fill="hold"/>
                                        <p:tgtEl>
                                          <p:spTgt spid="104"/>
                                        </p:tgtEl>
                                        <p:attrNameLst>
                                          <p:attrName>ppt_x</p:attrName>
                                        </p:attrNameLst>
                                      </p:cBhvr>
                                      <p:tavLst>
                                        <p:tav tm="0">
                                          <p:val>
                                            <p:strVal val="#ppt_x"/>
                                          </p:val>
                                        </p:tav>
                                        <p:tav tm="100000">
                                          <p:val>
                                            <p:strVal val="#ppt_x"/>
                                          </p:val>
                                        </p:tav>
                                      </p:tavLst>
                                    </p:anim>
                                    <p:anim calcmode="lin" valueType="num">
                                      <p:cBhvr>
                                        <p:cTn id="35" dur="500" fill="hold"/>
                                        <p:tgtEl>
                                          <p:spTgt spid="104"/>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05"/>
                                        </p:tgtEl>
                                        <p:attrNameLst>
                                          <p:attrName>style.visibility</p:attrName>
                                        </p:attrNameLst>
                                      </p:cBhvr>
                                      <p:to>
                                        <p:strVal val="visible"/>
                                      </p:to>
                                    </p:set>
                                    <p:animEffect transition="in" filter="fade">
                                      <p:cBhvr>
                                        <p:cTn id="39" dur="500"/>
                                        <p:tgtEl>
                                          <p:spTgt spid="105"/>
                                        </p:tgtEl>
                                      </p:cBhvr>
                                    </p:animEffect>
                                    <p:anim calcmode="lin" valueType="num">
                                      <p:cBhvr>
                                        <p:cTn id="40" dur="500" fill="hold"/>
                                        <p:tgtEl>
                                          <p:spTgt spid="105"/>
                                        </p:tgtEl>
                                        <p:attrNameLst>
                                          <p:attrName>ppt_x</p:attrName>
                                        </p:attrNameLst>
                                      </p:cBhvr>
                                      <p:tavLst>
                                        <p:tav tm="0">
                                          <p:val>
                                            <p:strVal val="#ppt_x"/>
                                          </p:val>
                                        </p:tav>
                                        <p:tav tm="100000">
                                          <p:val>
                                            <p:strVal val="#ppt_x"/>
                                          </p:val>
                                        </p:tav>
                                      </p:tavLst>
                                    </p:anim>
                                    <p:anim calcmode="lin" valueType="num">
                                      <p:cBhvr>
                                        <p:cTn id="41" dur="500" fill="hold"/>
                                        <p:tgtEl>
                                          <p:spTgt spid="10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anim calcmode="lin" valueType="num">
                                      <p:cBhvr>
                                        <p:cTn id="46" dur="500" fill="hold"/>
                                        <p:tgtEl>
                                          <p:spTgt spid="116"/>
                                        </p:tgtEl>
                                        <p:attrNameLst>
                                          <p:attrName>ppt_x</p:attrName>
                                        </p:attrNameLst>
                                      </p:cBhvr>
                                      <p:tavLst>
                                        <p:tav tm="0">
                                          <p:val>
                                            <p:strVal val="#ppt_x"/>
                                          </p:val>
                                        </p:tav>
                                        <p:tav tm="100000">
                                          <p:val>
                                            <p:strVal val="#ppt_x"/>
                                          </p:val>
                                        </p:tav>
                                      </p:tavLst>
                                    </p:anim>
                                    <p:anim calcmode="lin" valueType="num">
                                      <p:cBhvr>
                                        <p:cTn id="47"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6" grpId="0"/>
      <p:bldP spid="102" grpId="0" animBg="1"/>
      <p:bldP spid="103" grpId="0" animBg="1"/>
      <p:bldP spid="104" grpId="0" animBg="1"/>
      <p:bldP spid="105" grpId="0" animBg="1"/>
      <p:bldP spid="1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34724" y="5457743"/>
            <a:ext cx="752474" cy="202192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AD972D04-06DF-4006-89EB-AA13A1A9F4C1}"/>
              </a:ext>
            </a:extLst>
          </p:cNvPr>
          <p:cNvSpPr txBox="1"/>
          <p:nvPr/>
        </p:nvSpPr>
        <p:spPr>
          <a:xfrm>
            <a:off x="3420931" y="253879"/>
            <a:ext cx="5493910" cy="7755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ct val="0"/>
              </a:spcBef>
            </a:pPr>
            <a:r>
              <a:rPr lang="en-US" sz="3600" b="1" dirty="0">
                <a:ln w="6350">
                  <a:noFill/>
                </a:ln>
                <a:solidFill>
                  <a:schemeClr val="tx2"/>
                </a:solidFill>
                <a:latin typeface="Segoe UI"/>
                <a:cs typeface="Segoe UI"/>
              </a:rPr>
              <a:t>Universities partners </a:t>
            </a:r>
          </a:p>
        </p:txBody>
      </p:sp>
      <p:pic>
        <p:nvPicPr>
          <p:cNvPr id="2" name="Picture 2">
            <a:extLst>
              <a:ext uri="{FF2B5EF4-FFF2-40B4-BE49-F238E27FC236}">
                <a16:creationId xmlns:a16="http://schemas.microsoft.com/office/drawing/2014/main" id="{249D939C-69A0-438B-BE45-616981AE854A}"/>
              </a:ext>
            </a:extLst>
          </p:cNvPr>
          <p:cNvPicPr>
            <a:picLocks noChangeAspect="1"/>
          </p:cNvPicPr>
          <p:nvPr/>
        </p:nvPicPr>
        <p:blipFill>
          <a:blip r:embed="rId3"/>
          <a:stretch>
            <a:fillRect/>
          </a:stretch>
        </p:blipFill>
        <p:spPr>
          <a:xfrm>
            <a:off x="668848" y="3552129"/>
            <a:ext cx="6328625" cy="1640423"/>
          </a:xfrm>
          <a:prstGeom prst="rect">
            <a:avLst/>
          </a:prstGeom>
        </p:spPr>
      </p:pic>
      <p:pic>
        <p:nvPicPr>
          <p:cNvPr id="3" name="Picture 3">
            <a:extLst>
              <a:ext uri="{FF2B5EF4-FFF2-40B4-BE49-F238E27FC236}">
                <a16:creationId xmlns:a16="http://schemas.microsoft.com/office/drawing/2014/main" id="{211AB0C1-8063-412C-9E6C-595EA87ABD87}"/>
              </a:ext>
            </a:extLst>
          </p:cNvPr>
          <p:cNvPicPr>
            <a:picLocks noChangeAspect="1"/>
          </p:cNvPicPr>
          <p:nvPr/>
        </p:nvPicPr>
        <p:blipFill>
          <a:blip r:embed="rId4"/>
          <a:stretch>
            <a:fillRect/>
          </a:stretch>
        </p:blipFill>
        <p:spPr>
          <a:xfrm>
            <a:off x="668848" y="1387398"/>
            <a:ext cx="6234849" cy="1743076"/>
          </a:xfrm>
          <a:prstGeom prst="rect">
            <a:avLst/>
          </a:prstGeom>
        </p:spPr>
      </p:pic>
      <p:pic>
        <p:nvPicPr>
          <p:cNvPr id="6" name="Picture 5">
            <a:extLst>
              <a:ext uri="{FF2B5EF4-FFF2-40B4-BE49-F238E27FC236}">
                <a16:creationId xmlns:a16="http://schemas.microsoft.com/office/drawing/2014/main" id="{13214E74-A967-4F41-ACC9-A9440B3F86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16905" y="2613683"/>
            <a:ext cx="3074100" cy="1143260"/>
          </a:xfrm>
          <a:prstGeom prst="rect">
            <a:avLst/>
          </a:prstGeom>
        </p:spPr>
      </p:pic>
      <p:pic>
        <p:nvPicPr>
          <p:cNvPr id="8" name="Picture 7">
            <a:extLst>
              <a:ext uri="{FF2B5EF4-FFF2-40B4-BE49-F238E27FC236}">
                <a16:creationId xmlns:a16="http://schemas.microsoft.com/office/drawing/2014/main" id="{608A9D9B-D8B0-4EE6-8524-DAF7A46570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60001" y="3509607"/>
            <a:ext cx="1752999" cy="1930840"/>
          </a:xfrm>
          <a:prstGeom prst="rect">
            <a:avLst/>
          </a:prstGeom>
        </p:spPr>
      </p:pic>
      <p:pic>
        <p:nvPicPr>
          <p:cNvPr id="10" name="Picture 9">
            <a:extLst>
              <a:ext uri="{FF2B5EF4-FFF2-40B4-BE49-F238E27FC236}">
                <a16:creationId xmlns:a16="http://schemas.microsoft.com/office/drawing/2014/main" id="{7E9979BE-F1AF-48C3-8975-96BFB734D39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47273" y="4481482"/>
            <a:ext cx="1228725" cy="1228725"/>
          </a:xfrm>
          <a:prstGeom prst="rect">
            <a:avLst/>
          </a:prstGeom>
        </p:spPr>
      </p:pic>
      <p:pic>
        <p:nvPicPr>
          <p:cNvPr id="12" name="Picture 11">
            <a:extLst>
              <a:ext uri="{FF2B5EF4-FFF2-40B4-BE49-F238E27FC236}">
                <a16:creationId xmlns:a16="http://schemas.microsoft.com/office/drawing/2014/main" id="{64665790-C5C1-4D0C-8181-C0440B92ABE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94090" y="981909"/>
            <a:ext cx="3929062" cy="1394610"/>
          </a:xfrm>
          <a:prstGeom prst="rect">
            <a:avLst/>
          </a:prstGeom>
        </p:spPr>
      </p:pic>
    </p:spTree>
    <p:extLst>
      <p:ext uri="{BB962C8B-B14F-4D97-AF65-F5344CB8AC3E}">
        <p14:creationId xmlns:p14="http://schemas.microsoft.com/office/powerpoint/2010/main" val="28479925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fade">
                                      <p:cBhvr>
                                        <p:cTn id="11" dur="500"/>
                                        <p:tgtEl>
                                          <p:spTgt spid="108"/>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500"/>
                                        <p:tgtEl>
                                          <p:spTgt spid="102"/>
                                        </p:tgtEl>
                                      </p:cBhvr>
                                    </p:animEffect>
                                    <p:anim calcmode="lin" valueType="num">
                                      <p:cBhvr>
                                        <p:cTn id="16" dur="500" fill="hold"/>
                                        <p:tgtEl>
                                          <p:spTgt spid="102"/>
                                        </p:tgtEl>
                                        <p:attrNameLst>
                                          <p:attrName>ppt_x</p:attrName>
                                        </p:attrNameLst>
                                      </p:cBhvr>
                                      <p:tavLst>
                                        <p:tav tm="0">
                                          <p:val>
                                            <p:strVal val="#ppt_x"/>
                                          </p:val>
                                        </p:tav>
                                        <p:tav tm="100000">
                                          <p:val>
                                            <p:strVal val="#ppt_x"/>
                                          </p:val>
                                        </p:tav>
                                      </p:tavLst>
                                    </p:anim>
                                    <p:anim calcmode="lin" valueType="num">
                                      <p:cBhvr>
                                        <p:cTn id="17" dur="500" fill="hold"/>
                                        <p:tgtEl>
                                          <p:spTgt spid="10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3"/>
                                        </p:tgtEl>
                                        <p:attrNameLst>
                                          <p:attrName>style.visibility</p:attrName>
                                        </p:attrNameLst>
                                      </p:cBhvr>
                                      <p:to>
                                        <p:strVal val="visible"/>
                                      </p:to>
                                    </p:set>
                                    <p:animEffect transition="in" filter="fade">
                                      <p:cBhvr>
                                        <p:cTn id="21" dur="500"/>
                                        <p:tgtEl>
                                          <p:spTgt spid="103"/>
                                        </p:tgtEl>
                                      </p:cBhvr>
                                    </p:animEffect>
                                    <p:anim calcmode="lin" valueType="num">
                                      <p:cBhvr>
                                        <p:cTn id="22" dur="500" fill="hold"/>
                                        <p:tgtEl>
                                          <p:spTgt spid="103"/>
                                        </p:tgtEl>
                                        <p:attrNameLst>
                                          <p:attrName>ppt_x</p:attrName>
                                        </p:attrNameLst>
                                      </p:cBhvr>
                                      <p:tavLst>
                                        <p:tav tm="0">
                                          <p:val>
                                            <p:strVal val="#ppt_x"/>
                                          </p:val>
                                        </p:tav>
                                        <p:tav tm="100000">
                                          <p:val>
                                            <p:strVal val="#ppt_x"/>
                                          </p:val>
                                        </p:tav>
                                      </p:tavLst>
                                    </p:anim>
                                    <p:anim calcmode="lin" valueType="num">
                                      <p:cBhvr>
                                        <p:cTn id="23" dur="500" fill="hold"/>
                                        <p:tgtEl>
                                          <p:spTgt spid="103"/>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500"/>
                                        <p:tgtEl>
                                          <p:spTgt spid="104"/>
                                        </p:tgtEl>
                                      </p:cBhvr>
                                    </p:animEffect>
                                    <p:anim calcmode="lin" valueType="num">
                                      <p:cBhvr>
                                        <p:cTn id="28" dur="500" fill="hold"/>
                                        <p:tgtEl>
                                          <p:spTgt spid="104"/>
                                        </p:tgtEl>
                                        <p:attrNameLst>
                                          <p:attrName>ppt_x</p:attrName>
                                        </p:attrNameLst>
                                      </p:cBhvr>
                                      <p:tavLst>
                                        <p:tav tm="0">
                                          <p:val>
                                            <p:strVal val="#ppt_x"/>
                                          </p:val>
                                        </p:tav>
                                        <p:tav tm="100000">
                                          <p:val>
                                            <p:strVal val="#ppt_x"/>
                                          </p:val>
                                        </p:tav>
                                      </p:tavLst>
                                    </p:anim>
                                    <p:anim calcmode="lin" valueType="num">
                                      <p:cBhvr>
                                        <p:cTn id="29" dur="500" fill="hold"/>
                                        <p:tgtEl>
                                          <p:spTgt spid="104"/>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5"/>
                                        </p:tgtEl>
                                        <p:attrNameLst>
                                          <p:attrName>style.visibility</p:attrName>
                                        </p:attrNameLst>
                                      </p:cBhvr>
                                      <p:to>
                                        <p:strVal val="visible"/>
                                      </p:to>
                                    </p:set>
                                    <p:animEffect transition="in" filter="fade">
                                      <p:cBhvr>
                                        <p:cTn id="33" dur="500"/>
                                        <p:tgtEl>
                                          <p:spTgt spid="105"/>
                                        </p:tgtEl>
                                      </p:cBhvr>
                                    </p:animEffect>
                                    <p:anim calcmode="lin" valueType="num">
                                      <p:cBhvr>
                                        <p:cTn id="34" dur="500" fill="hold"/>
                                        <p:tgtEl>
                                          <p:spTgt spid="105"/>
                                        </p:tgtEl>
                                        <p:attrNameLst>
                                          <p:attrName>ppt_x</p:attrName>
                                        </p:attrNameLst>
                                      </p:cBhvr>
                                      <p:tavLst>
                                        <p:tav tm="0">
                                          <p:val>
                                            <p:strVal val="#ppt_x"/>
                                          </p:val>
                                        </p:tav>
                                        <p:tav tm="100000">
                                          <p:val>
                                            <p:strVal val="#ppt_x"/>
                                          </p:val>
                                        </p:tav>
                                      </p:tavLst>
                                    </p:anim>
                                    <p:anim calcmode="lin" valueType="num">
                                      <p:cBhvr>
                                        <p:cTn id="35" dur="500" fill="hold"/>
                                        <p:tgtEl>
                                          <p:spTgt spid="10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16"/>
                                        </p:tgtEl>
                                        <p:attrNameLst>
                                          <p:attrName>style.visibility</p:attrName>
                                        </p:attrNameLst>
                                      </p:cBhvr>
                                      <p:to>
                                        <p:strVal val="visible"/>
                                      </p:to>
                                    </p:set>
                                    <p:animEffect transition="in" filter="fade">
                                      <p:cBhvr>
                                        <p:cTn id="39" dur="500"/>
                                        <p:tgtEl>
                                          <p:spTgt spid="116"/>
                                        </p:tgtEl>
                                      </p:cBhvr>
                                    </p:animEffect>
                                    <p:anim calcmode="lin" valueType="num">
                                      <p:cBhvr>
                                        <p:cTn id="40" dur="500" fill="hold"/>
                                        <p:tgtEl>
                                          <p:spTgt spid="116"/>
                                        </p:tgtEl>
                                        <p:attrNameLst>
                                          <p:attrName>ppt_x</p:attrName>
                                        </p:attrNameLst>
                                      </p:cBhvr>
                                      <p:tavLst>
                                        <p:tav tm="0">
                                          <p:val>
                                            <p:strVal val="#ppt_x"/>
                                          </p:val>
                                        </p:tav>
                                        <p:tav tm="100000">
                                          <p:val>
                                            <p:strVal val="#ppt_x"/>
                                          </p:val>
                                        </p:tav>
                                      </p:tavLst>
                                    </p:anim>
                                    <p:anim calcmode="lin" valueType="num">
                                      <p:cBhvr>
                                        <p:cTn id="41"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102" grpId="0" animBg="1"/>
      <p:bldP spid="103" grpId="0" animBg="1"/>
      <p:bldP spid="104" grpId="0" animBg="1"/>
      <p:bldP spid="105" grpId="0" animBg="1"/>
      <p:bldP spid="1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299736"/>
            <a:ext cx="12192000" cy="5558264"/>
          </a:xfrm>
          <a:custGeom>
            <a:avLst/>
            <a:gdLst/>
            <a:ahLst/>
            <a:cxnLst/>
            <a:rect l="l" t="t" r="r" b="b"/>
            <a:pathLst>
              <a:path w="18288000" h="8337396">
                <a:moveTo>
                  <a:pt x="0" y="0"/>
                </a:moveTo>
                <a:lnTo>
                  <a:pt x="18288000" y="0"/>
                </a:lnTo>
                <a:lnTo>
                  <a:pt x="18288000" y="8337396"/>
                </a:lnTo>
                <a:lnTo>
                  <a:pt x="0" y="8337396"/>
                </a:lnTo>
                <a:lnTo>
                  <a:pt x="0" y="0"/>
                </a:lnTo>
                <a:close/>
              </a:path>
            </a:pathLst>
          </a:custGeom>
          <a:blipFill>
            <a:blip r:embed="rId2"/>
            <a:stretch>
              <a:fillRect l="-52291" t="-60081" r="-21165" b="-53936"/>
            </a:stretch>
          </a:blipFill>
        </p:spPr>
      </p:sp>
      <p:sp>
        <p:nvSpPr>
          <p:cNvPr id="3" name="TextBox 3"/>
          <p:cNvSpPr txBox="1"/>
          <p:nvPr/>
        </p:nvSpPr>
        <p:spPr>
          <a:xfrm>
            <a:off x="3922155" y="577748"/>
            <a:ext cx="4347691" cy="475579"/>
          </a:xfrm>
          <a:prstGeom prst="rect">
            <a:avLst/>
          </a:prstGeom>
        </p:spPr>
        <p:txBody>
          <a:bodyPr lIns="0" tIns="0" rIns="0" bIns="0" rtlCol="0" anchor="t">
            <a:spAutoFit/>
          </a:bodyPr>
          <a:lstStyle/>
          <a:p>
            <a:pPr algn="r">
              <a:lnSpc>
                <a:spcPts val="3667"/>
              </a:lnSpc>
            </a:pPr>
            <a:r>
              <a:rPr lang="en-US" sz="3334" b="1">
                <a:solidFill>
                  <a:srgbClr val="20428B"/>
                </a:solidFill>
                <a:latin typeface="Poppins Bold"/>
                <a:ea typeface="Poppins Bold"/>
                <a:cs typeface="Poppins Bold"/>
                <a:sym typeface="Poppins Bold"/>
              </a:rPr>
              <a:t>OUR PARTIAL CLIENT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normAutofit/>
          </a:bodyPr>
          <a:lstStyle/>
          <a:p>
            <a:r>
              <a:rPr lang="en-IN" dirty="0">
                <a:latin typeface="AR ESSENCE" pitchFamily="2" charset="0"/>
              </a:rPr>
              <a:t>Success Story &amp; Clients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13476"/>
            <a:ext cx="9144000" cy="64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lowchart: Terminator 7"/>
          <p:cNvSpPr/>
          <p:nvPr/>
        </p:nvSpPr>
        <p:spPr>
          <a:xfrm>
            <a:off x="1828800" y="857250"/>
            <a:ext cx="8382000" cy="57150"/>
          </a:xfrm>
          <a:prstGeom prst="flowChartTerminator">
            <a:avLst/>
          </a:prstGeom>
          <a:gradFill flip="none" rotWithShape="1">
            <a:gsLst>
              <a:gs pos="0">
                <a:schemeClr val="tx2"/>
              </a:gs>
              <a:gs pos="25000">
                <a:srgbClr val="21D6E0"/>
              </a:gs>
              <a:gs pos="75000">
                <a:srgbClr val="0087E6"/>
              </a:gs>
              <a:gs pos="100000">
                <a:srgbClr val="005CBF"/>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9C6E1720-8096-4754-B9BA-C32498D51CBC}"/>
              </a:ext>
            </a:extLst>
          </p:cNvPr>
          <p:cNvSpPr txBox="1"/>
          <p:nvPr/>
        </p:nvSpPr>
        <p:spPr>
          <a:xfrm>
            <a:off x="6248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p:txBody>
      </p:sp>
      <p:pic>
        <p:nvPicPr>
          <p:cNvPr id="54" name="Picture 15">
            <a:extLst>
              <a:ext uri="{FF2B5EF4-FFF2-40B4-BE49-F238E27FC236}">
                <a16:creationId xmlns:a16="http://schemas.microsoft.com/office/drawing/2014/main" id="{9478B4ED-DC64-402A-A481-4F94BB18E8DF}"/>
              </a:ext>
            </a:extLst>
          </p:cNvPr>
          <p:cNvPicPr>
            <a:picLocks noChangeAspect="1"/>
          </p:cNvPicPr>
          <p:nvPr/>
        </p:nvPicPr>
        <p:blipFill>
          <a:blip r:embed="rId3"/>
          <a:stretch>
            <a:fillRect/>
          </a:stretch>
        </p:blipFill>
        <p:spPr>
          <a:xfrm>
            <a:off x="6342192" y="1025692"/>
            <a:ext cx="1743075" cy="590550"/>
          </a:xfrm>
          <a:prstGeom prst="rect">
            <a:avLst/>
          </a:prstGeom>
        </p:spPr>
      </p:pic>
      <p:pic>
        <p:nvPicPr>
          <p:cNvPr id="55" name="Picture 17" descr="Text&#10;&#10;Description automatically generated">
            <a:extLst>
              <a:ext uri="{FF2B5EF4-FFF2-40B4-BE49-F238E27FC236}">
                <a16:creationId xmlns:a16="http://schemas.microsoft.com/office/drawing/2014/main" id="{43191AC1-5F5F-49FE-A332-7C2BF2DFEB83}"/>
              </a:ext>
            </a:extLst>
          </p:cNvPr>
          <p:cNvPicPr>
            <a:picLocks noChangeAspect="1"/>
          </p:cNvPicPr>
          <p:nvPr/>
        </p:nvPicPr>
        <p:blipFill>
          <a:blip r:embed="rId4"/>
          <a:stretch>
            <a:fillRect/>
          </a:stretch>
        </p:blipFill>
        <p:spPr>
          <a:xfrm>
            <a:off x="1746957" y="1947060"/>
            <a:ext cx="1354721" cy="431868"/>
          </a:xfrm>
          <a:prstGeom prst="rect">
            <a:avLst/>
          </a:prstGeom>
        </p:spPr>
      </p:pic>
      <p:pic>
        <p:nvPicPr>
          <p:cNvPr id="56" name="Picture 18" descr="Text&#10;&#10;Description automatically generated">
            <a:extLst>
              <a:ext uri="{FF2B5EF4-FFF2-40B4-BE49-F238E27FC236}">
                <a16:creationId xmlns:a16="http://schemas.microsoft.com/office/drawing/2014/main" id="{95B84418-1A9E-4CBF-B9FB-76E1F8FBA1BF}"/>
              </a:ext>
            </a:extLst>
          </p:cNvPr>
          <p:cNvPicPr>
            <a:picLocks noChangeAspect="1"/>
          </p:cNvPicPr>
          <p:nvPr/>
        </p:nvPicPr>
        <p:blipFill>
          <a:blip r:embed="rId5"/>
          <a:stretch>
            <a:fillRect/>
          </a:stretch>
        </p:blipFill>
        <p:spPr>
          <a:xfrm>
            <a:off x="5943600" y="1853865"/>
            <a:ext cx="609600" cy="609600"/>
          </a:xfrm>
          <a:prstGeom prst="rect">
            <a:avLst/>
          </a:prstGeom>
        </p:spPr>
      </p:pic>
      <p:pic>
        <p:nvPicPr>
          <p:cNvPr id="58" name="Picture 25">
            <a:extLst>
              <a:ext uri="{FF2B5EF4-FFF2-40B4-BE49-F238E27FC236}">
                <a16:creationId xmlns:a16="http://schemas.microsoft.com/office/drawing/2014/main" id="{3B8BF0D4-12A0-4AEF-887D-ADA166017F95}"/>
              </a:ext>
            </a:extLst>
          </p:cNvPr>
          <p:cNvPicPr>
            <a:picLocks noChangeAspect="1"/>
          </p:cNvPicPr>
          <p:nvPr/>
        </p:nvPicPr>
        <p:blipFill>
          <a:blip r:embed="rId6"/>
          <a:stretch>
            <a:fillRect/>
          </a:stretch>
        </p:blipFill>
        <p:spPr>
          <a:xfrm>
            <a:off x="5876185" y="4370907"/>
            <a:ext cx="1918365" cy="257082"/>
          </a:xfrm>
          <a:prstGeom prst="rect">
            <a:avLst/>
          </a:prstGeom>
        </p:spPr>
      </p:pic>
      <p:pic>
        <p:nvPicPr>
          <p:cNvPr id="59" name="Picture 33">
            <a:extLst>
              <a:ext uri="{FF2B5EF4-FFF2-40B4-BE49-F238E27FC236}">
                <a16:creationId xmlns:a16="http://schemas.microsoft.com/office/drawing/2014/main" id="{B5359AE0-727F-465F-BA12-3E7B79DBBD23}"/>
              </a:ext>
            </a:extLst>
          </p:cNvPr>
          <p:cNvPicPr>
            <a:picLocks noChangeAspect="1"/>
          </p:cNvPicPr>
          <p:nvPr/>
        </p:nvPicPr>
        <p:blipFill>
          <a:blip r:embed="rId7"/>
          <a:stretch>
            <a:fillRect/>
          </a:stretch>
        </p:blipFill>
        <p:spPr>
          <a:xfrm>
            <a:off x="9385791" y="1121108"/>
            <a:ext cx="638175" cy="676275"/>
          </a:xfrm>
          <a:prstGeom prst="rect">
            <a:avLst/>
          </a:prstGeom>
        </p:spPr>
      </p:pic>
      <p:pic>
        <p:nvPicPr>
          <p:cNvPr id="60" name="Picture 34" descr="Text&#10;&#10;Description automatically generated">
            <a:extLst>
              <a:ext uri="{FF2B5EF4-FFF2-40B4-BE49-F238E27FC236}">
                <a16:creationId xmlns:a16="http://schemas.microsoft.com/office/drawing/2014/main" id="{35A54FCA-F7C7-42D4-A3E2-D91F0007CDC2}"/>
              </a:ext>
            </a:extLst>
          </p:cNvPr>
          <p:cNvPicPr>
            <a:picLocks noChangeAspect="1"/>
          </p:cNvPicPr>
          <p:nvPr/>
        </p:nvPicPr>
        <p:blipFill>
          <a:blip r:embed="rId8"/>
          <a:stretch>
            <a:fillRect/>
          </a:stretch>
        </p:blipFill>
        <p:spPr>
          <a:xfrm>
            <a:off x="1759392" y="3030434"/>
            <a:ext cx="1206308" cy="748676"/>
          </a:xfrm>
          <a:prstGeom prst="rect">
            <a:avLst/>
          </a:prstGeom>
        </p:spPr>
      </p:pic>
      <p:pic>
        <p:nvPicPr>
          <p:cNvPr id="61" name="Picture 35" descr="Icon&#10;&#10;Description automatically generated">
            <a:extLst>
              <a:ext uri="{FF2B5EF4-FFF2-40B4-BE49-F238E27FC236}">
                <a16:creationId xmlns:a16="http://schemas.microsoft.com/office/drawing/2014/main" id="{EA08E6B3-69AC-4CDE-A207-7638FE64D5A3}"/>
              </a:ext>
            </a:extLst>
          </p:cNvPr>
          <p:cNvPicPr>
            <a:picLocks noChangeAspect="1"/>
          </p:cNvPicPr>
          <p:nvPr/>
        </p:nvPicPr>
        <p:blipFill>
          <a:blip r:embed="rId9"/>
          <a:stretch>
            <a:fillRect/>
          </a:stretch>
        </p:blipFill>
        <p:spPr>
          <a:xfrm>
            <a:off x="3794133" y="3133197"/>
            <a:ext cx="1393860" cy="426535"/>
          </a:xfrm>
          <a:prstGeom prst="rect">
            <a:avLst/>
          </a:prstGeom>
        </p:spPr>
      </p:pic>
      <p:pic>
        <p:nvPicPr>
          <p:cNvPr id="63" name="Picture 38" descr="Text&#10;&#10;Description automatically generated">
            <a:extLst>
              <a:ext uri="{FF2B5EF4-FFF2-40B4-BE49-F238E27FC236}">
                <a16:creationId xmlns:a16="http://schemas.microsoft.com/office/drawing/2014/main" id="{3748BBCF-3246-409C-98E0-E038E5C93BE2}"/>
              </a:ext>
            </a:extLst>
          </p:cNvPr>
          <p:cNvPicPr>
            <a:picLocks noChangeAspect="1"/>
          </p:cNvPicPr>
          <p:nvPr/>
        </p:nvPicPr>
        <p:blipFill>
          <a:blip r:embed="rId10"/>
          <a:stretch>
            <a:fillRect/>
          </a:stretch>
        </p:blipFill>
        <p:spPr>
          <a:xfrm>
            <a:off x="1828801" y="996763"/>
            <a:ext cx="1574321" cy="509677"/>
          </a:xfrm>
          <a:prstGeom prst="rect">
            <a:avLst/>
          </a:prstGeom>
        </p:spPr>
      </p:pic>
      <p:pic>
        <p:nvPicPr>
          <p:cNvPr id="64" name="Picture 39" descr="A picture containing text, green&#10;&#10;Description automatically generated">
            <a:extLst>
              <a:ext uri="{FF2B5EF4-FFF2-40B4-BE49-F238E27FC236}">
                <a16:creationId xmlns:a16="http://schemas.microsoft.com/office/drawing/2014/main" id="{59DD24FB-C81E-4D7F-89AF-5AC088F17070}"/>
              </a:ext>
            </a:extLst>
          </p:cNvPr>
          <p:cNvPicPr>
            <a:picLocks noChangeAspect="1"/>
          </p:cNvPicPr>
          <p:nvPr/>
        </p:nvPicPr>
        <p:blipFill>
          <a:blip r:embed="rId11"/>
          <a:stretch>
            <a:fillRect/>
          </a:stretch>
        </p:blipFill>
        <p:spPr>
          <a:xfrm>
            <a:off x="3981841" y="1118712"/>
            <a:ext cx="1387988" cy="516714"/>
          </a:xfrm>
          <a:prstGeom prst="rect">
            <a:avLst/>
          </a:prstGeom>
        </p:spPr>
      </p:pic>
      <p:pic>
        <p:nvPicPr>
          <p:cNvPr id="66" name="Picture 41" descr="Icon&#10;&#10;Description automatically generated">
            <a:extLst>
              <a:ext uri="{FF2B5EF4-FFF2-40B4-BE49-F238E27FC236}">
                <a16:creationId xmlns:a16="http://schemas.microsoft.com/office/drawing/2014/main" id="{20CE752D-01BF-4838-B6C6-07BA1C9CB3A3}"/>
              </a:ext>
            </a:extLst>
          </p:cNvPr>
          <p:cNvPicPr>
            <a:picLocks noChangeAspect="1"/>
          </p:cNvPicPr>
          <p:nvPr/>
        </p:nvPicPr>
        <p:blipFill>
          <a:blip r:embed="rId12"/>
          <a:stretch>
            <a:fillRect/>
          </a:stretch>
        </p:blipFill>
        <p:spPr>
          <a:xfrm>
            <a:off x="8090566" y="1773208"/>
            <a:ext cx="1614312" cy="860779"/>
          </a:xfrm>
          <a:prstGeom prst="rect">
            <a:avLst/>
          </a:prstGeom>
        </p:spPr>
      </p:pic>
      <p:pic>
        <p:nvPicPr>
          <p:cNvPr id="67" name="Picture 44" descr="A picture containing text, black, sign, blue&#10;&#10;Description automatically generated">
            <a:extLst>
              <a:ext uri="{FF2B5EF4-FFF2-40B4-BE49-F238E27FC236}">
                <a16:creationId xmlns:a16="http://schemas.microsoft.com/office/drawing/2014/main" id="{DBC1951D-7A03-4D9E-86E0-A466329E1B01}"/>
              </a:ext>
            </a:extLst>
          </p:cNvPr>
          <p:cNvPicPr>
            <a:picLocks noChangeAspect="1"/>
          </p:cNvPicPr>
          <p:nvPr/>
        </p:nvPicPr>
        <p:blipFill>
          <a:blip r:embed="rId13"/>
          <a:stretch>
            <a:fillRect/>
          </a:stretch>
        </p:blipFill>
        <p:spPr>
          <a:xfrm>
            <a:off x="8019637" y="3230311"/>
            <a:ext cx="1754038" cy="370757"/>
          </a:xfrm>
          <a:prstGeom prst="rect">
            <a:avLst/>
          </a:prstGeom>
        </p:spPr>
      </p:pic>
      <p:pic>
        <p:nvPicPr>
          <p:cNvPr id="70" name="Picture 47" descr="A picture containing text&#10;&#10;Description automatically generated">
            <a:extLst>
              <a:ext uri="{FF2B5EF4-FFF2-40B4-BE49-F238E27FC236}">
                <a16:creationId xmlns:a16="http://schemas.microsoft.com/office/drawing/2014/main" id="{8214E587-F2A8-4820-9164-7F11EE82D904}"/>
              </a:ext>
            </a:extLst>
          </p:cNvPr>
          <p:cNvPicPr>
            <a:picLocks noChangeAspect="1"/>
          </p:cNvPicPr>
          <p:nvPr/>
        </p:nvPicPr>
        <p:blipFill>
          <a:blip r:embed="rId14"/>
          <a:stretch>
            <a:fillRect/>
          </a:stretch>
        </p:blipFill>
        <p:spPr>
          <a:xfrm>
            <a:off x="3718833" y="3955786"/>
            <a:ext cx="1382943" cy="734810"/>
          </a:xfrm>
          <a:prstGeom prst="rect">
            <a:avLst/>
          </a:prstGeom>
        </p:spPr>
      </p:pic>
      <p:pic>
        <p:nvPicPr>
          <p:cNvPr id="71" name="Picture 49" descr="Text&#10;&#10;Description automatically generated">
            <a:extLst>
              <a:ext uri="{FF2B5EF4-FFF2-40B4-BE49-F238E27FC236}">
                <a16:creationId xmlns:a16="http://schemas.microsoft.com/office/drawing/2014/main" id="{0F736E2A-67C1-490F-8D69-404E70947F4A}"/>
              </a:ext>
            </a:extLst>
          </p:cNvPr>
          <p:cNvPicPr>
            <a:picLocks noChangeAspect="1"/>
          </p:cNvPicPr>
          <p:nvPr/>
        </p:nvPicPr>
        <p:blipFill>
          <a:blip r:embed="rId15"/>
          <a:stretch>
            <a:fillRect/>
          </a:stretch>
        </p:blipFill>
        <p:spPr>
          <a:xfrm>
            <a:off x="1753403" y="4181498"/>
            <a:ext cx="1215094" cy="520348"/>
          </a:xfrm>
          <a:prstGeom prst="rect">
            <a:avLst/>
          </a:prstGeom>
        </p:spPr>
      </p:pic>
      <p:pic>
        <p:nvPicPr>
          <p:cNvPr id="72" name="Picture 50" descr="Logo&#10;&#10;Description automatically generated">
            <a:extLst>
              <a:ext uri="{FF2B5EF4-FFF2-40B4-BE49-F238E27FC236}">
                <a16:creationId xmlns:a16="http://schemas.microsoft.com/office/drawing/2014/main" id="{E82BF38E-ECD2-4EB4-87D8-1B702A4F1D45}"/>
              </a:ext>
            </a:extLst>
          </p:cNvPr>
          <p:cNvPicPr>
            <a:picLocks noChangeAspect="1"/>
          </p:cNvPicPr>
          <p:nvPr/>
        </p:nvPicPr>
        <p:blipFill>
          <a:blip r:embed="rId16"/>
          <a:stretch>
            <a:fillRect/>
          </a:stretch>
        </p:blipFill>
        <p:spPr>
          <a:xfrm>
            <a:off x="3789075" y="2075462"/>
            <a:ext cx="1060785" cy="289818"/>
          </a:xfrm>
          <a:prstGeom prst="rect">
            <a:avLst/>
          </a:prstGeom>
        </p:spPr>
      </p:pic>
      <p:pic>
        <p:nvPicPr>
          <p:cNvPr id="73" name="Picture 51">
            <a:extLst>
              <a:ext uri="{FF2B5EF4-FFF2-40B4-BE49-F238E27FC236}">
                <a16:creationId xmlns:a16="http://schemas.microsoft.com/office/drawing/2014/main" id="{961C3C14-A068-40A3-BC0E-3A26AF664F1A}"/>
              </a:ext>
            </a:extLst>
          </p:cNvPr>
          <p:cNvPicPr>
            <a:picLocks noChangeAspect="1"/>
          </p:cNvPicPr>
          <p:nvPr/>
        </p:nvPicPr>
        <p:blipFill>
          <a:blip r:embed="rId17"/>
          <a:stretch>
            <a:fillRect/>
          </a:stretch>
        </p:blipFill>
        <p:spPr>
          <a:xfrm>
            <a:off x="5666278" y="3153136"/>
            <a:ext cx="1815276" cy="3937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4" name="Picture 52">
            <a:extLst>
              <a:ext uri="{FF2B5EF4-FFF2-40B4-BE49-F238E27FC236}">
                <a16:creationId xmlns:a16="http://schemas.microsoft.com/office/drawing/2014/main" id="{D8105E84-E9F2-4B85-98CB-102547DEA3EA}"/>
              </a:ext>
            </a:extLst>
          </p:cNvPr>
          <p:cNvPicPr>
            <a:picLocks noChangeAspect="1"/>
          </p:cNvPicPr>
          <p:nvPr/>
        </p:nvPicPr>
        <p:blipFill>
          <a:blip r:embed="rId18"/>
          <a:stretch>
            <a:fillRect/>
          </a:stretch>
        </p:blipFill>
        <p:spPr>
          <a:xfrm>
            <a:off x="10438063" y="4418207"/>
            <a:ext cx="1479071" cy="213864"/>
          </a:xfrm>
          <a:prstGeom prst="rect">
            <a:avLst/>
          </a:prstGeom>
        </p:spPr>
      </p:pic>
      <p:pic>
        <p:nvPicPr>
          <p:cNvPr id="75" name="Picture 74" descr="Brenolabs.png">
            <a:extLst>
              <a:ext uri="{FF2B5EF4-FFF2-40B4-BE49-F238E27FC236}">
                <a16:creationId xmlns:a16="http://schemas.microsoft.com/office/drawing/2014/main" id="{E4476EFA-F63A-4E12-9C5C-D71D32D2C8E2}"/>
              </a:ext>
            </a:extLst>
          </p:cNvPr>
          <p:cNvPicPr>
            <a:picLocks noChangeAspect="1"/>
          </p:cNvPicPr>
          <p:nvPr/>
        </p:nvPicPr>
        <p:blipFill>
          <a:blip r:embed="rId19" cstate="print"/>
          <a:stretch>
            <a:fillRect/>
          </a:stretch>
        </p:blipFill>
        <p:spPr>
          <a:xfrm>
            <a:off x="1699207" y="5119862"/>
            <a:ext cx="1520041" cy="340976"/>
          </a:xfrm>
          <a:prstGeom prst="rect">
            <a:avLst/>
          </a:prstGeom>
        </p:spPr>
      </p:pic>
      <p:pic>
        <p:nvPicPr>
          <p:cNvPr id="76" name="Picture 75" descr="smartnode.jpg">
            <a:extLst>
              <a:ext uri="{FF2B5EF4-FFF2-40B4-BE49-F238E27FC236}">
                <a16:creationId xmlns:a16="http://schemas.microsoft.com/office/drawing/2014/main" id="{5FDF0570-F3C2-4B41-BA0D-6582BA5EF810}"/>
              </a:ext>
            </a:extLst>
          </p:cNvPr>
          <p:cNvPicPr>
            <a:picLocks noChangeAspect="1"/>
          </p:cNvPicPr>
          <p:nvPr/>
        </p:nvPicPr>
        <p:blipFill>
          <a:blip r:embed="rId20"/>
          <a:stretch>
            <a:fillRect/>
          </a:stretch>
        </p:blipFill>
        <p:spPr>
          <a:xfrm>
            <a:off x="9320659" y="3752891"/>
            <a:ext cx="880534" cy="889001"/>
          </a:xfrm>
          <a:prstGeom prst="rect">
            <a:avLst/>
          </a:prstGeom>
        </p:spPr>
      </p:pic>
      <p:pic>
        <p:nvPicPr>
          <p:cNvPr id="77" name="Picture 76" descr="Arastu.png">
            <a:extLst>
              <a:ext uri="{FF2B5EF4-FFF2-40B4-BE49-F238E27FC236}">
                <a16:creationId xmlns:a16="http://schemas.microsoft.com/office/drawing/2014/main" id="{EB9D329C-61C9-43E9-BE31-E6025DDD0741}"/>
              </a:ext>
            </a:extLst>
          </p:cNvPr>
          <p:cNvPicPr>
            <a:picLocks noChangeAspect="1"/>
          </p:cNvPicPr>
          <p:nvPr/>
        </p:nvPicPr>
        <p:blipFill>
          <a:blip r:embed="rId21"/>
          <a:stretch>
            <a:fillRect/>
          </a:stretch>
        </p:blipFill>
        <p:spPr>
          <a:xfrm>
            <a:off x="3851353" y="5044218"/>
            <a:ext cx="1528261" cy="596981"/>
          </a:xfrm>
          <a:prstGeom prst="rect">
            <a:avLst/>
          </a:prstGeom>
        </p:spPr>
      </p:pic>
      <p:pic>
        <p:nvPicPr>
          <p:cNvPr id="80" name="Picture 79" descr="credence.png">
            <a:extLst>
              <a:ext uri="{FF2B5EF4-FFF2-40B4-BE49-F238E27FC236}">
                <a16:creationId xmlns:a16="http://schemas.microsoft.com/office/drawing/2014/main" id="{4BE94D26-7DAF-4CBF-A439-506E88CF229D}"/>
              </a:ext>
            </a:extLst>
          </p:cNvPr>
          <p:cNvPicPr>
            <a:picLocks noChangeAspect="1"/>
          </p:cNvPicPr>
          <p:nvPr/>
        </p:nvPicPr>
        <p:blipFill>
          <a:blip r:embed="rId22"/>
          <a:stretch>
            <a:fillRect/>
          </a:stretch>
        </p:blipFill>
        <p:spPr>
          <a:xfrm>
            <a:off x="8174041" y="4843786"/>
            <a:ext cx="1794443" cy="440460"/>
          </a:xfrm>
          <a:prstGeom prst="rect">
            <a:avLst/>
          </a:prstGeom>
        </p:spPr>
      </p:pic>
      <p:pic>
        <p:nvPicPr>
          <p:cNvPr id="83" name="Picture 82" descr="remax.jpg">
            <a:extLst>
              <a:ext uri="{FF2B5EF4-FFF2-40B4-BE49-F238E27FC236}">
                <a16:creationId xmlns:a16="http://schemas.microsoft.com/office/drawing/2014/main" id="{217B4A7A-E122-4BD0-9DFC-9B47F28B431A}"/>
              </a:ext>
            </a:extLst>
          </p:cNvPr>
          <p:cNvPicPr>
            <a:picLocks noChangeAspect="1"/>
          </p:cNvPicPr>
          <p:nvPr/>
        </p:nvPicPr>
        <p:blipFill>
          <a:blip r:embed="rId23"/>
          <a:stretch>
            <a:fillRect/>
          </a:stretch>
        </p:blipFill>
        <p:spPr>
          <a:xfrm>
            <a:off x="6573917" y="4999118"/>
            <a:ext cx="592091" cy="724351"/>
          </a:xfrm>
          <a:prstGeom prst="rect">
            <a:avLst/>
          </a:prstGeom>
        </p:spPr>
      </p:pic>
    </p:spTree>
    <p:extLst>
      <p:ext uri="{BB962C8B-B14F-4D97-AF65-F5344CB8AC3E}">
        <p14:creationId xmlns:p14="http://schemas.microsoft.com/office/powerpoint/2010/main" val="872090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normAutofit/>
          </a:bodyPr>
          <a:lstStyle/>
          <a:p>
            <a:r>
              <a:rPr lang="en-IN" dirty="0">
                <a:latin typeface="AR ESSENCE" pitchFamily="2" charset="0"/>
              </a:rPr>
              <a:t>Success Story &amp; Clients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13476"/>
            <a:ext cx="9144000" cy="64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lowchart: Terminator 7"/>
          <p:cNvSpPr/>
          <p:nvPr/>
        </p:nvSpPr>
        <p:spPr>
          <a:xfrm>
            <a:off x="1828800" y="857250"/>
            <a:ext cx="8382000" cy="57150"/>
          </a:xfrm>
          <a:prstGeom prst="flowChartTerminator">
            <a:avLst/>
          </a:prstGeom>
          <a:gradFill flip="none" rotWithShape="1">
            <a:gsLst>
              <a:gs pos="0">
                <a:schemeClr val="tx2"/>
              </a:gs>
              <a:gs pos="25000">
                <a:srgbClr val="21D6E0"/>
              </a:gs>
              <a:gs pos="75000">
                <a:srgbClr val="0087E6"/>
              </a:gs>
              <a:gs pos="100000">
                <a:srgbClr val="005CBF"/>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9C6E1720-8096-4754-B9BA-C32498D51CBC}"/>
              </a:ext>
            </a:extLst>
          </p:cNvPr>
          <p:cNvSpPr txBox="1"/>
          <p:nvPr/>
        </p:nvSpPr>
        <p:spPr>
          <a:xfrm>
            <a:off x="6248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p:txBody>
      </p:sp>
      <p:pic>
        <p:nvPicPr>
          <p:cNvPr id="52" name="Picture 6">
            <a:extLst>
              <a:ext uri="{FF2B5EF4-FFF2-40B4-BE49-F238E27FC236}">
                <a16:creationId xmlns:a16="http://schemas.microsoft.com/office/drawing/2014/main" id="{7FE9DDBF-BB22-43E9-8DF4-975B109BCBE1}"/>
              </a:ext>
            </a:extLst>
          </p:cNvPr>
          <p:cNvPicPr>
            <a:picLocks noChangeAspect="1"/>
          </p:cNvPicPr>
          <p:nvPr/>
        </p:nvPicPr>
        <p:blipFill>
          <a:blip r:embed="rId3"/>
          <a:stretch>
            <a:fillRect/>
          </a:stretch>
        </p:blipFill>
        <p:spPr>
          <a:xfrm>
            <a:off x="1753360" y="1025692"/>
            <a:ext cx="1571951" cy="42711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53" name="Picture 13">
            <a:extLst>
              <a:ext uri="{FF2B5EF4-FFF2-40B4-BE49-F238E27FC236}">
                <a16:creationId xmlns:a16="http://schemas.microsoft.com/office/drawing/2014/main" id="{C9AEA1FB-D641-4B33-931F-9B51EB0098BF}"/>
              </a:ext>
            </a:extLst>
          </p:cNvPr>
          <p:cNvPicPr>
            <a:picLocks noChangeAspect="1"/>
          </p:cNvPicPr>
          <p:nvPr/>
        </p:nvPicPr>
        <p:blipFill>
          <a:blip r:embed="rId4"/>
          <a:stretch>
            <a:fillRect/>
          </a:stretch>
        </p:blipFill>
        <p:spPr>
          <a:xfrm>
            <a:off x="3664171" y="1103322"/>
            <a:ext cx="2106404" cy="404809"/>
          </a:xfrm>
          <a:prstGeom prst="rect">
            <a:avLst/>
          </a:prstGeom>
        </p:spPr>
      </p:pic>
      <p:pic>
        <p:nvPicPr>
          <p:cNvPr id="54" name="Picture 15">
            <a:extLst>
              <a:ext uri="{FF2B5EF4-FFF2-40B4-BE49-F238E27FC236}">
                <a16:creationId xmlns:a16="http://schemas.microsoft.com/office/drawing/2014/main" id="{9478B4ED-DC64-402A-A481-4F94BB18E8DF}"/>
              </a:ext>
            </a:extLst>
          </p:cNvPr>
          <p:cNvPicPr>
            <a:picLocks noChangeAspect="1"/>
          </p:cNvPicPr>
          <p:nvPr/>
        </p:nvPicPr>
        <p:blipFill>
          <a:blip r:embed="rId5"/>
          <a:stretch>
            <a:fillRect/>
          </a:stretch>
        </p:blipFill>
        <p:spPr>
          <a:xfrm>
            <a:off x="6342192" y="1025692"/>
            <a:ext cx="1743075" cy="590550"/>
          </a:xfrm>
          <a:prstGeom prst="rect">
            <a:avLst/>
          </a:prstGeom>
        </p:spPr>
      </p:pic>
      <p:pic>
        <p:nvPicPr>
          <p:cNvPr id="57" name="Picture 20">
            <a:extLst>
              <a:ext uri="{FF2B5EF4-FFF2-40B4-BE49-F238E27FC236}">
                <a16:creationId xmlns:a16="http://schemas.microsoft.com/office/drawing/2014/main" id="{499F3DA5-BDE4-413A-BFDC-D7219EEB8DCB}"/>
              </a:ext>
            </a:extLst>
          </p:cNvPr>
          <p:cNvPicPr>
            <a:picLocks noChangeAspect="1"/>
          </p:cNvPicPr>
          <p:nvPr/>
        </p:nvPicPr>
        <p:blipFill>
          <a:blip r:embed="rId6"/>
          <a:stretch>
            <a:fillRect/>
          </a:stretch>
        </p:blipFill>
        <p:spPr>
          <a:xfrm>
            <a:off x="5774315" y="1892288"/>
            <a:ext cx="1248814" cy="640459"/>
          </a:xfrm>
          <a:prstGeom prst="rect">
            <a:avLst/>
          </a:prstGeom>
        </p:spPr>
      </p:pic>
      <p:pic>
        <p:nvPicPr>
          <p:cNvPr id="58" name="Picture 25">
            <a:extLst>
              <a:ext uri="{FF2B5EF4-FFF2-40B4-BE49-F238E27FC236}">
                <a16:creationId xmlns:a16="http://schemas.microsoft.com/office/drawing/2014/main" id="{3B8BF0D4-12A0-4AEF-887D-ADA166017F95}"/>
              </a:ext>
            </a:extLst>
          </p:cNvPr>
          <p:cNvPicPr>
            <a:picLocks noChangeAspect="1"/>
          </p:cNvPicPr>
          <p:nvPr/>
        </p:nvPicPr>
        <p:blipFill>
          <a:blip r:embed="rId7"/>
          <a:stretch>
            <a:fillRect/>
          </a:stretch>
        </p:blipFill>
        <p:spPr>
          <a:xfrm>
            <a:off x="5876185" y="4370907"/>
            <a:ext cx="1918365" cy="257082"/>
          </a:xfrm>
          <a:prstGeom prst="rect">
            <a:avLst/>
          </a:prstGeom>
        </p:spPr>
      </p:pic>
      <p:pic>
        <p:nvPicPr>
          <p:cNvPr id="59" name="Picture 33">
            <a:extLst>
              <a:ext uri="{FF2B5EF4-FFF2-40B4-BE49-F238E27FC236}">
                <a16:creationId xmlns:a16="http://schemas.microsoft.com/office/drawing/2014/main" id="{B5359AE0-727F-465F-BA12-3E7B79DBBD23}"/>
              </a:ext>
            </a:extLst>
          </p:cNvPr>
          <p:cNvPicPr>
            <a:picLocks noChangeAspect="1"/>
          </p:cNvPicPr>
          <p:nvPr/>
        </p:nvPicPr>
        <p:blipFill>
          <a:blip r:embed="rId8"/>
          <a:stretch>
            <a:fillRect/>
          </a:stretch>
        </p:blipFill>
        <p:spPr>
          <a:xfrm>
            <a:off x="9385791" y="1121108"/>
            <a:ext cx="638175" cy="676275"/>
          </a:xfrm>
          <a:prstGeom prst="rect">
            <a:avLst/>
          </a:prstGeom>
        </p:spPr>
      </p:pic>
      <p:pic>
        <p:nvPicPr>
          <p:cNvPr id="60" name="Picture 34" descr="Text&#10;&#10;Description automatically generated">
            <a:extLst>
              <a:ext uri="{FF2B5EF4-FFF2-40B4-BE49-F238E27FC236}">
                <a16:creationId xmlns:a16="http://schemas.microsoft.com/office/drawing/2014/main" id="{35A54FCA-F7C7-42D4-A3E2-D91F0007CDC2}"/>
              </a:ext>
            </a:extLst>
          </p:cNvPr>
          <p:cNvPicPr>
            <a:picLocks noChangeAspect="1"/>
          </p:cNvPicPr>
          <p:nvPr/>
        </p:nvPicPr>
        <p:blipFill>
          <a:blip r:embed="rId9"/>
          <a:stretch>
            <a:fillRect/>
          </a:stretch>
        </p:blipFill>
        <p:spPr>
          <a:xfrm>
            <a:off x="1759392" y="3030434"/>
            <a:ext cx="1206308" cy="748676"/>
          </a:xfrm>
          <a:prstGeom prst="rect">
            <a:avLst/>
          </a:prstGeom>
        </p:spPr>
      </p:pic>
      <p:pic>
        <p:nvPicPr>
          <p:cNvPr id="61" name="Picture 35" descr="Icon&#10;&#10;Description automatically generated">
            <a:extLst>
              <a:ext uri="{FF2B5EF4-FFF2-40B4-BE49-F238E27FC236}">
                <a16:creationId xmlns:a16="http://schemas.microsoft.com/office/drawing/2014/main" id="{EA08E6B3-69AC-4CDE-A207-7638FE64D5A3}"/>
              </a:ext>
            </a:extLst>
          </p:cNvPr>
          <p:cNvPicPr>
            <a:picLocks noChangeAspect="1"/>
          </p:cNvPicPr>
          <p:nvPr/>
        </p:nvPicPr>
        <p:blipFill>
          <a:blip r:embed="rId10"/>
          <a:stretch>
            <a:fillRect/>
          </a:stretch>
        </p:blipFill>
        <p:spPr>
          <a:xfrm>
            <a:off x="3794133" y="3133197"/>
            <a:ext cx="1393860" cy="426535"/>
          </a:xfrm>
          <a:prstGeom prst="rect">
            <a:avLst/>
          </a:prstGeom>
        </p:spPr>
      </p:pic>
      <p:pic>
        <p:nvPicPr>
          <p:cNvPr id="62" name="Picture 37">
            <a:extLst>
              <a:ext uri="{FF2B5EF4-FFF2-40B4-BE49-F238E27FC236}">
                <a16:creationId xmlns:a16="http://schemas.microsoft.com/office/drawing/2014/main" id="{DD5856CC-95AF-4CBD-9329-4C57232353C0}"/>
              </a:ext>
            </a:extLst>
          </p:cNvPr>
          <p:cNvPicPr>
            <a:picLocks noChangeAspect="1"/>
          </p:cNvPicPr>
          <p:nvPr/>
        </p:nvPicPr>
        <p:blipFill>
          <a:blip r:embed="rId11"/>
          <a:stretch>
            <a:fillRect/>
          </a:stretch>
        </p:blipFill>
        <p:spPr>
          <a:xfrm>
            <a:off x="5770575" y="3148080"/>
            <a:ext cx="1621586" cy="637456"/>
          </a:xfrm>
          <a:prstGeom prst="rect">
            <a:avLst/>
          </a:prstGeom>
        </p:spPr>
      </p:pic>
      <p:pic>
        <p:nvPicPr>
          <p:cNvPr id="65" name="Picture 40">
            <a:extLst>
              <a:ext uri="{FF2B5EF4-FFF2-40B4-BE49-F238E27FC236}">
                <a16:creationId xmlns:a16="http://schemas.microsoft.com/office/drawing/2014/main" id="{DE772400-5058-4C52-830E-175B10C73CF7}"/>
              </a:ext>
            </a:extLst>
          </p:cNvPr>
          <p:cNvPicPr>
            <a:picLocks noChangeAspect="1"/>
          </p:cNvPicPr>
          <p:nvPr/>
        </p:nvPicPr>
        <p:blipFill>
          <a:blip r:embed="rId12"/>
          <a:stretch>
            <a:fillRect/>
          </a:stretch>
        </p:blipFill>
        <p:spPr>
          <a:xfrm>
            <a:off x="3660678" y="4247724"/>
            <a:ext cx="2030317" cy="385233"/>
          </a:xfrm>
          <a:prstGeom prst="rect">
            <a:avLst/>
          </a:prstGeom>
        </p:spPr>
      </p:pic>
      <p:pic>
        <p:nvPicPr>
          <p:cNvPr id="66" name="Picture 41" descr="Icon&#10;&#10;Description automatically generated">
            <a:extLst>
              <a:ext uri="{FF2B5EF4-FFF2-40B4-BE49-F238E27FC236}">
                <a16:creationId xmlns:a16="http://schemas.microsoft.com/office/drawing/2014/main" id="{20CE752D-01BF-4838-B6C6-07BA1C9CB3A3}"/>
              </a:ext>
            </a:extLst>
          </p:cNvPr>
          <p:cNvPicPr>
            <a:picLocks noChangeAspect="1"/>
          </p:cNvPicPr>
          <p:nvPr/>
        </p:nvPicPr>
        <p:blipFill>
          <a:blip r:embed="rId13"/>
          <a:stretch>
            <a:fillRect/>
          </a:stretch>
        </p:blipFill>
        <p:spPr>
          <a:xfrm>
            <a:off x="8090566" y="1773208"/>
            <a:ext cx="1614312" cy="860779"/>
          </a:xfrm>
          <a:prstGeom prst="rect">
            <a:avLst/>
          </a:prstGeom>
        </p:spPr>
      </p:pic>
      <p:pic>
        <p:nvPicPr>
          <p:cNvPr id="68" name="Picture 45">
            <a:extLst>
              <a:ext uri="{FF2B5EF4-FFF2-40B4-BE49-F238E27FC236}">
                <a16:creationId xmlns:a16="http://schemas.microsoft.com/office/drawing/2014/main" id="{E1B6D2FB-09F3-4092-8523-672BF1AB6AAB}"/>
              </a:ext>
            </a:extLst>
          </p:cNvPr>
          <p:cNvPicPr>
            <a:picLocks noChangeAspect="1"/>
          </p:cNvPicPr>
          <p:nvPr/>
        </p:nvPicPr>
        <p:blipFill>
          <a:blip r:embed="rId14"/>
          <a:stretch>
            <a:fillRect/>
          </a:stretch>
        </p:blipFill>
        <p:spPr>
          <a:xfrm>
            <a:off x="8085267" y="4248643"/>
            <a:ext cx="1858675" cy="490963"/>
          </a:xfrm>
          <a:prstGeom prst="rect">
            <a:avLst/>
          </a:prstGeom>
        </p:spPr>
      </p:pic>
      <p:pic>
        <p:nvPicPr>
          <p:cNvPr id="69" name="Picture 46" descr="A picture containing text, clipart&#10;&#10;Description automatically generated">
            <a:extLst>
              <a:ext uri="{FF2B5EF4-FFF2-40B4-BE49-F238E27FC236}">
                <a16:creationId xmlns:a16="http://schemas.microsoft.com/office/drawing/2014/main" id="{2516AFBD-A634-4B47-A80F-711A41ACF3D5}"/>
              </a:ext>
            </a:extLst>
          </p:cNvPr>
          <p:cNvPicPr>
            <a:picLocks noChangeAspect="1"/>
          </p:cNvPicPr>
          <p:nvPr/>
        </p:nvPicPr>
        <p:blipFill>
          <a:blip r:embed="rId15"/>
          <a:stretch>
            <a:fillRect/>
          </a:stretch>
        </p:blipFill>
        <p:spPr>
          <a:xfrm>
            <a:off x="8132634" y="4366304"/>
            <a:ext cx="1793498" cy="268150"/>
          </a:xfrm>
          <a:prstGeom prst="rect">
            <a:avLst/>
          </a:prstGeom>
        </p:spPr>
      </p:pic>
      <p:pic>
        <p:nvPicPr>
          <p:cNvPr id="71" name="Picture 49" descr="Text&#10;&#10;Description automatically generated">
            <a:extLst>
              <a:ext uri="{FF2B5EF4-FFF2-40B4-BE49-F238E27FC236}">
                <a16:creationId xmlns:a16="http://schemas.microsoft.com/office/drawing/2014/main" id="{0F736E2A-67C1-490F-8D69-404E70947F4A}"/>
              </a:ext>
            </a:extLst>
          </p:cNvPr>
          <p:cNvPicPr>
            <a:picLocks noChangeAspect="1"/>
          </p:cNvPicPr>
          <p:nvPr/>
        </p:nvPicPr>
        <p:blipFill>
          <a:blip r:embed="rId16"/>
          <a:stretch>
            <a:fillRect/>
          </a:stretch>
        </p:blipFill>
        <p:spPr>
          <a:xfrm>
            <a:off x="1753403" y="4181498"/>
            <a:ext cx="1215094" cy="520348"/>
          </a:xfrm>
          <a:prstGeom prst="rect">
            <a:avLst/>
          </a:prstGeom>
        </p:spPr>
      </p:pic>
      <p:pic>
        <p:nvPicPr>
          <p:cNvPr id="72" name="Picture 50" descr="Logo&#10;&#10;Description automatically generated">
            <a:extLst>
              <a:ext uri="{FF2B5EF4-FFF2-40B4-BE49-F238E27FC236}">
                <a16:creationId xmlns:a16="http://schemas.microsoft.com/office/drawing/2014/main" id="{E82BF38E-ECD2-4EB4-87D8-1B702A4F1D45}"/>
              </a:ext>
            </a:extLst>
          </p:cNvPr>
          <p:cNvPicPr>
            <a:picLocks noChangeAspect="1"/>
          </p:cNvPicPr>
          <p:nvPr/>
        </p:nvPicPr>
        <p:blipFill>
          <a:blip r:embed="rId17"/>
          <a:stretch>
            <a:fillRect/>
          </a:stretch>
        </p:blipFill>
        <p:spPr>
          <a:xfrm>
            <a:off x="3789075" y="2075462"/>
            <a:ext cx="1060785" cy="289818"/>
          </a:xfrm>
          <a:prstGeom prst="rect">
            <a:avLst/>
          </a:prstGeom>
        </p:spPr>
      </p:pic>
      <p:pic>
        <p:nvPicPr>
          <p:cNvPr id="74" name="Picture 52">
            <a:extLst>
              <a:ext uri="{FF2B5EF4-FFF2-40B4-BE49-F238E27FC236}">
                <a16:creationId xmlns:a16="http://schemas.microsoft.com/office/drawing/2014/main" id="{D8105E84-E9F2-4B85-98CB-102547DEA3EA}"/>
              </a:ext>
            </a:extLst>
          </p:cNvPr>
          <p:cNvPicPr>
            <a:picLocks noChangeAspect="1"/>
          </p:cNvPicPr>
          <p:nvPr/>
        </p:nvPicPr>
        <p:blipFill>
          <a:blip r:embed="rId18"/>
          <a:stretch>
            <a:fillRect/>
          </a:stretch>
        </p:blipFill>
        <p:spPr>
          <a:xfrm>
            <a:off x="10438063" y="4418207"/>
            <a:ext cx="1479071" cy="213864"/>
          </a:xfrm>
          <a:prstGeom prst="rect">
            <a:avLst/>
          </a:prstGeom>
        </p:spPr>
      </p:pic>
      <p:pic>
        <p:nvPicPr>
          <p:cNvPr id="75" name="Picture 74" descr="Brenolabs.png">
            <a:extLst>
              <a:ext uri="{FF2B5EF4-FFF2-40B4-BE49-F238E27FC236}">
                <a16:creationId xmlns:a16="http://schemas.microsoft.com/office/drawing/2014/main" id="{E4476EFA-F63A-4E12-9C5C-D71D32D2C8E2}"/>
              </a:ext>
            </a:extLst>
          </p:cNvPr>
          <p:cNvPicPr>
            <a:picLocks noChangeAspect="1"/>
          </p:cNvPicPr>
          <p:nvPr/>
        </p:nvPicPr>
        <p:blipFill>
          <a:blip r:embed="rId19" cstate="print"/>
          <a:stretch>
            <a:fillRect/>
          </a:stretch>
        </p:blipFill>
        <p:spPr>
          <a:xfrm>
            <a:off x="1699207" y="5119862"/>
            <a:ext cx="1520041" cy="340976"/>
          </a:xfrm>
          <a:prstGeom prst="rect">
            <a:avLst/>
          </a:prstGeom>
        </p:spPr>
      </p:pic>
      <p:pic>
        <p:nvPicPr>
          <p:cNvPr id="78" name="Picture 77" descr="crescent.jpg">
            <a:extLst>
              <a:ext uri="{FF2B5EF4-FFF2-40B4-BE49-F238E27FC236}">
                <a16:creationId xmlns:a16="http://schemas.microsoft.com/office/drawing/2014/main" id="{BF5BA80A-B703-4D91-916E-2778074C6AB2}"/>
              </a:ext>
            </a:extLst>
          </p:cNvPr>
          <p:cNvPicPr>
            <a:picLocks noChangeAspect="1"/>
          </p:cNvPicPr>
          <p:nvPr/>
        </p:nvPicPr>
        <p:blipFill>
          <a:blip r:embed="rId20"/>
          <a:stretch>
            <a:fillRect/>
          </a:stretch>
        </p:blipFill>
        <p:spPr>
          <a:xfrm>
            <a:off x="5869958" y="5188950"/>
            <a:ext cx="1832627" cy="443780"/>
          </a:xfrm>
          <a:prstGeom prst="rect">
            <a:avLst/>
          </a:prstGeom>
        </p:spPr>
      </p:pic>
      <p:pic>
        <p:nvPicPr>
          <p:cNvPr id="79" name="Picture 61">
            <a:extLst>
              <a:ext uri="{FF2B5EF4-FFF2-40B4-BE49-F238E27FC236}">
                <a16:creationId xmlns:a16="http://schemas.microsoft.com/office/drawing/2014/main" id="{CDEF6FB7-D419-41B4-B9D2-0756C0E683E9}"/>
              </a:ext>
            </a:extLst>
          </p:cNvPr>
          <p:cNvPicPr>
            <a:picLocks noChangeAspect="1"/>
          </p:cNvPicPr>
          <p:nvPr/>
        </p:nvPicPr>
        <p:blipFill>
          <a:blip r:embed="rId21"/>
          <a:stretch>
            <a:fillRect/>
          </a:stretch>
        </p:blipFill>
        <p:spPr>
          <a:xfrm>
            <a:off x="2102513" y="1812769"/>
            <a:ext cx="619125" cy="828675"/>
          </a:xfrm>
          <a:prstGeom prst="rect">
            <a:avLst/>
          </a:prstGeom>
        </p:spPr>
      </p:pic>
      <p:pic>
        <p:nvPicPr>
          <p:cNvPr id="81" name="Picture 80">
            <a:extLst>
              <a:ext uri="{FF2B5EF4-FFF2-40B4-BE49-F238E27FC236}">
                <a16:creationId xmlns:a16="http://schemas.microsoft.com/office/drawing/2014/main" id="{FBDEB328-C336-4A00-8B93-A19C92095025}"/>
              </a:ext>
            </a:extLst>
          </p:cNvPr>
          <p:cNvPicPr>
            <a:picLocks noChangeAspect="1"/>
          </p:cNvPicPr>
          <p:nvPr/>
        </p:nvPicPr>
        <p:blipFill rotWithShape="1">
          <a:blip r:embed="rId22">
            <a:extLst>
              <a:ext uri="{28A0092B-C50C-407E-A947-70E740481C1C}">
                <a14:useLocalDpi xmlns:a14="http://schemas.microsoft.com/office/drawing/2010/main" val="0"/>
              </a:ext>
            </a:extLst>
          </a:blip>
          <a:srcRect l="8526" t="22683" r="-8526" b="38542"/>
          <a:stretch/>
        </p:blipFill>
        <p:spPr>
          <a:xfrm>
            <a:off x="8131769" y="5124784"/>
            <a:ext cx="1745681" cy="484464"/>
          </a:xfrm>
          <a:prstGeom prst="rect">
            <a:avLst/>
          </a:prstGeom>
        </p:spPr>
      </p:pic>
      <p:pic>
        <p:nvPicPr>
          <p:cNvPr id="82" name="Picture 81" descr="permaweld.jpg">
            <a:extLst>
              <a:ext uri="{FF2B5EF4-FFF2-40B4-BE49-F238E27FC236}">
                <a16:creationId xmlns:a16="http://schemas.microsoft.com/office/drawing/2014/main" id="{80D17EBB-7FAA-42C9-A9E0-3023CAC759DF}"/>
              </a:ext>
            </a:extLst>
          </p:cNvPr>
          <p:cNvPicPr>
            <a:picLocks noChangeAspect="1"/>
          </p:cNvPicPr>
          <p:nvPr/>
        </p:nvPicPr>
        <p:blipFill>
          <a:blip r:embed="rId23"/>
          <a:stretch>
            <a:fillRect/>
          </a:stretch>
        </p:blipFill>
        <p:spPr>
          <a:xfrm>
            <a:off x="3911509" y="5074420"/>
            <a:ext cx="579555" cy="588314"/>
          </a:xfrm>
          <a:prstGeom prst="rect">
            <a:avLst/>
          </a:prstGeom>
        </p:spPr>
      </p:pic>
      <p:pic>
        <p:nvPicPr>
          <p:cNvPr id="84" name="Picture 57348" descr="Text&#10;&#10;Description automatically generated">
            <a:extLst>
              <a:ext uri="{FF2B5EF4-FFF2-40B4-BE49-F238E27FC236}">
                <a16:creationId xmlns:a16="http://schemas.microsoft.com/office/drawing/2014/main" id="{E9372491-90ED-48B1-85E1-59E058E4FF37}"/>
              </a:ext>
            </a:extLst>
          </p:cNvPr>
          <p:cNvPicPr>
            <a:picLocks noChangeAspect="1"/>
          </p:cNvPicPr>
          <p:nvPr/>
        </p:nvPicPr>
        <p:blipFill>
          <a:blip r:embed="rId24"/>
          <a:stretch>
            <a:fillRect/>
          </a:stretch>
        </p:blipFill>
        <p:spPr>
          <a:xfrm>
            <a:off x="7949058" y="3125560"/>
            <a:ext cx="2067464" cy="490722"/>
          </a:xfrm>
          <a:prstGeom prst="rect">
            <a:avLst/>
          </a:prstGeom>
        </p:spPr>
      </p:pic>
    </p:spTree>
    <p:extLst>
      <p:ext uri="{BB962C8B-B14F-4D97-AF65-F5344CB8AC3E}">
        <p14:creationId xmlns:p14="http://schemas.microsoft.com/office/powerpoint/2010/main" val="3895808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a:extLst>
              <a:ext uri="{FF2B5EF4-FFF2-40B4-BE49-F238E27FC236}">
                <a16:creationId xmlns:a16="http://schemas.microsoft.com/office/drawing/2014/main" id="{C0199E62-C2CE-4E26-B880-163AA1479D19}"/>
              </a:ext>
            </a:extLst>
          </p:cNvPr>
          <p:cNvPicPr>
            <a:picLocks noGrp="1" noChangeAspect="1"/>
          </p:cNvPicPr>
          <p:nvPr>
            <p:ph type="pic" sz="quarter" idx="10"/>
          </p:nvPr>
        </p:nvPicPr>
        <p:blipFill rotWithShape="1">
          <a:blip r:embed="rId2"/>
          <a:srcRect t="16828" b="16828"/>
          <a:stretch/>
        </p:blipFill>
        <p:spPr/>
      </p:pic>
      <p:sp>
        <p:nvSpPr>
          <p:cNvPr id="4" name="Freeform 13"/>
          <p:cNvSpPr>
            <a:spLocks/>
          </p:cNvSpPr>
          <p:nvPr/>
        </p:nvSpPr>
        <p:spPr bwMode="auto">
          <a:xfrm>
            <a:off x="10164502" y="3431366"/>
            <a:ext cx="2027498"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5" name="Freeform 14"/>
          <p:cNvSpPr>
            <a:spLocks noEditPoints="1"/>
          </p:cNvSpPr>
          <p:nvPr/>
        </p:nvSpPr>
        <p:spPr bwMode="auto">
          <a:xfrm>
            <a:off x="8129058" y="2409672"/>
            <a:ext cx="2035444" cy="2504183"/>
          </a:xfrm>
          <a:custGeom>
            <a:avLst/>
            <a:gdLst>
              <a:gd name="T0" fmla="*/ 1247 w 1281"/>
              <a:gd name="T1" fmla="*/ 1059 h 1576"/>
              <a:gd name="T2" fmla="*/ 1063 w 1281"/>
              <a:gd name="T3" fmla="*/ 1107 h 1576"/>
              <a:gd name="T4" fmla="*/ 1010 w 1281"/>
              <a:gd name="T5" fmla="*/ 634 h 1576"/>
              <a:gd name="T6" fmla="*/ 879 w 1281"/>
              <a:gd name="T7" fmla="*/ 801 h 1576"/>
              <a:gd name="T8" fmla="*/ 831 w 1281"/>
              <a:gd name="T9" fmla="*/ 306 h 1576"/>
              <a:gd name="T10" fmla="*/ 882 w 1281"/>
              <a:gd name="T11" fmla="*/ 296 h 1576"/>
              <a:gd name="T12" fmla="*/ 882 w 1281"/>
              <a:gd name="T13" fmla="*/ 264 h 1576"/>
              <a:gd name="T14" fmla="*/ 884 w 1281"/>
              <a:gd name="T15" fmla="*/ 245 h 1576"/>
              <a:gd name="T16" fmla="*/ 879 w 1281"/>
              <a:gd name="T17" fmla="*/ 89 h 1576"/>
              <a:gd name="T18" fmla="*/ 877 w 1281"/>
              <a:gd name="T19" fmla="*/ 143 h 1576"/>
              <a:gd name="T20" fmla="*/ 795 w 1281"/>
              <a:gd name="T21" fmla="*/ 111 h 1576"/>
              <a:gd name="T22" fmla="*/ 790 w 1281"/>
              <a:gd name="T23" fmla="*/ 145 h 1576"/>
              <a:gd name="T24" fmla="*/ 710 w 1281"/>
              <a:gd name="T25" fmla="*/ 114 h 1576"/>
              <a:gd name="T26" fmla="*/ 703 w 1281"/>
              <a:gd name="T27" fmla="*/ 89 h 1576"/>
              <a:gd name="T28" fmla="*/ 623 w 1281"/>
              <a:gd name="T29" fmla="*/ 153 h 1576"/>
              <a:gd name="T30" fmla="*/ 615 w 1281"/>
              <a:gd name="T31" fmla="*/ 153 h 1576"/>
              <a:gd name="T32" fmla="*/ 615 w 1281"/>
              <a:gd name="T33" fmla="*/ 89 h 1576"/>
              <a:gd name="T34" fmla="*/ 536 w 1281"/>
              <a:gd name="T35" fmla="*/ 153 h 1576"/>
              <a:gd name="T36" fmla="*/ 528 w 1281"/>
              <a:gd name="T37" fmla="*/ 153 h 1576"/>
              <a:gd name="T38" fmla="*/ 526 w 1281"/>
              <a:gd name="T39" fmla="*/ 0 h 1576"/>
              <a:gd name="T40" fmla="*/ 521 w 1281"/>
              <a:gd name="T41" fmla="*/ 145 h 1576"/>
              <a:gd name="T42" fmla="*/ 499 w 1281"/>
              <a:gd name="T43" fmla="*/ 189 h 1576"/>
              <a:gd name="T44" fmla="*/ 468 w 1281"/>
              <a:gd name="T45" fmla="*/ 191 h 1576"/>
              <a:gd name="T46" fmla="*/ 448 w 1281"/>
              <a:gd name="T47" fmla="*/ 191 h 1576"/>
              <a:gd name="T48" fmla="*/ 429 w 1281"/>
              <a:gd name="T49" fmla="*/ 194 h 1576"/>
              <a:gd name="T50" fmla="*/ 412 w 1281"/>
              <a:gd name="T51" fmla="*/ 196 h 1576"/>
              <a:gd name="T52" fmla="*/ 395 w 1281"/>
              <a:gd name="T53" fmla="*/ 199 h 1576"/>
              <a:gd name="T54" fmla="*/ 366 w 1281"/>
              <a:gd name="T55" fmla="*/ 206 h 1576"/>
              <a:gd name="T56" fmla="*/ 354 w 1281"/>
              <a:gd name="T57" fmla="*/ 208 h 1576"/>
              <a:gd name="T58" fmla="*/ 347 w 1281"/>
              <a:gd name="T59" fmla="*/ 213 h 1576"/>
              <a:gd name="T60" fmla="*/ 342 w 1281"/>
              <a:gd name="T61" fmla="*/ 216 h 1576"/>
              <a:gd name="T62" fmla="*/ 342 w 1281"/>
              <a:gd name="T63" fmla="*/ 216 h 1576"/>
              <a:gd name="T64" fmla="*/ 337 w 1281"/>
              <a:gd name="T65" fmla="*/ 221 h 1576"/>
              <a:gd name="T66" fmla="*/ 339 w 1281"/>
              <a:gd name="T67" fmla="*/ 228 h 1576"/>
              <a:gd name="T68" fmla="*/ 337 w 1281"/>
              <a:gd name="T69" fmla="*/ 223 h 1576"/>
              <a:gd name="T70" fmla="*/ 337 w 1281"/>
              <a:gd name="T71" fmla="*/ 228 h 1576"/>
              <a:gd name="T72" fmla="*/ 339 w 1281"/>
              <a:gd name="T73" fmla="*/ 230 h 1576"/>
              <a:gd name="T74" fmla="*/ 342 w 1281"/>
              <a:gd name="T75" fmla="*/ 233 h 1576"/>
              <a:gd name="T76" fmla="*/ 344 w 1281"/>
              <a:gd name="T77" fmla="*/ 238 h 1576"/>
              <a:gd name="T78" fmla="*/ 352 w 1281"/>
              <a:gd name="T79" fmla="*/ 240 h 1576"/>
              <a:gd name="T80" fmla="*/ 359 w 1281"/>
              <a:gd name="T81" fmla="*/ 242 h 1576"/>
              <a:gd name="T82" fmla="*/ 368 w 1281"/>
              <a:gd name="T83" fmla="*/ 245 h 1576"/>
              <a:gd name="T84" fmla="*/ 378 w 1281"/>
              <a:gd name="T85" fmla="*/ 247 h 1576"/>
              <a:gd name="T86" fmla="*/ 390 w 1281"/>
              <a:gd name="T87" fmla="*/ 250 h 1576"/>
              <a:gd name="T88" fmla="*/ 400 w 1281"/>
              <a:gd name="T89" fmla="*/ 252 h 1576"/>
              <a:gd name="T90" fmla="*/ 402 w 1281"/>
              <a:gd name="T91" fmla="*/ 310 h 1576"/>
              <a:gd name="T92" fmla="*/ 402 w 1281"/>
              <a:gd name="T93" fmla="*/ 371 h 1576"/>
              <a:gd name="T94" fmla="*/ 402 w 1281"/>
              <a:gd name="T95" fmla="*/ 400 h 1576"/>
              <a:gd name="T96" fmla="*/ 400 w 1281"/>
              <a:gd name="T97" fmla="*/ 1260 h 1576"/>
              <a:gd name="T98" fmla="*/ 90 w 1281"/>
              <a:gd name="T99" fmla="*/ 383 h 1576"/>
              <a:gd name="T100" fmla="*/ 10 w 1281"/>
              <a:gd name="T101" fmla="*/ 1224 h 1576"/>
              <a:gd name="T102" fmla="*/ 1281 w 1281"/>
              <a:gd name="T103" fmla="*/ 1576 h 1576"/>
              <a:gd name="T104" fmla="*/ 352 w 1281"/>
              <a:gd name="T105" fmla="*/ 228 h 1576"/>
              <a:gd name="T106" fmla="*/ 342 w 1281"/>
              <a:gd name="T107" fmla="*/ 225 h 1576"/>
              <a:gd name="T108" fmla="*/ 342 w 1281"/>
              <a:gd name="T109" fmla="*/ 228 h 1576"/>
              <a:gd name="T110" fmla="*/ 410 w 1281"/>
              <a:gd name="T111" fmla="*/ 199 h 1576"/>
              <a:gd name="T112" fmla="*/ 412 w 1281"/>
              <a:gd name="T113" fmla="*/ 206 h 1576"/>
              <a:gd name="T114" fmla="*/ 419 w 1281"/>
              <a:gd name="T115" fmla="*/ 211 h 1576"/>
              <a:gd name="T116" fmla="*/ 427 w 1281"/>
              <a:gd name="T117" fmla="*/ 196 h 1576"/>
              <a:gd name="T118" fmla="*/ 429 w 1281"/>
              <a:gd name="T119" fmla="*/ 204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6" name="Freeform 15"/>
          <p:cNvSpPr>
            <a:spLocks/>
          </p:cNvSpPr>
          <p:nvPr/>
        </p:nvSpPr>
        <p:spPr bwMode="auto">
          <a:xfrm>
            <a:off x="6098382" y="3018240"/>
            <a:ext cx="2030676"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7" name="Freeform 16"/>
          <p:cNvSpPr>
            <a:spLocks/>
          </p:cNvSpPr>
          <p:nvPr/>
        </p:nvSpPr>
        <p:spPr bwMode="auto">
          <a:xfrm>
            <a:off x="4070883" y="2652781"/>
            <a:ext cx="202749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8" name="Freeform 17"/>
          <p:cNvSpPr>
            <a:spLocks/>
          </p:cNvSpPr>
          <p:nvPr/>
        </p:nvSpPr>
        <p:spPr bwMode="auto">
          <a:xfrm>
            <a:off x="2035441" y="2169741"/>
            <a:ext cx="2035444"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18"/>
          <p:cNvSpPr>
            <a:spLocks noEditPoints="1"/>
          </p:cNvSpPr>
          <p:nvPr/>
        </p:nvSpPr>
        <p:spPr bwMode="auto">
          <a:xfrm>
            <a:off x="3175" y="2258722"/>
            <a:ext cx="2032266"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10" name="Rectangle 9"/>
          <p:cNvSpPr/>
          <p:nvPr/>
        </p:nvSpPr>
        <p:spPr>
          <a:xfrm>
            <a:off x="0" y="4554422"/>
            <a:ext cx="12192000" cy="2303578"/>
          </a:xfrm>
          <a:prstGeom prst="rect">
            <a:avLst/>
          </a:prstGeom>
          <a:solidFill>
            <a:srgbClr val="0B2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cxnSp>
        <p:nvCxnSpPr>
          <p:cNvPr id="25" name="Straight Connector 24"/>
          <p:cNvCxnSpPr/>
          <p:nvPr/>
        </p:nvCxnSpPr>
        <p:spPr>
          <a:xfrm>
            <a:off x="7979275" y="4931231"/>
            <a:ext cx="0" cy="1562907"/>
          </a:xfrm>
          <a:prstGeom prst="line">
            <a:avLst/>
          </a:prstGeom>
          <a:ln>
            <a:solidFill>
              <a:schemeClr val="bg1"/>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63" name="Group 62"/>
          <p:cNvGrpSpPr/>
          <p:nvPr/>
        </p:nvGrpSpPr>
        <p:grpSpPr>
          <a:xfrm>
            <a:off x="8397950" y="6154289"/>
            <a:ext cx="3518191" cy="307777"/>
            <a:chOff x="8333567" y="6088567"/>
            <a:chExt cx="3518191" cy="307777"/>
          </a:xfrm>
        </p:grpSpPr>
        <p:sp>
          <p:nvSpPr>
            <p:cNvPr id="35" name="TextBox 34"/>
            <p:cNvSpPr txBox="1"/>
            <p:nvPr/>
          </p:nvSpPr>
          <p:spPr>
            <a:xfrm>
              <a:off x="8637080" y="6088567"/>
              <a:ext cx="3214678" cy="307777"/>
            </a:xfrm>
            <a:prstGeom prst="rect">
              <a:avLst/>
            </a:prstGeom>
            <a:noFill/>
          </p:spPr>
          <p:txBody>
            <a:bodyPr wrap="square" rtlCol="0">
              <a:spAutoFit/>
            </a:bodyPr>
            <a:lstStyle/>
            <a:p>
              <a:r>
                <a:rPr lang="id-ID" sz="1400" dirty="0">
                  <a:solidFill>
                    <a:schemeClr val="bg1"/>
                  </a:solidFill>
                </a:rPr>
                <a:t>+91 98243 47721</a:t>
              </a:r>
            </a:p>
          </p:txBody>
        </p:sp>
        <p:grpSp>
          <p:nvGrpSpPr>
            <p:cNvPr id="41" name="Group 40"/>
            <p:cNvGrpSpPr/>
            <p:nvPr/>
          </p:nvGrpSpPr>
          <p:grpSpPr>
            <a:xfrm>
              <a:off x="8333567" y="6088567"/>
              <a:ext cx="198350" cy="288737"/>
              <a:chOff x="2678113" y="3660776"/>
              <a:chExt cx="250825" cy="365125"/>
            </a:xfrm>
            <a:solidFill>
              <a:schemeClr val="bg1"/>
            </a:solidFill>
          </p:grpSpPr>
          <p:sp>
            <p:nvSpPr>
              <p:cNvPr id="42" name="Rectangle 36"/>
              <p:cNvSpPr>
                <a:spLocks noChangeArrowheads="1"/>
              </p:cNvSpPr>
              <p:nvPr/>
            </p:nvSpPr>
            <p:spPr bwMode="auto">
              <a:xfrm>
                <a:off x="2722563" y="3751263"/>
                <a:ext cx="160337" cy="138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Rectangle 37"/>
              <p:cNvSpPr>
                <a:spLocks noChangeArrowheads="1"/>
              </p:cNvSpPr>
              <p:nvPr/>
            </p:nvSpPr>
            <p:spPr bwMode="auto">
              <a:xfrm>
                <a:off x="2768600" y="3706813"/>
                <a:ext cx="6826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38"/>
              <p:cNvSpPr>
                <a:spLocks noEditPoints="1"/>
              </p:cNvSpPr>
              <p:nvPr/>
            </p:nvSpPr>
            <p:spPr bwMode="auto">
              <a:xfrm>
                <a:off x="2678113" y="3660776"/>
                <a:ext cx="250825" cy="365125"/>
              </a:xfrm>
              <a:custGeom>
                <a:avLst/>
                <a:gdLst>
                  <a:gd name="T0" fmla="*/ 36 w 44"/>
                  <a:gd name="T1" fmla="*/ 0 h 64"/>
                  <a:gd name="T2" fmla="*/ 8 w 44"/>
                  <a:gd name="T3" fmla="*/ 0 h 64"/>
                  <a:gd name="T4" fmla="*/ 0 w 44"/>
                  <a:gd name="T5" fmla="*/ 8 h 64"/>
                  <a:gd name="T6" fmla="*/ 0 w 44"/>
                  <a:gd name="T7" fmla="*/ 56 h 64"/>
                  <a:gd name="T8" fmla="*/ 8 w 44"/>
                  <a:gd name="T9" fmla="*/ 64 h 64"/>
                  <a:gd name="T10" fmla="*/ 36 w 44"/>
                  <a:gd name="T11" fmla="*/ 64 h 64"/>
                  <a:gd name="T12" fmla="*/ 44 w 44"/>
                  <a:gd name="T13" fmla="*/ 56 h 64"/>
                  <a:gd name="T14" fmla="*/ 44 w 44"/>
                  <a:gd name="T15" fmla="*/ 8 h 64"/>
                  <a:gd name="T16" fmla="*/ 36 w 44"/>
                  <a:gd name="T17" fmla="*/ 0 h 64"/>
                  <a:gd name="T18" fmla="*/ 40 w 44"/>
                  <a:gd name="T19" fmla="*/ 56 h 64"/>
                  <a:gd name="T20" fmla="*/ 36 w 44"/>
                  <a:gd name="T21" fmla="*/ 60 h 64"/>
                  <a:gd name="T22" fmla="*/ 8 w 44"/>
                  <a:gd name="T23" fmla="*/ 60 h 64"/>
                  <a:gd name="T24" fmla="*/ 4 w 44"/>
                  <a:gd name="T25" fmla="*/ 56 h 64"/>
                  <a:gd name="T26" fmla="*/ 4 w 44"/>
                  <a:gd name="T27" fmla="*/ 8 h 64"/>
                  <a:gd name="T28" fmla="*/ 8 w 44"/>
                  <a:gd name="T29" fmla="*/ 4 h 64"/>
                  <a:gd name="T30" fmla="*/ 36 w 44"/>
                  <a:gd name="T31" fmla="*/ 4 h 64"/>
                  <a:gd name="T32" fmla="*/ 40 w 44"/>
                  <a:gd name="T33" fmla="*/ 8 h 64"/>
                  <a:gd name="T34" fmla="*/ 40 w 44"/>
                  <a:gd name="T3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64">
                    <a:moveTo>
                      <a:pt x="36" y="0"/>
                    </a:moveTo>
                    <a:cubicBezTo>
                      <a:pt x="8" y="0"/>
                      <a:pt x="8" y="0"/>
                      <a:pt x="8" y="0"/>
                    </a:cubicBezTo>
                    <a:cubicBezTo>
                      <a:pt x="4" y="0"/>
                      <a:pt x="0" y="4"/>
                      <a:pt x="0" y="8"/>
                    </a:cubicBezTo>
                    <a:cubicBezTo>
                      <a:pt x="0" y="56"/>
                      <a:pt x="0" y="56"/>
                      <a:pt x="0" y="56"/>
                    </a:cubicBezTo>
                    <a:cubicBezTo>
                      <a:pt x="0" y="60"/>
                      <a:pt x="4" y="64"/>
                      <a:pt x="8" y="64"/>
                    </a:cubicBezTo>
                    <a:cubicBezTo>
                      <a:pt x="36" y="64"/>
                      <a:pt x="36" y="64"/>
                      <a:pt x="36" y="64"/>
                    </a:cubicBezTo>
                    <a:cubicBezTo>
                      <a:pt x="40" y="64"/>
                      <a:pt x="44" y="60"/>
                      <a:pt x="44" y="56"/>
                    </a:cubicBezTo>
                    <a:cubicBezTo>
                      <a:pt x="44" y="8"/>
                      <a:pt x="44" y="8"/>
                      <a:pt x="44" y="8"/>
                    </a:cubicBezTo>
                    <a:cubicBezTo>
                      <a:pt x="44" y="4"/>
                      <a:pt x="40" y="0"/>
                      <a:pt x="36" y="0"/>
                    </a:cubicBezTo>
                    <a:close/>
                    <a:moveTo>
                      <a:pt x="40" y="56"/>
                    </a:moveTo>
                    <a:cubicBezTo>
                      <a:pt x="40" y="58"/>
                      <a:pt x="38" y="60"/>
                      <a:pt x="36" y="60"/>
                    </a:cubicBezTo>
                    <a:cubicBezTo>
                      <a:pt x="8" y="60"/>
                      <a:pt x="8" y="60"/>
                      <a:pt x="8" y="60"/>
                    </a:cubicBezTo>
                    <a:cubicBezTo>
                      <a:pt x="6" y="60"/>
                      <a:pt x="4" y="58"/>
                      <a:pt x="4" y="56"/>
                    </a:cubicBezTo>
                    <a:cubicBezTo>
                      <a:pt x="4" y="8"/>
                      <a:pt x="4" y="8"/>
                      <a:pt x="4" y="8"/>
                    </a:cubicBezTo>
                    <a:cubicBezTo>
                      <a:pt x="4" y="6"/>
                      <a:pt x="6" y="4"/>
                      <a:pt x="8" y="4"/>
                    </a:cubicBezTo>
                    <a:cubicBezTo>
                      <a:pt x="36" y="4"/>
                      <a:pt x="36" y="4"/>
                      <a:pt x="36" y="4"/>
                    </a:cubicBezTo>
                    <a:cubicBezTo>
                      <a:pt x="38" y="4"/>
                      <a:pt x="40" y="6"/>
                      <a:pt x="40" y="8"/>
                    </a:cubicBezTo>
                    <a:lnTo>
                      <a:pt x="4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Rectangle 39"/>
              <p:cNvSpPr>
                <a:spLocks noChangeArrowheads="1"/>
              </p:cNvSpPr>
              <p:nvPr/>
            </p:nvSpPr>
            <p:spPr bwMode="auto">
              <a:xfrm>
                <a:off x="2722563"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Rectangle 40"/>
              <p:cNvSpPr>
                <a:spLocks noChangeArrowheads="1"/>
              </p:cNvSpPr>
              <p:nvPr/>
            </p:nvSpPr>
            <p:spPr bwMode="auto">
              <a:xfrm>
                <a:off x="2768600"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Rectangle 41"/>
              <p:cNvSpPr>
                <a:spLocks noChangeArrowheads="1"/>
              </p:cNvSpPr>
              <p:nvPr/>
            </p:nvSpPr>
            <p:spPr bwMode="auto">
              <a:xfrm>
                <a:off x="2814638"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Rectangle 42"/>
              <p:cNvSpPr>
                <a:spLocks noChangeArrowheads="1"/>
              </p:cNvSpPr>
              <p:nvPr/>
            </p:nvSpPr>
            <p:spPr bwMode="auto">
              <a:xfrm>
                <a:off x="2860675"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Rectangle 43"/>
              <p:cNvSpPr>
                <a:spLocks noChangeArrowheads="1"/>
              </p:cNvSpPr>
              <p:nvPr/>
            </p:nvSpPr>
            <p:spPr bwMode="auto">
              <a:xfrm>
                <a:off x="2722563"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Rectangle 44"/>
              <p:cNvSpPr>
                <a:spLocks noChangeArrowheads="1"/>
              </p:cNvSpPr>
              <p:nvPr/>
            </p:nvSpPr>
            <p:spPr bwMode="auto">
              <a:xfrm>
                <a:off x="2768600"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1" name="Rectangle 45"/>
              <p:cNvSpPr>
                <a:spLocks noChangeArrowheads="1"/>
              </p:cNvSpPr>
              <p:nvPr/>
            </p:nvSpPr>
            <p:spPr bwMode="auto">
              <a:xfrm>
                <a:off x="2814638"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Rectangle 46"/>
              <p:cNvSpPr>
                <a:spLocks noChangeArrowheads="1"/>
              </p:cNvSpPr>
              <p:nvPr/>
            </p:nvSpPr>
            <p:spPr bwMode="auto">
              <a:xfrm>
                <a:off x="2860675"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sp>
        <p:nvSpPr>
          <p:cNvPr id="53" name="TextBox 52"/>
          <p:cNvSpPr txBox="1"/>
          <p:nvPr/>
        </p:nvSpPr>
        <p:spPr>
          <a:xfrm>
            <a:off x="5219186" y="6017010"/>
            <a:ext cx="2272865" cy="369332"/>
          </a:xfrm>
          <a:prstGeom prst="rect">
            <a:avLst/>
          </a:prstGeom>
          <a:noFill/>
        </p:spPr>
        <p:txBody>
          <a:bodyPr wrap="none" rtlCol="0">
            <a:spAutoFit/>
          </a:bodyPr>
          <a:lstStyle/>
          <a:p>
            <a:pPr algn="r"/>
            <a:r>
              <a:rPr lang="id-ID" b="1" dirty="0">
                <a:solidFill>
                  <a:schemeClr val="bg1"/>
                </a:solidFill>
                <a:latin typeface="+mj-lt"/>
              </a:rPr>
              <a:t>www.orena.solutions</a:t>
            </a:r>
            <a:endParaRPr lang="en-US" b="1" dirty="0">
              <a:solidFill>
                <a:schemeClr val="bg1"/>
              </a:solidFill>
              <a:latin typeface="+mj-lt"/>
            </a:endParaRPr>
          </a:p>
        </p:txBody>
      </p:sp>
      <p:sp>
        <p:nvSpPr>
          <p:cNvPr id="54" name="TextBox 53"/>
          <p:cNvSpPr txBox="1"/>
          <p:nvPr/>
        </p:nvSpPr>
        <p:spPr>
          <a:xfrm>
            <a:off x="4741027" y="5433239"/>
            <a:ext cx="2821350" cy="646331"/>
          </a:xfrm>
          <a:prstGeom prst="rect">
            <a:avLst/>
          </a:prstGeom>
          <a:noFill/>
        </p:spPr>
        <p:txBody>
          <a:bodyPr wrap="none" lIns="91440" tIns="45720" rIns="91440" bIns="45720" rtlCol="0" anchor="t">
            <a:spAutoFit/>
          </a:bodyPr>
          <a:lstStyle/>
          <a:p>
            <a:pPr algn="r"/>
            <a:r>
              <a:rPr lang="en-US" sz="3600" b="1" dirty="0">
                <a:ln w="6350">
                  <a:noFill/>
                </a:ln>
                <a:solidFill>
                  <a:schemeClr val="bg1"/>
                </a:solidFill>
                <a:latin typeface="Segoe UI"/>
                <a:cs typeface="Segoe UI"/>
              </a:rPr>
              <a:t>Reach us at-</a:t>
            </a:r>
          </a:p>
        </p:txBody>
      </p:sp>
      <p:pic>
        <p:nvPicPr>
          <p:cNvPr id="3" name="Picture 2" descr="Orena_Logo_Final.png">
            <a:extLst>
              <a:ext uri="{FF2B5EF4-FFF2-40B4-BE49-F238E27FC236}">
                <a16:creationId xmlns:a16="http://schemas.microsoft.com/office/drawing/2014/main" id="{5604C893-E55A-43B7-9AE1-030DAA702668}"/>
              </a:ext>
            </a:extLst>
          </p:cNvPr>
          <p:cNvPicPr>
            <a:picLocks noChangeAspect="1"/>
          </p:cNvPicPr>
          <p:nvPr/>
        </p:nvPicPr>
        <p:blipFill>
          <a:blip r:embed="rId3" cstate="screen"/>
          <a:stretch>
            <a:fillRect/>
          </a:stretch>
        </p:blipFill>
        <p:spPr>
          <a:xfrm>
            <a:off x="96045" y="4201249"/>
            <a:ext cx="3974838" cy="2508749"/>
          </a:xfrm>
          <a:prstGeom prst="rect">
            <a:avLst/>
          </a:prstGeom>
        </p:spPr>
      </p:pic>
    </p:spTree>
    <p:extLst>
      <p:ext uri="{BB962C8B-B14F-4D97-AF65-F5344CB8AC3E}">
        <p14:creationId xmlns:p14="http://schemas.microsoft.com/office/powerpoint/2010/main" val="346684811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60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par>
                          <p:cTn id="33" fill="hold">
                            <p:stCondLst>
                              <p:cond delay="1100"/>
                            </p:stCondLst>
                            <p:childTnLst>
                              <p:par>
                                <p:cTn id="34" presetID="10" presetClass="entr" presetSubtype="0" fill="hold" grpId="0" nodeType="after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childTnLst>
                          </p:cTn>
                        </p:par>
                        <p:par>
                          <p:cTn id="37" fill="hold">
                            <p:stCondLst>
                              <p:cond delay="1600"/>
                            </p:stCondLst>
                            <p:childTnLst>
                              <p:par>
                                <p:cTn id="38" presetID="10" presetClass="entr" presetSubtype="0" fill="hold" grpId="0" nodeType="after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childTnLst>
                          </p:cTn>
                        </p:par>
                        <p:par>
                          <p:cTn id="41" fill="hold">
                            <p:stCondLst>
                              <p:cond delay="2100"/>
                            </p:stCondLst>
                            <p:childTnLst>
                              <p:par>
                                <p:cTn id="42" presetID="10" presetClass="entr" presetSubtype="0" fill="hold"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par>
                          <p:cTn id="45" fill="hold">
                            <p:stCondLst>
                              <p:cond delay="2600"/>
                            </p:stCondLst>
                            <p:childTnLst>
                              <p:par>
                                <p:cTn id="46" presetID="10" presetClass="entr" presetSubtype="0" fill="hold" nodeType="after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fade">
                                      <p:cBhvr>
                                        <p:cTn id="4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53" grpId="0"/>
      <p:bldP spid="5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1"/>
          <p:cNvSpPr txBox="1">
            <a:spLocks/>
          </p:cNvSpPr>
          <p:nvPr/>
        </p:nvSpPr>
        <p:spPr>
          <a:xfrm>
            <a:off x="152400" y="152400"/>
            <a:ext cx="12192000" cy="5399088"/>
          </a:xfrm>
          <a:prstGeom prst="rect">
            <a:avLst/>
          </a:prstGeom>
        </p:spPr>
      </p:sp>
      <p:pic>
        <p:nvPicPr>
          <p:cNvPr id="4" name="Picture 3" descr="Orena_Logo_Final.png"/>
          <p:cNvPicPr>
            <a:picLocks noChangeAspect="1"/>
          </p:cNvPicPr>
          <p:nvPr/>
        </p:nvPicPr>
        <p:blipFill>
          <a:blip r:embed="rId2" cstate="screen"/>
          <a:stretch>
            <a:fillRect/>
          </a:stretch>
        </p:blipFill>
        <p:spPr>
          <a:xfrm>
            <a:off x="10164138" y="5460064"/>
            <a:ext cx="1932071" cy="1207206"/>
          </a:xfrm>
          <a:prstGeom prst="rect">
            <a:avLst/>
          </a:prstGeom>
        </p:spPr>
      </p:pic>
      <p:pic>
        <p:nvPicPr>
          <p:cNvPr id="10" name="Picture 9" descr="Linkedin logo.png"/>
          <p:cNvPicPr>
            <a:picLocks noChangeAspect="1"/>
          </p:cNvPicPr>
          <p:nvPr/>
        </p:nvPicPr>
        <p:blipFill>
          <a:blip r:embed="rId3"/>
          <a:stretch>
            <a:fillRect/>
          </a:stretch>
        </p:blipFill>
        <p:spPr>
          <a:xfrm>
            <a:off x="1174750" y="1623524"/>
            <a:ext cx="730250" cy="730250"/>
          </a:xfrm>
          <a:prstGeom prst="rect">
            <a:avLst/>
          </a:prstGeom>
        </p:spPr>
      </p:pic>
      <p:sp>
        <p:nvSpPr>
          <p:cNvPr id="15" name="TextBox 14"/>
          <p:cNvSpPr txBox="1"/>
          <p:nvPr/>
        </p:nvSpPr>
        <p:spPr>
          <a:xfrm>
            <a:off x="1879601" y="1820374"/>
            <a:ext cx="989502" cy="369332"/>
          </a:xfrm>
          <a:prstGeom prst="rect">
            <a:avLst/>
          </a:prstGeom>
          <a:noFill/>
        </p:spPr>
        <p:txBody>
          <a:bodyPr wrap="none" rtlCol="0">
            <a:spAutoFit/>
          </a:bodyPr>
          <a:lstStyle/>
          <a:p>
            <a:r>
              <a:rPr lang="en-US" b="1" dirty="0"/>
              <a:t>LinkedIn</a:t>
            </a:r>
          </a:p>
        </p:txBody>
      </p:sp>
      <p:pic>
        <p:nvPicPr>
          <p:cNvPr id="22" name="Picture 21" descr="Fb logo.png"/>
          <p:cNvPicPr>
            <a:picLocks noChangeAspect="1"/>
          </p:cNvPicPr>
          <p:nvPr/>
        </p:nvPicPr>
        <p:blipFill>
          <a:blip r:embed="rId4"/>
          <a:stretch>
            <a:fillRect/>
          </a:stretch>
        </p:blipFill>
        <p:spPr>
          <a:xfrm>
            <a:off x="7990417" y="1733591"/>
            <a:ext cx="594783" cy="594783"/>
          </a:xfrm>
          <a:prstGeom prst="rect">
            <a:avLst/>
          </a:prstGeom>
        </p:spPr>
      </p:pic>
      <p:sp>
        <p:nvSpPr>
          <p:cNvPr id="23" name="TextBox 22"/>
          <p:cNvSpPr txBox="1"/>
          <p:nvPr/>
        </p:nvSpPr>
        <p:spPr>
          <a:xfrm>
            <a:off x="8610599" y="1888109"/>
            <a:ext cx="1430866" cy="372533"/>
          </a:xfrm>
          <a:prstGeom prst="rect">
            <a:avLst/>
          </a:prstGeom>
          <a:noFill/>
        </p:spPr>
        <p:txBody>
          <a:bodyPr wrap="square" rtlCol="0">
            <a:spAutoFit/>
          </a:bodyPr>
          <a:lstStyle/>
          <a:p>
            <a:r>
              <a:rPr lang="en-US" b="1" dirty="0"/>
              <a:t>Facebook</a:t>
            </a:r>
          </a:p>
        </p:txBody>
      </p:sp>
      <p:sp>
        <p:nvSpPr>
          <p:cNvPr id="24" name="TextBox 23"/>
          <p:cNvSpPr txBox="1"/>
          <p:nvPr/>
        </p:nvSpPr>
        <p:spPr>
          <a:xfrm>
            <a:off x="7865532" y="2599307"/>
            <a:ext cx="2523067" cy="646331"/>
          </a:xfrm>
          <a:prstGeom prst="rect">
            <a:avLst/>
          </a:prstGeom>
          <a:noFill/>
        </p:spPr>
        <p:txBody>
          <a:bodyPr wrap="square" rtlCol="0">
            <a:spAutoFit/>
          </a:bodyPr>
          <a:lstStyle/>
          <a:p>
            <a:pPr lvl="0"/>
            <a:r>
              <a:rPr lang="en-US" dirty="0">
                <a:hlinkClick r:id="rId5"/>
              </a:rPr>
              <a:t>Orena</a:t>
            </a:r>
            <a:r>
              <a:rPr lang="en-US" b="1" dirty="0">
                <a:hlinkClick r:id="rId5"/>
              </a:rPr>
              <a:t> </a:t>
            </a:r>
            <a:r>
              <a:rPr lang="en-US" dirty="0">
                <a:hlinkClick r:id="rId5"/>
              </a:rPr>
              <a:t>Solutions</a:t>
            </a:r>
            <a:r>
              <a:rPr lang="en-US" b="1" dirty="0">
                <a:hlinkClick r:id="rId5"/>
              </a:rPr>
              <a:t> </a:t>
            </a:r>
            <a:r>
              <a:rPr lang="en-US" dirty="0">
                <a:hlinkClick r:id="rId5"/>
              </a:rPr>
              <a:t>Pvt</a:t>
            </a:r>
            <a:r>
              <a:rPr lang="en-US" b="1" dirty="0">
                <a:hlinkClick r:id="rId5"/>
              </a:rPr>
              <a:t>. </a:t>
            </a:r>
            <a:r>
              <a:rPr lang="en-US" dirty="0">
                <a:hlinkClick r:id="rId5"/>
              </a:rPr>
              <a:t>Ltd</a:t>
            </a:r>
            <a:r>
              <a:rPr lang="en-US" b="1" dirty="0">
                <a:hlinkClick r:id="rId5"/>
              </a:rPr>
              <a:t>.</a:t>
            </a:r>
            <a:endParaRPr lang="en-US" dirty="0"/>
          </a:p>
          <a:p>
            <a:r>
              <a:rPr lang="en-US" b="1" dirty="0"/>
              <a:t>           </a:t>
            </a:r>
            <a:endParaRPr lang="en-US" dirty="0"/>
          </a:p>
        </p:txBody>
      </p:sp>
      <p:pic>
        <p:nvPicPr>
          <p:cNvPr id="28" name="Picture 27" descr="Ig logo.jpg"/>
          <p:cNvPicPr>
            <a:picLocks noChangeAspect="1"/>
          </p:cNvPicPr>
          <p:nvPr/>
        </p:nvPicPr>
        <p:blipFill>
          <a:blip r:embed="rId6"/>
          <a:stretch>
            <a:fillRect/>
          </a:stretch>
        </p:blipFill>
        <p:spPr>
          <a:xfrm>
            <a:off x="4476751" y="1581191"/>
            <a:ext cx="781050" cy="781050"/>
          </a:xfrm>
          <a:prstGeom prst="rect">
            <a:avLst/>
          </a:prstGeom>
        </p:spPr>
      </p:pic>
      <p:sp>
        <p:nvSpPr>
          <p:cNvPr id="30" name="TextBox 29"/>
          <p:cNvSpPr txBox="1"/>
          <p:nvPr/>
        </p:nvSpPr>
        <p:spPr>
          <a:xfrm>
            <a:off x="5198533" y="1845774"/>
            <a:ext cx="1464734" cy="369332"/>
          </a:xfrm>
          <a:prstGeom prst="rect">
            <a:avLst/>
          </a:prstGeom>
          <a:noFill/>
        </p:spPr>
        <p:txBody>
          <a:bodyPr wrap="square" rtlCol="0">
            <a:spAutoFit/>
          </a:bodyPr>
          <a:lstStyle/>
          <a:p>
            <a:r>
              <a:rPr lang="en-US" b="1" dirty="0"/>
              <a:t>Instagram</a:t>
            </a:r>
          </a:p>
        </p:txBody>
      </p:sp>
      <p:sp>
        <p:nvSpPr>
          <p:cNvPr id="33" name="TextBox 32"/>
          <p:cNvSpPr txBox="1"/>
          <p:nvPr/>
        </p:nvSpPr>
        <p:spPr>
          <a:xfrm>
            <a:off x="7865531" y="3259708"/>
            <a:ext cx="2912533" cy="369332"/>
          </a:xfrm>
          <a:prstGeom prst="rect">
            <a:avLst/>
          </a:prstGeom>
          <a:noFill/>
        </p:spPr>
        <p:txBody>
          <a:bodyPr wrap="square" rtlCol="0">
            <a:spAutoFit/>
          </a:bodyPr>
          <a:lstStyle/>
          <a:p>
            <a:pPr lvl="0" fontAlgn="base">
              <a:spcBef>
                <a:spcPct val="0"/>
              </a:spcBef>
              <a:spcAft>
                <a:spcPct val="0"/>
              </a:spcAft>
            </a:pPr>
            <a:r>
              <a:rPr lang="en-US" dirty="0">
                <a:hlinkClick r:id="rId7"/>
              </a:rPr>
              <a:t>Orena</a:t>
            </a:r>
            <a:r>
              <a:rPr lang="en-US" sz="1400" b="1" dirty="0">
                <a:latin typeface="Calibri" pitchFamily="34" charset="0"/>
                <a:ea typeface="Calibri" pitchFamily="34" charset="0"/>
                <a:cs typeface="Times New Roman" pitchFamily="18" charset="0"/>
                <a:hlinkClick r:id="rId7"/>
              </a:rPr>
              <a:t> </a:t>
            </a:r>
            <a:r>
              <a:rPr lang="en-US" dirty="0">
                <a:hlinkClick r:id="rId7"/>
              </a:rPr>
              <a:t>Foreign</a:t>
            </a:r>
            <a:r>
              <a:rPr lang="en-US" sz="1400" b="1" dirty="0">
                <a:latin typeface="Calibri" pitchFamily="34" charset="0"/>
                <a:ea typeface="Calibri" pitchFamily="34" charset="0"/>
                <a:cs typeface="Times New Roman" pitchFamily="18" charset="0"/>
                <a:hlinkClick r:id="rId7"/>
              </a:rPr>
              <a:t> </a:t>
            </a:r>
            <a:r>
              <a:rPr lang="en-US" dirty="0">
                <a:hlinkClick r:id="rId7"/>
              </a:rPr>
              <a:t>Collaboration</a:t>
            </a:r>
          </a:p>
        </p:txBody>
      </p:sp>
      <p:sp>
        <p:nvSpPr>
          <p:cNvPr id="34" name="TextBox 33"/>
          <p:cNvSpPr txBox="1"/>
          <p:nvPr/>
        </p:nvSpPr>
        <p:spPr>
          <a:xfrm>
            <a:off x="7865531" y="4089441"/>
            <a:ext cx="2565400" cy="646331"/>
          </a:xfrm>
          <a:prstGeom prst="rect">
            <a:avLst/>
          </a:prstGeom>
          <a:noFill/>
        </p:spPr>
        <p:txBody>
          <a:bodyPr wrap="square" rtlCol="0">
            <a:spAutoFit/>
          </a:bodyPr>
          <a:lstStyle/>
          <a:p>
            <a:pPr fontAlgn="base">
              <a:spcBef>
                <a:spcPct val="0"/>
              </a:spcBef>
              <a:spcAft>
                <a:spcPct val="0"/>
              </a:spcAft>
            </a:pPr>
            <a:r>
              <a:rPr lang="en-US" dirty="0">
                <a:hlinkClick r:id="rId8"/>
              </a:rPr>
              <a:t>Orena Solutions Product Selling</a:t>
            </a:r>
            <a:endParaRPr lang="en-US" dirty="0">
              <a:hlinkClick r:id="rId7"/>
            </a:endParaRPr>
          </a:p>
        </p:txBody>
      </p:sp>
      <p:sp>
        <p:nvSpPr>
          <p:cNvPr id="35" name="TextBox 34"/>
          <p:cNvSpPr txBox="1"/>
          <p:nvPr/>
        </p:nvSpPr>
        <p:spPr>
          <a:xfrm>
            <a:off x="7857073" y="4919174"/>
            <a:ext cx="3039533" cy="369332"/>
          </a:xfrm>
          <a:prstGeom prst="rect">
            <a:avLst/>
          </a:prstGeom>
          <a:noFill/>
        </p:spPr>
        <p:txBody>
          <a:bodyPr wrap="square" rtlCol="0">
            <a:spAutoFit/>
          </a:bodyPr>
          <a:lstStyle/>
          <a:p>
            <a:pPr fontAlgn="base">
              <a:spcBef>
                <a:spcPct val="0"/>
              </a:spcBef>
              <a:spcAft>
                <a:spcPct val="0"/>
              </a:spcAft>
            </a:pPr>
            <a:r>
              <a:rPr lang="en-US" dirty="0">
                <a:hlinkClick r:id="rId9"/>
              </a:rPr>
              <a:t>Orena Solutions Development</a:t>
            </a:r>
            <a:endParaRPr lang="en-US" dirty="0">
              <a:hlinkClick r:id="rId8"/>
            </a:endParaRPr>
          </a:p>
        </p:txBody>
      </p:sp>
      <p:sp>
        <p:nvSpPr>
          <p:cNvPr id="36" name="TextBox 35"/>
          <p:cNvSpPr txBox="1"/>
          <p:nvPr/>
        </p:nvSpPr>
        <p:spPr>
          <a:xfrm>
            <a:off x="1185333" y="2540041"/>
            <a:ext cx="2675467" cy="923330"/>
          </a:xfrm>
          <a:prstGeom prst="rect">
            <a:avLst/>
          </a:prstGeom>
          <a:noFill/>
        </p:spPr>
        <p:txBody>
          <a:bodyPr wrap="square" rtlCol="0">
            <a:spAutoFit/>
          </a:bodyPr>
          <a:lstStyle/>
          <a:p>
            <a:pPr lvl="0"/>
            <a:r>
              <a:rPr lang="en-US" dirty="0">
                <a:hlinkClick r:id="rId10"/>
              </a:rPr>
              <a:t>Orena Solutions Pvt. Ltd. (Admin Page)</a:t>
            </a:r>
            <a:endParaRPr lang="en-US" dirty="0"/>
          </a:p>
          <a:p>
            <a:endParaRPr lang="en-US" dirty="0"/>
          </a:p>
        </p:txBody>
      </p:sp>
      <p:sp>
        <p:nvSpPr>
          <p:cNvPr id="37" name="TextBox 36"/>
          <p:cNvSpPr txBox="1"/>
          <p:nvPr/>
        </p:nvSpPr>
        <p:spPr>
          <a:xfrm>
            <a:off x="1176868" y="3285107"/>
            <a:ext cx="3149600" cy="646331"/>
          </a:xfrm>
          <a:prstGeom prst="rect">
            <a:avLst/>
          </a:prstGeom>
          <a:noFill/>
        </p:spPr>
        <p:txBody>
          <a:bodyPr wrap="square" rtlCol="0">
            <a:spAutoFit/>
          </a:bodyPr>
          <a:lstStyle/>
          <a:p>
            <a:pPr lvl="0"/>
            <a:r>
              <a:rPr lang="en-US" dirty="0">
                <a:hlinkClick r:id="rId11"/>
              </a:rPr>
              <a:t>Orena Solutions (Business Page)</a:t>
            </a:r>
            <a:endParaRPr lang="en-US" dirty="0"/>
          </a:p>
        </p:txBody>
      </p:sp>
      <p:sp>
        <p:nvSpPr>
          <p:cNvPr id="38" name="TextBox 37"/>
          <p:cNvSpPr txBox="1"/>
          <p:nvPr/>
        </p:nvSpPr>
        <p:spPr>
          <a:xfrm>
            <a:off x="1176868" y="4080974"/>
            <a:ext cx="3556000" cy="646331"/>
          </a:xfrm>
          <a:prstGeom prst="rect">
            <a:avLst/>
          </a:prstGeom>
          <a:noFill/>
        </p:spPr>
        <p:txBody>
          <a:bodyPr wrap="square" rtlCol="0">
            <a:spAutoFit/>
          </a:bodyPr>
          <a:lstStyle/>
          <a:p>
            <a:pPr lvl="0"/>
            <a:r>
              <a:rPr lang="en-US" dirty="0">
                <a:hlinkClick r:id="rId12"/>
              </a:rPr>
              <a:t>Orena Solutions Pvt. Ltd. Development</a:t>
            </a:r>
            <a:endParaRPr lang="en-US" dirty="0"/>
          </a:p>
        </p:txBody>
      </p:sp>
      <p:sp>
        <p:nvSpPr>
          <p:cNvPr id="39" name="TextBox 38"/>
          <p:cNvSpPr txBox="1"/>
          <p:nvPr/>
        </p:nvSpPr>
        <p:spPr>
          <a:xfrm>
            <a:off x="1193799" y="4978440"/>
            <a:ext cx="2997200" cy="369332"/>
          </a:xfrm>
          <a:prstGeom prst="rect">
            <a:avLst/>
          </a:prstGeom>
          <a:noFill/>
        </p:spPr>
        <p:txBody>
          <a:bodyPr wrap="square" rtlCol="0">
            <a:spAutoFit/>
          </a:bodyPr>
          <a:lstStyle/>
          <a:p>
            <a:pPr lvl="0"/>
            <a:r>
              <a:rPr lang="en-US" dirty="0">
                <a:hlinkClick r:id="rId13"/>
              </a:rPr>
              <a:t>Orena Foreign Collaboration</a:t>
            </a:r>
            <a:endParaRPr lang="en-US" dirty="0"/>
          </a:p>
        </p:txBody>
      </p:sp>
      <p:sp>
        <p:nvSpPr>
          <p:cNvPr id="40" name="TextBox 39"/>
          <p:cNvSpPr txBox="1"/>
          <p:nvPr/>
        </p:nvSpPr>
        <p:spPr>
          <a:xfrm>
            <a:off x="1176870" y="5604975"/>
            <a:ext cx="3191933" cy="369332"/>
          </a:xfrm>
          <a:prstGeom prst="rect">
            <a:avLst/>
          </a:prstGeom>
          <a:noFill/>
        </p:spPr>
        <p:txBody>
          <a:bodyPr wrap="square" rtlCol="0">
            <a:spAutoFit/>
          </a:bodyPr>
          <a:lstStyle/>
          <a:p>
            <a:pPr lvl="0"/>
            <a:r>
              <a:rPr lang="en-US" dirty="0">
                <a:hlinkClick r:id="rId14"/>
              </a:rPr>
              <a:t>LinkedIn Product Selling</a:t>
            </a:r>
            <a:endParaRPr lang="en-US" dirty="0"/>
          </a:p>
        </p:txBody>
      </p:sp>
      <p:sp>
        <p:nvSpPr>
          <p:cNvPr id="41" name="TextBox 40"/>
          <p:cNvSpPr txBox="1"/>
          <p:nvPr/>
        </p:nvSpPr>
        <p:spPr>
          <a:xfrm>
            <a:off x="4275667" y="2590841"/>
            <a:ext cx="2921000" cy="369332"/>
          </a:xfrm>
          <a:prstGeom prst="rect">
            <a:avLst/>
          </a:prstGeom>
          <a:noFill/>
        </p:spPr>
        <p:txBody>
          <a:bodyPr wrap="square" rtlCol="0">
            <a:spAutoFit/>
          </a:bodyPr>
          <a:lstStyle/>
          <a:p>
            <a:pPr lvl="0"/>
            <a:r>
              <a:rPr lang="en-US" dirty="0">
                <a:hlinkClick r:id="rId15"/>
              </a:rPr>
              <a:t>Orena Foreign Collaboration</a:t>
            </a:r>
            <a:endParaRPr lang="en-US" dirty="0"/>
          </a:p>
        </p:txBody>
      </p:sp>
      <p:sp>
        <p:nvSpPr>
          <p:cNvPr id="42" name="TextBox 41"/>
          <p:cNvSpPr txBox="1"/>
          <p:nvPr/>
        </p:nvSpPr>
        <p:spPr>
          <a:xfrm>
            <a:off x="4309531" y="3259707"/>
            <a:ext cx="2658533" cy="369332"/>
          </a:xfrm>
          <a:prstGeom prst="rect">
            <a:avLst/>
          </a:prstGeom>
          <a:noFill/>
        </p:spPr>
        <p:txBody>
          <a:bodyPr wrap="square" rtlCol="0">
            <a:spAutoFit/>
          </a:bodyPr>
          <a:lstStyle/>
          <a:p>
            <a:pPr lvl="0"/>
            <a:r>
              <a:rPr lang="en-US" dirty="0">
                <a:hlinkClick r:id="rId16"/>
              </a:rPr>
              <a:t>Orena Product Selling </a:t>
            </a:r>
            <a:endParaRPr lang="en-US" dirty="0"/>
          </a:p>
        </p:txBody>
      </p:sp>
      <p:sp>
        <p:nvSpPr>
          <p:cNvPr id="47" name="TextBox 46"/>
          <p:cNvSpPr txBox="1"/>
          <p:nvPr/>
        </p:nvSpPr>
        <p:spPr>
          <a:xfrm>
            <a:off x="4309530" y="4106374"/>
            <a:ext cx="2489200" cy="369332"/>
          </a:xfrm>
          <a:prstGeom prst="rect">
            <a:avLst/>
          </a:prstGeom>
          <a:noFill/>
        </p:spPr>
        <p:txBody>
          <a:bodyPr wrap="square" rtlCol="0">
            <a:spAutoFit/>
          </a:bodyPr>
          <a:lstStyle/>
          <a:p>
            <a:pPr lvl="0"/>
            <a:r>
              <a:rPr lang="en-US" dirty="0">
                <a:hlinkClick r:id="rId17"/>
              </a:rPr>
              <a:t>Orena Solutions Pvt. Ltd </a:t>
            </a:r>
            <a:endParaRPr lang="en-US" dirty="0"/>
          </a:p>
        </p:txBody>
      </p:sp>
      <p:sp>
        <p:nvSpPr>
          <p:cNvPr id="48" name="TextBox 47"/>
          <p:cNvSpPr txBox="1"/>
          <p:nvPr/>
        </p:nvSpPr>
        <p:spPr>
          <a:xfrm>
            <a:off x="4309531" y="4826041"/>
            <a:ext cx="3352800" cy="369332"/>
          </a:xfrm>
          <a:prstGeom prst="rect">
            <a:avLst/>
          </a:prstGeom>
          <a:noFill/>
        </p:spPr>
        <p:txBody>
          <a:bodyPr wrap="square" rtlCol="0">
            <a:spAutoFit/>
          </a:bodyPr>
          <a:lstStyle/>
          <a:p>
            <a:r>
              <a:rPr lang="en-US" dirty="0">
                <a:hlinkClick r:id="rId17"/>
              </a:rPr>
              <a:t>Orena</a:t>
            </a:r>
            <a:r>
              <a:rPr lang="en-US" dirty="0">
                <a:solidFill>
                  <a:schemeClr val="accent1">
                    <a:lumMod val="75000"/>
                  </a:schemeClr>
                </a:solidFill>
              </a:rPr>
              <a:t> </a:t>
            </a:r>
            <a:r>
              <a:rPr lang="en-US" dirty="0">
                <a:hlinkClick r:id="rId17"/>
              </a:rPr>
              <a:t>Development</a:t>
            </a:r>
          </a:p>
        </p:txBody>
      </p:sp>
      <p:sp>
        <p:nvSpPr>
          <p:cNvPr id="26" name="TextBox 25"/>
          <p:cNvSpPr txBox="1"/>
          <p:nvPr/>
        </p:nvSpPr>
        <p:spPr>
          <a:xfrm>
            <a:off x="656823" y="393373"/>
            <a:ext cx="10251583" cy="646331"/>
          </a:xfrm>
          <a:prstGeom prst="rect">
            <a:avLst/>
          </a:prstGeom>
          <a:noFill/>
          <a:ln w="57150">
            <a:solidFill>
              <a:schemeClr val="bg1"/>
            </a:solidFill>
          </a:ln>
        </p:spPr>
        <p:txBody>
          <a:bodyPr wrap="square" lIns="91440" tIns="45720" rIns="91440" bIns="45720" rtlCol="0" anchor="t">
            <a:spAutoFit/>
          </a:bodyPr>
          <a:lstStyle/>
          <a:p>
            <a:pPr algn="ctr"/>
            <a:r>
              <a:rPr lang="en-US" sz="3600" b="1" dirty="0">
                <a:ln w="6350">
                  <a:noFill/>
                </a:ln>
                <a:solidFill>
                  <a:schemeClr val="tx2"/>
                </a:solidFill>
                <a:latin typeface="Segoe UI"/>
                <a:cs typeface="Segoe UI"/>
              </a:rPr>
              <a:t>Follow 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anim calcmode="lin" valueType="num">
                                      <p:cBhvr>
                                        <p:cTn id="8" dur="500" fill="hold"/>
                                        <p:tgtEl>
                                          <p:spTgt spid="26"/>
                                        </p:tgtEl>
                                        <p:attrNameLst>
                                          <p:attrName>ppt_x</p:attrName>
                                        </p:attrNameLst>
                                      </p:cBhvr>
                                      <p:tavLst>
                                        <p:tav tm="0">
                                          <p:val>
                                            <p:strVal val="#ppt_x"/>
                                          </p:val>
                                        </p:tav>
                                        <p:tav tm="100000">
                                          <p:val>
                                            <p:strVal val="#ppt_x"/>
                                          </p:val>
                                        </p:tav>
                                      </p:tavLst>
                                    </p:anim>
                                    <p:anim calcmode="lin" valueType="num">
                                      <p:cBhvr>
                                        <p:cTn id="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136" name="Rectangle 135"/>
          <p:cNvSpPr/>
          <p:nvPr/>
        </p:nvSpPr>
        <p:spPr>
          <a:xfrm rot="16200000">
            <a:off x="-2412993" y="2413007"/>
            <a:ext cx="6857987" cy="2032000"/>
          </a:xfrm>
          <a:prstGeom prst="rect">
            <a:avLst/>
          </a:prstGeom>
          <a:gradFill>
            <a:gsLst>
              <a:gs pos="0">
                <a:schemeClr val="accent6">
                  <a:lumMod val="50000"/>
                </a:schemeClr>
              </a:gs>
              <a:gs pos="100000">
                <a:schemeClr val="accent6"/>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380992" y="2413005"/>
            <a:ext cx="6857987" cy="2032000"/>
          </a:xfrm>
          <a:prstGeom prst="rect">
            <a:avLst/>
          </a:prstGeom>
          <a:gradFill>
            <a:gsLst>
              <a:gs pos="0">
                <a:schemeClr val="accent1">
                  <a:lumMod val="50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1651010" y="2413005"/>
            <a:ext cx="6857982" cy="2032000"/>
          </a:xfrm>
          <a:prstGeom prst="rect">
            <a:avLst/>
          </a:prstGeom>
          <a:gradFill>
            <a:gsLst>
              <a:gs pos="0">
                <a:schemeClr val="accent2">
                  <a:lumMod val="50000"/>
                </a:schemeClr>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5" name="Rectangle 114"/>
          <p:cNvSpPr/>
          <p:nvPr/>
        </p:nvSpPr>
        <p:spPr>
          <a:xfrm rot="16200000">
            <a:off x="3683002" y="2412998"/>
            <a:ext cx="6857998" cy="2032000"/>
          </a:xfrm>
          <a:prstGeom prst="rect">
            <a:avLst/>
          </a:prstGeom>
          <a:gradFill>
            <a:gsLst>
              <a:gs pos="0">
                <a:schemeClr val="accent3">
                  <a:lumMod val="50000"/>
                </a:schemeClr>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6" name="Rectangle 115"/>
          <p:cNvSpPr/>
          <p:nvPr/>
        </p:nvSpPr>
        <p:spPr>
          <a:xfrm rot="16200000">
            <a:off x="5715002" y="2412997"/>
            <a:ext cx="6857998" cy="2032000"/>
          </a:xfrm>
          <a:prstGeom prst="rect">
            <a:avLst/>
          </a:prstGeom>
          <a:gradFill>
            <a:gsLst>
              <a:gs pos="0">
                <a:schemeClr val="accent4">
                  <a:lumMod val="50000"/>
                </a:schemeClr>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7747042" y="2413040"/>
            <a:ext cx="6857916" cy="2032000"/>
          </a:xfrm>
          <a:prstGeom prst="rect">
            <a:avLst/>
          </a:prstGeom>
          <a:gradFill>
            <a:gsLst>
              <a:gs pos="0">
                <a:schemeClr val="accent5">
                  <a:lumMod val="50000"/>
                </a:schemeClr>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1" name="Group 30"/>
          <p:cNvGrpSpPr/>
          <p:nvPr/>
        </p:nvGrpSpPr>
        <p:grpSpPr>
          <a:xfrm>
            <a:off x="2" y="6762305"/>
            <a:ext cx="12191999" cy="342082"/>
            <a:chOff x="2" y="2110197"/>
            <a:chExt cx="12191999" cy="134339"/>
          </a:xfrm>
        </p:grpSpPr>
        <p:sp>
          <p:nvSpPr>
            <p:cNvPr id="32" name="Rectangle 31"/>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Rectangle 32"/>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4" name="Rectangle 33"/>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Rectangle 35"/>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7" name="Rectangle 36"/>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2" name="TextBox 1"/>
          <p:cNvSpPr txBox="1"/>
          <p:nvPr/>
        </p:nvSpPr>
        <p:spPr>
          <a:xfrm>
            <a:off x="2913177" y="2691682"/>
            <a:ext cx="6694462" cy="1323439"/>
          </a:xfrm>
          <a:prstGeom prst="rect">
            <a:avLst/>
          </a:prstGeom>
          <a:noFill/>
        </p:spPr>
        <p:txBody>
          <a:bodyPr wrap="square" lIns="91440" tIns="45720" rIns="91440" bIns="45720" rtlCol="0" anchor="t">
            <a:spAutoFit/>
          </a:bodyPr>
          <a:lstStyle/>
          <a:p>
            <a:r>
              <a:rPr lang="id-ID" sz="8000" b="1" dirty="0">
                <a:ln w="6350">
                  <a:noFill/>
                </a:ln>
                <a:solidFill>
                  <a:schemeClr val="bg1"/>
                </a:solidFill>
                <a:latin typeface="Segoe UI"/>
                <a:cs typeface="Segoe UI"/>
              </a:rPr>
              <a:t>THANK</a:t>
            </a:r>
            <a:r>
              <a:rPr lang="en-US" sz="8000" b="1" dirty="0">
                <a:ln w="6350">
                  <a:noFill/>
                </a:ln>
                <a:solidFill>
                  <a:schemeClr val="bg1"/>
                </a:solidFill>
                <a:latin typeface="Segoe UI"/>
                <a:cs typeface="Segoe UI"/>
              </a:rPr>
              <a:t> YOU. </a:t>
            </a:r>
            <a:endParaRPr lang="id-ID" sz="8000" b="1" dirty="0">
              <a:ln w="6350">
                <a:noFill/>
              </a:ln>
              <a:solidFill>
                <a:schemeClr val="bg1"/>
              </a:solidFill>
              <a:latin typeface="Segoe UI"/>
              <a:cs typeface="Segoe UI"/>
            </a:endParaRPr>
          </a:p>
        </p:txBody>
      </p:sp>
    </p:spTree>
    <p:extLst>
      <p:ext uri="{BB962C8B-B14F-4D97-AF65-F5344CB8AC3E}">
        <p14:creationId xmlns:p14="http://schemas.microsoft.com/office/powerpoint/2010/main" val="208526965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100"/>
                                  </p:stCondLst>
                                  <p:childTnLst>
                                    <p:set>
                                      <p:cBhvr>
                                        <p:cTn id="6" dur="1" fill="hold">
                                          <p:stCondLst>
                                            <p:cond delay="0"/>
                                          </p:stCondLst>
                                        </p:cTn>
                                        <p:tgtEl>
                                          <p:spTgt spid="136"/>
                                        </p:tgtEl>
                                        <p:attrNameLst>
                                          <p:attrName>style.visibility</p:attrName>
                                        </p:attrNameLst>
                                      </p:cBhvr>
                                      <p:to>
                                        <p:strVal val="visible"/>
                                      </p:to>
                                    </p:set>
                                    <p:animEffect transition="in" filter="fade">
                                      <p:cBhvr>
                                        <p:cTn id="7" dur="1000"/>
                                        <p:tgtEl>
                                          <p:spTgt spid="136"/>
                                        </p:tgtEl>
                                      </p:cBhvr>
                                    </p:animEffect>
                                    <p:anim calcmode="lin" valueType="num">
                                      <p:cBhvr>
                                        <p:cTn id="8" dur="1000" fill="hold"/>
                                        <p:tgtEl>
                                          <p:spTgt spid="136"/>
                                        </p:tgtEl>
                                        <p:attrNameLst>
                                          <p:attrName>ppt_x</p:attrName>
                                        </p:attrNameLst>
                                      </p:cBhvr>
                                      <p:tavLst>
                                        <p:tav tm="0">
                                          <p:val>
                                            <p:strVal val="#ppt_x"/>
                                          </p:val>
                                        </p:tav>
                                        <p:tav tm="100000">
                                          <p:val>
                                            <p:strVal val="#ppt_x"/>
                                          </p:val>
                                        </p:tav>
                                      </p:tavLst>
                                    </p:anim>
                                    <p:anim calcmode="lin" valueType="num">
                                      <p:cBhvr>
                                        <p:cTn id="9" dur="900" decel="100000" fill="hold"/>
                                        <p:tgtEl>
                                          <p:spTgt spid="13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36"/>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300"/>
                                  </p:stCondLst>
                                  <p:childTnLst>
                                    <p:set>
                                      <p:cBhvr>
                                        <p:cTn id="12" dur="1" fill="hold">
                                          <p:stCondLst>
                                            <p:cond delay="0"/>
                                          </p:stCondLst>
                                        </p:cTn>
                                        <p:tgtEl>
                                          <p:spTgt spid="113"/>
                                        </p:tgtEl>
                                        <p:attrNameLst>
                                          <p:attrName>style.visibility</p:attrName>
                                        </p:attrNameLst>
                                      </p:cBhvr>
                                      <p:to>
                                        <p:strVal val="visible"/>
                                      </p:to>
                                    </p:set>
                                    <p:animEffect transition="in" filter="fade">
                                      <p:cBhvr>
                                        <p:cTn id="13" dur="1000"/>
                                        <p:tgtEl>
                                          <p:spTgt spid="113"/>
                                        </p:tgtEl>
                                      </p:cBhvr>
                                    </p:animEffect>
                                    <p:anim calcmode="lin" valueType="num">
                                      <p:cBhvr>
                                        <p:cTn id="14" dur="1000" fill="hold"/>
                                        <p:tgtEl>
                                          <p:spTgt spid="113"/>
                                        </p:tgtEl>
                                        <p:attrNameLst>
                                          <p:attrName>ppt_x</p:attrName>
                                        </p:attrNameLst>
                                      </p:cBhvr>
                                      <p:tavLst>
                                        <p:tav tm="0">
                                          <p:val>
                                            <p:strVal val="#ppt_x"/>
                                          </p:val>
                                        </p:tav>
                                        <p:tav tm="100000">
                                          <p:val>
                                            <p:strVal val="#ppt_x"/>
                                          </p:val>
                                        </p:tav>
                                      </p:tavLst>
                                    </p:anim>
                                    <p:anim calcmode="lin" valueType="num">
                                      <p:cBhvr>
                                        <p:cTn id="15" dur="900" decel="100000" fill="hold"/>
                                        <p:tgtEl>
                                          <p:spTgt spid="113"/>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13"/>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500"/>
                                  </p:stCondLst>
                                  <p:childTnLst>
                                    <p:set>
                                      <p:cBhvr>
                                        <p:cTn id="18" dur="1" fill="hold">
                                          <p:stCondLst>
                                            <p:cond delay="0"/>
                                          </p:stCondLst>
                                        </p:cTn>
                                        <p:tgtEl>
                                          <p:spTgt spid="114"/>
                                        </p:tgtEl>
                                        <p:attrNameLst>
                                          <p:attrName>style.visibility</p:attrName>
                                        </p:attrNameLst>
                                      </p:cBhvr>
                                      <p:to>
                                        <p:strVal val="visible"/>
                                      </p:to>
                                    </p:set>
                                    <p:animEffect transition="in" filter="fade">
                                      <p:cBhvr>
                                        <p:cTn id="19" dur="1000"/>
                                        <p:tgtEl>
                                          <p:spTgt spid="114"/>
                                        </p:tgtEl>
                                      </p:cBhvr>
                                    </p:animEffect>
                                    <p:anim calcmode="lin" valueType="num">
                                      <p:cBhvr>
                                        <p:cTn id="20" dur="1000" fill="hold"/>
                                        <p:tgtEl>
                                          <p:spTgt spid="114"/>
                                        </p:tgtEl>
                                        <p:attrNameLst>
                                          <p:attrName>ppt_x</p:attrName>
                                        </p:attrNameLst>
                                      </p:cBhvr>
                                      <p:tavLst>
                                        <p:tav tm="0">
                                          <p:val>
                                            <p:strVal val="#ppt_x"/>
                                          </p:val>
                                        </p:tav>
                                        <p:tav tm="100000">
                                          <p:val>
                                            <p:strVal val="#ppt_x"/>
                                          </p:val>
                                        </p:tav>
                                      </p:tavLst>
                                    </p:anim>
                                    <p:anim calcmode="lin" valueType="num">
                                      <p:cBhvr>
                                        <p:cTn id="21" dur="900" decel="100000" fill="hold"/>
                                        <p:tgtEl>
                                          <p:spTgt spid="114"/>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14"/>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700"/>
                                  </p:stCondLst>
                                  <p:childTnLst>
                                    <p:set>
                                      <p:cBhvr>
                                        <p:cTn id="24" dur="1" fill="hold">
                                          <p:stCondLst>
                                            <p:cond delay="0"/>
                                          </p:stCondLst>
                                        </p:cTn>
                                        <p:tgtEl>
                                          <p:spTgt spid="115"/>
                                        </p:tgtEl>
                                        <p:attrNameLst>
                                          <p:attrName>style.visibility</p:attrName>
                                        </p:attrNameLst>
                                      </p:cBhvr>
                                      <p:to>
                                        <p:strVal val="visible"/>
                                      </p:to>
                                    </p:set>
                                    <p:animEffect transition="in" filter="fade">
                                      <p:cBhvr>
                                        <p:cTn id="25" dur="1000"/>
                                        <p:tgtEl>
                                          <p:spTgt spid="115"/>
                                        </p:tgtEl>
                                      </p:cBhvr>
                                    </p:animEffect>
                                    <p:anim calcmode="lin" valueType="num">
                                      <p:cBhvr>
                                        <p:cTn id="26" dur="1000" fill="hold"/>
                                        <p:tgtEl>
                                          <p:spTgt spid="115"/>
                                        </p:tgtEl>
                                        <p:attrNameLst>
                                          <p:attrName>ppt_x</p:attrName>
                                        </p:attrNameLst>
                                      </p:cBhvr>
                                      <p:tavLst>
                                        <p:tav tm="0">
                                          <p:val>
                                            <p:strVal val="#ppt_x"/>
                                          </p:val>
                                        </p:tav>
                                        <p:tav tm="100000">
                                          <p:val>
                                            <p:strVal val="#ppt_x"/>
                                          </p:val>
                                        </p:tav>
                                      </p:tavLst>
                                    </p:anim>
                                    <p:anim calcmode="lin" valueType="num">
                                      <p:cBhvr>
                                        <p:cTn id="27" dur="900" decel="100000" fill="hold"/>
                                        <p:tgtEl>
                                          <p:spTgt spid="115"/>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15"/>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900"/>
                                  </p:stCondLst>
                                  <p:childTnLst>
                                    <p:set>
                                      <p:cBhvr>
                                        <p:cTn id="30" dur="1" fill="hold">
                                          <p:stCondLst>
                                            <p:cond delay="0"/>
                                          </p:stCondLst>
                                        </p:cTn>
                                        <p:tgtEl>
                                          <p:spTgt spid="116"/>
                                        </p:tgtEl>
                                        <p:attrNameLst>
                                          <p:attrName>style.visibility</p:attrName>
                                        </p:attrNameLst>
                                      </p:cBhvr>
                                      <p:to>
                                        <p:strVal val="visible"/>
                                      </p:to>
                                    </p:set>
                                    <p:animEffect transition="in" filter="fade">
                                      <p:cBhvr>
                                        <p:cTn id="31" dur="1000"/>
                                        <p:tgtEl>
                                          <p:spTgt spid="116"/>
                                        </p:tgtEl>
                                      </p:cBhvr>
                                    </p:animEffect>
                                    <p:anim calcmode="lin" valueType="num">
                                      <p:cBhvr>
                                        <p:cTn id="32" dur="1000" fill="hold"/>
                                        <p:tgtEl>
                                          <p:spTgt spid="116"/>
                                        </p:tgtEl>
                                        <p:attrNameLst>
                                          <p:attrName>ppt_x</p:attrName>
                                        </p:attrNameLst>
                                      </p:cBhvr>
                                      <p:tavLst>
                                        <p:tav tm="0">
                                          <p:val>
                                            <p:strVal val="#ppt_x"/>
                                          </p:val>
                                        </p:tav>
                                        <p:tav tm="100000">
                                          <p:val>
                                            <p:strVal val="#ppt_x"/>
                                          </p:val>
                                        </p:tav>
                                      </p:tavLst>
                                    </p:anim>
                                    <p:anim calcmode="lin" valueType="num">
                                      <p:cBhvr>
                                        <p:cTn id="33" dur="900" decel="100000" fill="hold"/>
                                        <p:tgtEl>
                                          <p:spTgt spid="116"/>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16"/>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1100"/>
                                  </p:stCondLst>
                                  <p:childTnLst>
                                    <p:set>
                                      <p:cBhvr>
                                        <p:cTn id="36" dur="1" fill="hold">
                                          <p:stCondLst>
                                            <p:cond delay="0"/>
                                          </p:stCondLst>
                                        </p:cTn>
                                        <p:tgtEl>
                                          <p:spTgt spid="117"/>
                                        </p:tgtEl>
                                        <p:attrNameLst>
                                          <p:attrName>style.visibility</p:attrName>
                                        </p:attrNameLst>
                                      </p:cBhvr>
                                      <p:to>
                                        <p:strVal val="visible"/>
                                      </p:to>
                                    </p:set>
                                    <p:animEffect transition="in" filter="fade">
                                      <p:cBhvr>
                                        <p:cTn id="37" dur="1000"/>
                                        <p:tgtEl>
                                          <p:spTgt spid="117"/>
                                        </p:tgtEl>
                                      </p:cBhvr>
                                    </p:animEffect>
                                    <p:anim calcmode="lin" valueType="num">
                                      <p:cBhvr>
                                        <p:cTn id="38" dur="1000" fill="hold"/>
                                        <p:tgtEl>
                                          <p:spTgt spid="117"/>
                                        </p:tgtEl>
                                        <p:attrNameLst>
                                          <p:attrName>ppt_x</p:attrName>
                                        </p:attrNameLst>
                                      </p:cBhvr>
                                      <p:tavLst>
                                        <p:tav tm="0">
                                          <p:val>
                                            <p:strVal val="#ppt_x"/>
                                          </p:val>
                                        </p:tav>
                                        <p:tav tm="100000">
                                          <p:val>
                                            <p:strVal val="#ppt_x"/>
                                          </p:val>
                                        </p:tav>
                                      </p:tavLst>
                                    </p:anim>
                                    <p:anim calcmode="lin" valueType="num">
                                      <p:cBhvr>
                                        <p:cTn id="39" dur="900" decel="100000" fill="hold"/>
                                        <p:tgtEl>
                                          <p:spTgt spid="117"/>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17"/>
                                        </p:tgtEl>
                                        <p:attrNameLst>
                                          <p:attrName>ppt_y</p:attrName>
                                        </p:attrNameLst>
                                      </p:cBhvr>
                                      <p:tavLst>
                                        <p:tav tm="0">
                                          <p:val>
                                            <p:strVal val="#ppt_y-.03"/>
                                          </p:val>
                                        </p:tav>
                                        <p:tav tm="100000">
                                          <p:val>
                                            <p:strVal val="#ppt_y"/>
                                          </p:val>
                                        </p:tav>
                                      </p:tavLst>
                                    </p:anim>
                                  </p:childTnLst>
                                </p:cTn>
                              </p:par>
                            </p:childTnLst>
                          </p:cTn>
                        </p:par>
                        <p:par>
                          <p:cTn id="41"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fade">
                                      <p:cBhvr>
                                        <p:cTn id="4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13" grpId="0" animBg="1"/>
      <p:bldP spid="114" grpId="0" animBg="1"/>
      <p:bldP spid="115" grpId="0" animBg="1"/>
      <p:bldP spid="116" grpId="0" animBg="1"/>
      <p:bldP spid="117" grpId="0" animBg="1"/>
      <p:bldP spid="2" grpId="0"/>
    </p:bldLst>
  </p:timing>
</p:sld>
</file>

<file path=ppt/theme/theme1.xml><?xml version="1.0" encoding="utf-8"?>
<a:theme xmlns:a="http://schemas.openxmlformats.org/drawingml/2006/main" name="Office Theme">
  <a:themeElements>
    <a:clrScheme name="Ever- Colored">
      <a:dk1>
        <a:sysClr val="windowText" lastClr="000000"/>
      </a:dk1>
      <a:lt1>
        <a:sysClr val="window" lastClr="FFFFFF"/>
      </a:lt1>
      <a:dk2>
        <a:srgbClr val="44546A"/>
      </a:dk2>
      <a:lt2>
        <a:srgbClr val="E7E6E6"/>
      </a:lt2>
      <a:accent1>
        <a:srgbClr val="2980B9"/>
      </a:accent1>
      <a:accent2>
        <a:srgbClr val="16A085"/>
      </a:accent2>
      <a:accent3>
        <a:srgbClr val="9BBB59"/>
      </a:accent3>
      <a:accent4>
        <a:srgbClr val="F39C12"/>
      </a:accent4>
      <a:accent5>
        <a:srgbClr val="C0392B"/>
      </a:accent5>
      <a:accent6>
        <a:srgbClr val="2C3F50"/>
      </a:accent6>
      <a:hlink>
        <a:srgbClr val="0563C1"/>
      </a:hlink>
      <a:folHlink>
        <a:srgbClr val="954F72"/>
      </a:folHlink>
    </a:clrScheme>
    <a:fontScheme name="Custom 1">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8789</TotalTime>
  <Words>1135</Words>
  <Application>Microsoft Office PowerPoint</Application>
  <PresentationFormat>Widescreen</PresentationFormat>
  <Paragraphs>168</Paragraphs>
  <Slides>24</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24</vt:i4>
      </vt:variant>
    </vt:vector>
  </HeadingPairs>
  <TitlesOfParts>
    <vt:vector size="39" baseType="lpstr">
      <vt:lpstr>AR ESSENCE</vt:lpstr>
      <vt:lpstr>Arial</vt:lpstr>
      <vt:lpstr>Calibri</vt:lpstr>
      <vt:lpstr>Inter</vt:lpstr>
      <vt:lpstr>Inter Bold Italics</vt:lpstr>
      <vt:lpstr>Poppins</vt:lpstr>
      <vt:lpstr>Poppins Bold</vt:lpstr>
      <vt:lpstr>Poppins Bold Italics</vt:lpstr>
      <vt:lpstr>Poppins Italics</vt:lpstr>
      <vt:lpstr>Segoe UI</vt:lpstr>
      <vt:lpstr>Signika Negative</vt:lpstr>
      <vt:lpstr>Source Sans Pro Light</vt:lpstr>
      <vt:lpstr>Track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Success Story &amp; Clients</vt:lpstr>
      <vt:lpstr>Success Story &amp; Clients</vt:lpstr>
      <vt:lpstr>PowerPoint Presentation</vt:lpstr>
      <vt:lpstr>PowerPoint Presentation</vt:lpstr>
      <vt:lpstr>PowerPoint Presentation</vt:lpstr>
    </vt:vector>
  </TitlesOfParts>
  <Company>SignAddict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AbuSina</dc:creator>
  <cp:lastModifiedBy>Contact Us - Orena Solutions</cp:lastModifiedBy>
  <cp:revision>1275</cp:revision>
  <dcterms:created xsi:type="dcterms:W3CDTF">2014-09-15T07:14:39Z</dcterms:created>
  <dcterms:modified xsi:type="dcterms:W3CDTF">2025-09-24T05:08:05Z</dcterms:modified>
</cp:coreProperties>
</file>