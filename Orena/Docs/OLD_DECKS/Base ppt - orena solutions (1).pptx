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5" r:id="rId2"/>
  </p:sldMasterIdLst>
  <p:notesMasterIdLst>
    <p:notesMasterId r:id="rId32"/>
  </p:notesMasterIdLst>
  <p:handoutMasterIdLst>
    <p:handoutMasterId r:id="rId33"/>
  </p:handoutMasterIdLst>
  <p:sldIdLst>
    <p:sldId id="458" r:id="rId3"/>
    <p:sldId id="572" r:id="rId4"/>
    <p:sldId id="528" r:id="rId5"/>
    <p:sldId id="559" r:id="rId6"/>
    <p:sldId id="533" r:id="rId7"/>
    <p:sldId id="571" r:id="rId8"/>
    <p:sldId id="279" r:id="rId9"/>
    <p:sldId id="262" r:id="rId10"/>
    <p:sldId id="274" r:id="rId11"/>
    <p:sldId id="272" r:id="rId12"/>
    <p:sldId id="538" r:id="rId13"/>
    <p:sldId id="560" r:id="rId14"/>
    <p:sldId id="544" r:id="rId15"/>
    <p:sldId id="542" r:id="rId16"/>
    <p:sldId id="562" r:id="rId17"/>
    <p:sldId id="563" r:id="rId18"/>
    <p:sldId id="546" r:id="rId19"/>
    <p:sldId id="565" r:id="rId20"/>
    <p:sldId id="556" r:id="rId21"/>
    <p:sldId id="558" r:id="rId22"/>
    <p:sldId id="557" r:id="rId23"/>
    <p:sldId id="299" r:id="rId24"/>
    <p:sldId id="570" r:id="rId25"/>
    <p:sldId id="573" r:id="rId26"/>
    <p:sldId id="280" r:id="rId27"/>
    <p:sldId id="530" r:id="rId28"/>
    <p:sldId id="468" r:id="rId29"/>
    <p:sldId id="569" r:id="rId30"/>
    <p:sldId id="469" r:id="rId31"/>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face-Welcome Screen" id="{E9C2FEB5-AEB9-4B26-8F3B-708705F3F30F}">
          <p14:sldIdLst>
            <p14:sldId id="458"/>
            <p14:sldId id="572"/>
          </p14:sldIdLst>
        </p14:section>
        <p14:section name="Our Company" id="{AFA68832-9AC7-4B56-832F-AD89619294C8}">
          <p14:sldIdLst>
            <p14:sldId id="528"/>
            <p14:sldId id="559"/>
            <p14:sldId id="533"/>
            <p14:sldId id="571"/>
            <p14:sldId id="279"/>
            <p14:sldId id="262"/>
            <p14:sldId id="274"/>
            <p14:sldId id="272"/>
            <p14:sldId id="538"/>
            <p14:sldId id="560"/>
            <p14:sldId id="544"/>
            <p14:sldId id="542"/>
            <p14:sldId id="562"/>
            <p14:sldId id="563"/>
            <p14:sldId id="546"/>
            <p14:sldId id="565"/>
            <p14:sldId id="556"/>
          </p14:sldIdLst>
        </p14:section>
        <p14:section name="Who We are" id="{93916110-A90C-4700-90E0-0D5D631B329B}">
          <p14:sldIdLst>
            <p14:sldId id="558"/>
            <p14:sldId id="557"/>
          </p14:sldIdLst>
        </p14:section>
        <p14:section name="Our Customer" id="{601225EB-6918-43A5-95FE-7297B7E0F125}">
          <p14:sldIdLst>
            <p14:sldId id="299"/>
            <p14:sldId id="570"/>
            <p14:sldId id="573"/>
            <p14:sldId id="280"/>
            <p14:sldId id="530"/>
            <p14:sldId id="468"/>
            <p14:sldId id="569"/>
            <p14:sldId id="469"/>
          </p14:sldIdLst>
        </p14:section>
        <p14:section name="What We do" id="{EFBE0277-2314-47B2-B7BB-95B3334D6091}">
          <p14:sldIdLst/>
        </p14:section>
        <p14:section name="Our Key" id="{6A755396-343C-4295-8ADF-ECF5CAA17EBF}">
          <p14:sldIdLst/>
        </p14:section>
        <p14:section name="Biggest &amp; Fresh Infographic" id="{FF4AC359-C561-4023-9678-4A31D31BFF34}">
          <p14:sldIdLst/>
        </p14:section>
        <p14:section name="Business Model" id="{863406FF-8431-4C22-921F-A2562E1D7FF7}">
          <p14:sldIdLst/>
        </p14:section>
        <p14:section name="Flow Charts" id="{C6C4ACA8-D358-4C99-B2AB-A1FC53E84768}">
          <p14:sldIdLst/>
        </p14:section>
        <p14:section name="Data Driven Diagram" id="{ABEC1ED2-0563-4B9B-B0FF-531E35DE4D1A}">
          <p14:sldIdLst/>
        </p14:section>
        <p14:section name="Mindmaps" id="{46DF255D-C012-41C2-BE11-F97A758069D9}">
          <p14:sldIdLst/>
        </p14:section>
        <p14:section name="Process Diagrams" id="{1EFF0743-7733-463F-A617-B8852E59959F}">
          <p14:sldIdLst/>
        </p14:section>
        <p14:section name="Matrix Charts" id="{05B94B25-AE16-4A2F-8614-10530FFE37CE}">
          <p14:sldIdLst/>
        </p14:section>
        <p14:section name="Stage Diagrams" id="{C7D2CEB7-3DA1-48D9-A059-59D645BD5332}">
          <p14:sldIdLst/>
        </p14:section>
        <p14:section name="Tree Diagrams" id="{CA55A424-AADB-4808-9BC8-2D0062E4816A}">
          <p14:sldIdLst/>
        </p14:section>
        <p14:section name="Puzzle Diagrams" id="{3DA4E6FF-B9DB-4CEA-81CB-3D9651229C56}">
          <p14:sldIdLst/>
        </p14:section>
        <p14:section name="Map Infographics" id="{6FF53FA3-1091-4683-BFE6-16547EF32323}">
          <p14:sldIdLst/>
        </p14:section>
        <p14:section name="Smart Arts" id="{F92AD82D-ACBA-4B9C-8060-1952DB485ED7}">
          <p14:sldIdLst/>
        </p14:section>
        <p14:section name="Silhouettes" id="{1EE2B456-996F-491F-8E27-DEF0877C2D1B}">
          <p14:sldIdLst/>
        </p14:section>
        <p14:section name="Real Estate Agents" id="{BEA61332-6F39-49E8-AF60-E069E9504F41}">
          <p14:sldIdLst/>
        </p14:section>
        <p14:section name="Offshore" id="{EE6F4EF7-FF3A-4C16-94A2-07BA15D2856D}">
          <p14:sldIdLst/>
        </p14:section>
        <p14:section name="Sports" id="{C4175BF4-2D1E-404C-BFE7-BF50010B67B3}">
          <p14:sldIdLst/>
        </p14:section>
        <p14:section name="Healthcare &amp; Physician" id="{E5A4A578-1E04-4818-87DC-6F63FA2C4053}">
          <p14:sldIdLst/>
        </p14:section>
        <p14:section name="Closing" id="{225BA48E-CE7E-497D-88C7-3E86BBC4102E}">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uSina" initials="A" lastIdx="0" clrIdx="0">
    <p:extLst>
      <p:ext uri="{19B8F6BF-5375-455C-9EA6-DF929625EA0E}">
        <p15:presenceInfo xmlns:p15="http://schemas.microsoft.com/office/powerpoint/2012/main" userId="AbuSin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D2515"/>
    <a:srgbClr val="0B2951"/>
    <a:srgbClr val="0E3466"/>
    <a:srgbClr val="051325"/>
    <a:srgbClr val="D75B5B"/>
    <a:srgbClr val="F39C12"/>
    <a:srgbClr val="F8C471"/>
    <a:srgbClr val="BA7609"/>
    <a:srgbClr val="071A33"/>
    <a:srgbClr val="0B2D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6" d="100"/>
          <a:sy n="66" d="100"/>
        </p:scale>
        <p:origin x="600" y="3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ADC24EA-8346-4C8B-943C-AD383301A03D}" type="datetimeFigureOut">
              <a:rPr lang="id-ID" smtClean="0"/>
              <a:pPr/>
              <a:t>12/07/2024</a:t>
            </a:fld>
            <a:endParaRPr lang="id-ID"/>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CE71F5-2935-4BFA-B369-9FA3FAF55664}" type="slidenum">
              <a:rPr lang="id-ID" smtClean="0"/>
              <a:pPr/>
              <a:t>‹#›</a:t>
            </a:fld>
            <a:endParaRPr lang="id-ID"/>
          </a:p>
        </p:txBody>
      </p:sp>
    </p:spTree>
    <p:extLst>
      <p:ext uri="{BB962C8B-B14F-4D97-AF65-F5344CB8AC3E}">
        <p14:creationId xmlns:p14="http://schemas.microsoft.com/office/powerpoint/2010/main" val="26950297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8D06E5-932C-4F36-8614-8789767FBCD2}" type="datetimeFigureOut">
              <a:rPr lang="id-ID" smtClean="0"/>
              <a:pPr/>
              <a:t>12/07/2024</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C38DD1-33AA-4996-977A-42B26A155BBE}" type="slidenum">
              <a:rPr lang="id-ID" smtClean="0"/>
              <a:pPr/>
              <a:t>‹#›</a:t>
            </a:fld>
            <a:endParaRPr lang="id-ID"/>
          </a:p>
        </p:txBody>
      </p:sp>
    </p:spTree>
    <p:extLst>
      <p:ext uri="{BB962C8B-B14F-4D97-AF65-F5344CB8AC3E}">
        <p14:creationId xmlns:p14="http://schemas.microsoft.com/office/powerpoint/2010/main" val="1305931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A004F4-F240-48F9-8AE1-486585C7F00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22031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A004F4-F240-48F9-8AE1-486585C7F00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40884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2"/>
        <p:cNvGrpSpPr/>
        <p:nvPr/>
      </p:nvGrpSpPr>
      <p:grpSpPr>
        <a:xfrm>
          <a:off x="0" y="0"/>
          <a:ext cx="0" cy="0"/>
          <a:chOff x="0" y="0"/>
          <a:chExt cx="0" cy="0"/>
        </a:xfrm>
      </p:grpSpPr>
      <p:sp>
        <p:nvSpPr>
          <p:cNvPr id="1273" name="Google Shape;1273;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4" name="Google Shape;127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948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a:solidFill>
                <a:schemeClr val="bg1"/>
              </a:solidFill>
            </a:endParaRPr>
          </a:p>
        </p:txBody>
      </p:sp>
      <p:grpSp>
        <p:nvGrpSpPr>
          <p:cNvPr id="6" name="Group 5"/>
          <p:cNvGrpSpPr/>
          <p:nvPr userDrawn="1"/>
        </p:nvGrpSpPr>
        <p:grpSpPr>
          <a:xfrm>
            <a:off x="347419" y="6409324"/>
            <a:ext cx="224082" cy="221156"/>
            <a:chOff x="4328868" y="5502988"/>
            <a:chExt cx="500307" cy="493774"/>
          </a:xfrm>
        </p:grpSpPr>
        <p:sp>
          <p:nvSpPr>
            <p:cNvPr id="8" name="Freeform 7">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9" name="Freeform 8">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0" name="Group 9"/>
          <p:cNvGrpSpPr/>
          <p:nvPr userDrawn="1"/>
        </p:nvGrpSpPr>
        <p:grpSpPr>
          <a:xfrm flipH="1">
            <a:off x="933709" y="6409324"/>
            <a:ext cx="224082" cy="221156"/>
            <a:chOff x="4328868" y="5502988"/>
            <a:chExt cx="500307" cy="493774"/>
          </a:xfrm>
        </p:grpSpPr>
        <p:sp>
          <p:nvSpPr>
            <p:cNvPr id="11" name="Freeform 10">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2" name="Freeform 11">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4" name="Straight Connector 3"/>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734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a:solidFill>
                <a:schemeClr val="bg1"/>
              </a:solidFill>
            </a:endParaRPr>
          </a:p>
        </p:txBody>
      </p:sp>
    </p:spTree>
    <p:extLst>
      <p:ext uri="{BB962C8B-B14F-4D97-AF65-F5344CB8AC3E}">
        <p14:creationId xmlns:p14="http://schemas.microsoft.com/office/powerpoint/2010/main" val="3277968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8" name="Rectangle 7"/>
          <p:cNvSpPr/>
          <p:nvPr userDrawn="1"/>
        </p:nvSpPr>
        <p:spPr>
          <a:xfrm>
            <a:off x="0" y="-1"/>
            <a:ext cx="12192000" cy="4152123"/>
          </a:xfrm>
          <a:prstGeom prst="rect">
            <a:avLst/>
          </a:prstGeom>
          <a:solidFill>
            <a:srgbClr val="0B29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a:solidFill>
                <a:schemeClr val="bg1"/>
              </a:solidFill>
            </a:endParaRPr>
          </a:p>
        </p:txBody>
      </p:sp>
      <p:sp>
        <p:nvSpPr>
          <p:cNvPr id="6" name="Picture Placeholder 3"/>
          <p:cNvSpPr>
            <a:spLocks noGrp="1"/>
          </p:cNvSpPr>
          <p:nvPr>
            <p:ph type="pic" sz="quarter" idx="10"/>
          </p:nvPr>
        </p:nvSpPr>
        <p:spPr>
          <a:xfrm>
            <a:off x="5265737" y="921256"/>
            <a:ext cx="1660525" cy="1658937"/>
          </a:xfrm>
          <a:prstGeom prst="ellipse">
            <a:avLst/>
          </a:prstGeom>
        </p:spPr>
        <p:txBody>
          <a:bodyPr>
            <a:normAutofit/>
          </a:bodyPr>
          <a:lstStyle>
            <a:lvl1pPr>
              <a:defRPr sz="1600">
                <a:solidFill>
                  <a:schemeClr val="accent2"/>
                </a:solidFill>
              </a:defRPr>
            </a:lvl1pPr>
          </a:lstStyle>
          <a:p>
            <a:endParaRPr lang="id-ID"/>
          </a:p>
        </p:txBody>
      </p:sp>
      <p:grpSp>
        <p:nvGrpSpPr>
          <p:cNvPr id="16" name="Group 15"/>
          <p:cNvGrpSpPr/>
          <p:nvPr userDrawn="1"/>
        </p:nvGrpSpPr>
        <p:grpSpPr>
          <a:xfrm>
            <a:off x="347419" y="6409324"/>
            <a:ext cx="224082" cy="221156"/>
            <a:chOff x="4328868" y="5502988"/>
            <a:chExt cx="500307" cy="493774"/>
          </a:xfrm>
        </p:grpSpPr>
        <p:sp>
          <p:nvSpPr>
            <p:cNvPr id="17" name="Freeform 16">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8" name="Freeform 17">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9" name="Group 18"/>
          <p:cNvGrpSpPr/>
          <p:nvPr userDrawn="1"/>
        </p:nvGrpSpPr>
        <p:grpSpPr>
          <a:xfrm flipH="1">
            <a:off x="933709" y="6409324"/>
            <a:ext cx="224082" cy="221156"/>
            <a:chOff x="4328868" y="5502988"/>
            <a:chExt cx="500307" cy="493774"/>
          </a:xfrm>
        </p:grpSpPr>
        <p:sp>
          <p:nvSpPr>
            <p:cNvPr id="20" name="Freeform 19">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1" name="Freeform 20">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2" name="Straight Connector 21"/>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2323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a:solidFill>
                <a:schemeClr val="bg1"/>
              </a:solidFill>
            </a:endParaRPr>
          </a:p>
        </p:txBody>
      </p:sp>
      <p:sp>
        <p:nvSpPr>
          <p:cNvPr id="8" name="Picture Placeholder 3"/>
          <p:cNvSpPr>
            <a:spLocks noGrp="1"/>
          </p:cNvSpPr>
          <p:nvPr>
            <p:ph type="pic" sz="quarter" idx="11"/>
          </p:nvPr>
        </p:nvSpPr>
        <p:spPr>
          <a:xfrm>
            <a:off x="8116673" y="1993246"/>
            <a:ext cx="4059266" cy="2635316"/>
          </a:xfrm>
        </p:spPr>
        <p:txBody>
          <a:bodyPr>
            <a:normAutofit/>
          </a:bodyPr>
          <a:lstStyle>
            <a:lvl1pPr>
              <a:defRPr sz="1600">
                <a:solidFill>
                  <a:schemeClr val="accent2"/>
                </a:solidFill>
              </a:defRPr>
            </a:lvl1pPr>
          </a:lstStyle>
          <a:p>
            <a:endParaRPr lang="id-ID"/>
          </a:p>
        </p:txBody>
      </p:sp>
      <p:sp>
        <p:nvSpPr>
          <p:cNvPr id="11" name="Picture Placeholder 3"/>
          <p:cNvSpPr>
            <a:spLocks noGrp="1"/>
          </p:cNvSpPr>
          <p:nvPr>
            <p:ph type="pic" sz="quarter" idx="12"/>
          </p:nvPr>
        </p:nvSpPr>
        <p:spPr>
          <a:xfrm>
            <a:off x="0" y="1993246"/>
            <a:ext cx="4058337" cy="2635316"/>
          </a:xfrm>
        </p:spPr>
        <p:txBody>
          <a:bodyPr>
            <a:normAutofit/>
          </a:bodyPr>
          <a:lstStyle>
            <a:lvl1pPr>
              <a:defRPr sz="1600">
                <a:solidFill>
                  <a:schemeClr val="accent2"/>
                </a:solidFill>
              </a:defRPr>
            </a:lvl1pPr>
          </a:lstStyle>
          <a:p>
            <a:endParaRPr lang="id-ID"/>
          </a:p>
        </p:txBody>
      </p:sp>
      <p:grpSp>
        <p:nvGrpSpPr>
          <p:cNvPr id="17" name="Group 16"/>
          <p:cNvGrpSpPr/>
          <p:nvPr userDrawn="1"/>
        </p:nvGrpSpPr>
        <p:grpSpPr>
          <a:xfrm>
            <a:off x="347419" y="6409324"/>
            <a:ext cx="224082" cy="221156"/>
            <a:chOff x="4328868" y="5502988"/>
            <a:chExt cx="500307" cy="493774"/>
          </a:xfrm>
        </p:grpSpPr>
        <p:sp>
          <p:nvSpPr>
            <p:cNvPr id="18" name="Freeform 17">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9" name="Freeform 18">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0" name="Group 19"/>
          <p:cNvGrpSpPr/>
          <p:nvPr userDrawn="1"/>
        </p:nvGrpSpPr>
        <p:grpSpPr>
          <a:xfrm flipH="1">
            <a:off x="933709" y="6409324"/>
            <a:ext cx="224082" cy="221156"/>
            <a:chOff x="4328868" y="5502988"/>
            <a:chExt cx="500307" cy="493774"/>
          </a:xfrm>
        </p:grpSpPr>
        <p:sp>
          <p:nvSpPr>
            <p:cNvPr id="21" name="Freeform 20">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2" name="Freeform 21">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3" name="Straight Connector 22"/>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7294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a:solidFill>
                <a:schemeClr val="bg1"/>
              </a:solidFill>
            </a:endParaRPr>
          </a:p>
        </p:txBody>
      </p:sp>
      <p:sp>
        <p:nvSpPr>
          <p:cNvPr id="11" name="Picture Placeholder 3"/>
          <p:cNvSpPr>
            <a:spLocks noGrp="1"/>
          </p:cNvSpPr>
          <p:nvPr>
            <p:ph type="pic" sz="quarter" idx="12"/>
          </p:nvPr>
        </p:nvSpPr>
        <p:spPr>
          <a:xfrm>
            <a:off x="0" y="1993246"/>
            <a:ext cx="12192000" cy="2635316"/>
          </a:xfrm>
        </p:spPr>
        <p:txBody>
          <a:bodyPr>
            <a:normAutofit/>
          </a:bodyPr>
          <a:lstStyle>
            <a:lvl1pPr>
              <a:defRPr sz="1600">
                <a:solidFill>
                  <a:schemeClr val="accent2"/>
                </a:solidFill>
              </a:defRPr>
            </a:lvl1pPr>
          </a:lstStyle>
          <a:p>
            <a:endParaRPr lang="id-ID"/>
          </a:p>
        </p:txBody>
      </p:sp>
      <p:grpSp>
        <p:nvGrpSpPr>
          <p:cNvPr id="15" name="Group 14"/>
          <p:cNvGrpSpPr/>
          <p:nvPr userDrawn="1"/>
        </p:nvGrpSpPr>
        <p:grpSpPr>
          <a:xfrm>
            <a:off x="347419" y="6409324"/>
            <a:ext cx="224082" cy="221156"/>
            <a:chOff x="4328868" y="5502988"/>
            <a:chExt cx="500307" cy="493774"/>
          </a:xfrm>
        </p:grpSpPr>
        <p:sp>
          <p:nvSpPr>
            <p:cNvPr id="16" name="Freeform 15">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7" name="Freeform 16">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8" name="Group 17"/>
          <p:cNvGrpSpPr/>
          <p:nvPr userDrawn="1"/>
        </p:nvGrpSpPr>
        <p:grpSpPr>
          <a:xfrm flipH="1">
            <a:off x="933709" y="6409324"/>
            <a:ext cx="224082" cy="221156"/>
            <a:chOff x="4328868" y="5502988"/>
            <a:chExt cx="500307" cy="493774"/>
          </a:xfrm>
        </p:grpSpPr>
        <p:sp>
          <p:nvSpPr>
            <p:cNvPr id="19" name="Freeform 18">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0" name="Freeform 19">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1" name="Straight Connector 20"/>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6908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6" name="Picture Placeholder 3"/>
          <p:cNvSpPr>
            <a:spLocks noGrp="1"/>
          </p:cNvSpPr>
          <p:nvPr>
            <p:ph type="pic" sz="quarter" idx="10"/>
          </p:nvPr>
        </p:nvSpPr>
        <p:spPr>
          <a:xfrm>
            <a:off x="0" y="0"/>
            <a:ext cx="2034000" cy="2286000"/>
          </a:xfrm>
        </p:spPr>
        <p:txBody>
          <a:bodyPr/>
          <a:lstStyle>
            <a:lvl1pPr>
              <a:defRPr sz="1800">
                <a:solidFill>
                  <a:schemeClr val="accent2"/>
                </a:solidFill>
              </a:defRPr>
            </a:lvl1pPr>
          </a:lstStyle>
          <a:p>
            <a:endParaRPr lang="id-ID"/>
          </a:p>
        </p:txBody>
      </p:sp>
      <p:sp>
        <p:nvSpPr>
          <p:cNvPr id="8" name="Picture Placeholder 3"/>
          <p:cNvSpPr>
            <a:spLocks noGrp="1"/>
          </p:cNvSpPr>
          <p:nvPr>
            <p:ph type="pic" sz="quarter" idx="11"/>
          </p:nvPr>
        </p:nvSpPr>
        <p:spPr>
          <a:xfrm>
            <a:off x="0" y="2286000"/>
            <a:ext cx="2034000" cy="2286000"/>
          </a:xfrm>
        </p:spPr>
        <p:txBody>
          <a:bodyPr/>
          <a:lstStyle>
            <a:lvl1pPr>
              <a:defRPr sz="1800">
                <a:solidFill>
                  <a:schemeClr val="accent2"/>
                </a:solidFill>
              </a:defRPr>
            </a:lvl1pPr>
          </a:lstStyle>
          <a:p>
            <a:endParaRPr lang="id-ID"/>
          </a:p>
        </p:txBody>
      </p:sp>
      <p:sp>
        <p:nvSpPr>
          <p:cNvPr id="9" name="Picture Placeholder 3"/>
          <p:cNvSpPr>
            <a:spLocks noGrp="1"/>
          </p:cNvSpPr>
          <p:nvPr>
            <p:ph type="pic" sz="quarter" idx="12"/>
          </p:nvPr>
        </p:nvSpPr>
        <p:spPr>
          <a:xfrm>
            <a:off x="0" y="4572000"/>
            <a:ext cx="2034000" cy="2286000"/>
          </a:xfrm>
        </p:spPr>
        <p:txBody>
          <a:bodyPr/>
          <a:lstStyle>
            <a:lvl1pPr>
              <a:defRPr sz="1800">
                <a:solidFill>
                  <a:schemeClr val="accent2"/>
                </a:solidFill>
              </a:defRPr>
            </a:lvl1pPr>
          </a:lstStyle>
          <a:p>
            <a:endParaRPr lang="id-ID"/>
          </a:p>
        </p:txBody>
      </p:sp>
      <p:sp>
        <p:nvSpPr>
          <p:cNvPr id="10" name="Picture Placeholder 3"/>
          <p:cNvSpPr>
            <a:spLocks noGrp="1"/>
          </p:cNvSpPr>
          <p:nvPr>
            <p:ph type="pic" sz="quarter" idx="13"/>
          </p:nvPr>
        </p:nvSpPr>
        <p:spPr>
          <a:xfrm>
            <a:off x="2037319" y="0"/>
            <a:ext cx="2034000" cy="2286000"/>
          </a:xfrm>
        </p:spPr>
        <p:txBody>
          <a:bodyPr/>
          <a:lstStyle>
            <a:lvl1pPr>
              <a:defRPr sz="1800">
                <a:solidFill>
                  <a:schemeClr val="accent2"/>
                </a:solidFill>
              </a:defRPr>
            </a:lvl1pPr>
          </a:lstStyle>
          <a:p>
            <a:endParaRPr lang="id-ID"/>
          </a:p>
        </p:txBody>
      </p:sp>
      <p:sp>
        <p:nvSpPr>
          <p:cNvPr id="12" name="Picture Placeholder 3"/>
          <p:cNvSpPr>
            <a:spLocks noGrp="1"/>
          </p:cNvSpPr>
          <p:nvPr>
            <p:ph type="pic" sz="quarter" idx="14"/>
          </p:nvPr>
        </p:nvSpPr>
        <p:spPr>
          <a:xfrm>
            <a:off x="2037319" y="2286000"/>
            <a:ext cx="2034000" cy="2286000"/>
          </a:xfrm>
        </p:spPr>
        <p:txBody>
          <a:bodyPr/>
          <a:lstStyle>
            <a:lvl1pPr>
              <a:defRPr sz="1800">
                <a:solidFill>
                  <a:schemeClr val="accent2"/>
                </a:solidFill>
              </a:defRPr>
            </a:lvl1pPr>
          </a:lstStyle>
          <a:p>
            <a:endParaRPr lang="id-ID"/>
          </a:p>
        </p:txBody>
      </p:sp>
      <p:sp>
        <p:nvSpPr>
          <p:cNvPr id="13" name="Picture Placeholder 3"/>
          <p:cNvSpPr>
            <a:spLocks noGrp="1"/>
          </p:cNvSpPr>
          <p:nvPr>
            <p:ph type="pic" sz="quarter" idx="15"/>
          </p:nvPr>
        </p:nvSpPr>
        <p:spPr>
          <a:xfrm>
            <a:off x="2037319" y="4572000"/>
            <a:ext cx="2034000" cy="2286000"/>
          </a:xfrm>
        </p:spPr>
        <p:txBody>
          <a:bodyPr/>
          <a:lstStyle>
            <a:lvl1pPr>
              <a:defRPr sz="1800">
                <a:solidFill>
                  <a:schemeClr val="accent2"/>
                </a:solidFill>
              </a:defRPr>
            </a:lvl1pPr>
          </a:lstStyle>
          <a:p>
            <a:endParaRPr lang="id-ID"/>
          </a:p>
        </p:txBody>
      </p:sp>
      <p:sp>
        <p:nvSpPr>
          <p:cNvPr id="14" name="Picture Placeholder 3"/>
          <p:cNvSpPr>
            <a:spLocks noGrp="1"/>
          </p:cNvSpPr>
          <p:nvPr>
            <p:ph type="pic" sz="quarter" idx="16"/>
          </p:nvPr>
        </p:nvSpPr>
        <p:spPr>
          <a:xfrm>
            <a:off x="4071319" y="0"/>
            <a:ext cx="2034000" cy="2286000"/>
          </a:xfrm>
        </p:spPr>
        <p:txBody>
          <a:bodyPr/>
          <a:lstStyle>
            <a:lvl1pPr>
              <a:defRPr sz="1800">
                <a:solidFill>
                  <a:schemeClr val="accent2"/>
                </a:solidFill>
              </a:defRPr>
            </a:lvl1pPr>
          </a:lstStyle>
          <a:p>
            <a:endParaRPr lang="id-ID"/>
          </a:p>
        </p:txBody>
      </p:sp>
      <p:sp>
        <p:nvSpPr>
          <p:cNvPr id="15" name="Picture Placeholder 3"/>
          <p:cNvSpPr>
            <a:spLocks noGrp="1"/>
          </p:cNvSpPr>
          <p:nvPr>
            <p:ph type="pic" sz="quarter" idx="17"/>
          </p:nvPr>
        </p:nvSpPr>
        <p:spPr>
          <a:xfrm>
            <a:off x="4071319" y="2286000"/>
            <a:ext cx="2034000" cy="2286000"/>
          </a:xfrm>
        </p:spPr>
        <p:txBody>
          <a:bodyPr/>
          <a:lstStyle>
            <a:lvl1pPr>
              <a:defRPr sz="1800">
                <a:solidFill>
                  <a:schemeClr val="accent2"/>
                </a:solidFill>
              </a:defRPr>
            </a:lvl1pPr>
          </a:lstStyle>
          <a:p>
            <a:endParaRPr lang="id-ID"/>
          </a:p>
        </p:txBody>
      </p:sp>
      <p:sp>
        <p:nvSpPr>
          <p:cNvPr id="16" name="Picture Placeholder 3"/>
          <p:cNvSpPr>
            <a:spLocks noGrp="1"/>
          </p:cNvSpPr>
          <p:nvPr>
            <p:ph type="pic" sz="quarter" idx="18"/>
          </p:nvPr>
        </p:nvSpPr>
        <p:spPr>
          <a:xfrm>
            <a:off x="4071319" y="4572000"/>
            <a:ext cx="2034000" cy="2286000"/>
          </a:xfrm>
        </p:spPr>
        <p:txBody>
          <a:bodyPr/>
          <a:lstStyle>
            <a:lvl1pPr>
              <a:defRPr sz="1800">
                <a:solidFill>
                  <a:schemeClr val="accent2"/>
                </a:solidFill>
              </a:defRPr>
            </a:lvl1pPr>
          </a:lstStyle>
          <a:p>
            <a:endParaRPr lang="id-ID"/>
          </a:p>
        </p:txBody>
      </p:sp>
      <p:sp>
        <p:nvSpPr>
          <p:cNvPr id="17" name="Picture Placeholder 3"/>
          <p:cNvSpPr>
            <a:spLocks noGrp="1"/>
          </p:cNvSpPr>
          <p:nvPr>
            <p:ph type="pic" sz="quarter" idx="19"/>
          </p:nvPr>
        </p:nvSpPr>
        <p:spPr>
          <a:xfrm>
            <a:off x="6108638" y="0"/>
            <a:ext cx="2034000" cy="2286000"/>
          </a:xfrm>
        </p:spPr>
        <p:txBody>
          <a:bodyPr/>
          <a:lstStyle>
            <a:lvl1pPr>
              <a:defRPr sz="1800">
                <a:solidFill>
                  <a:schemeClr val="accent2"/>
                </a:solidFill>
              </a:defRPr>
            </a:lvl1pPr>
          </a:lstStyle>
          <a:p>
            <a:endParaRPr lang="id-ID"/>
          </a:p>
        </p:txBody>
      </p:sp>
      <p:sp>
        <p:nvSpPr>
          <p:cNvPr id="18" name="Picture Placeholder 3"/>
          <p:cNvSpPr>
            <a:spLocks noGrp="1"/>
          </p:cNvSpPr>
          <p:nvPr>
            <p:ph type="pic" sz="quarter" idx="20"/>
          </p:nvPr>
        </p:nvSpPr>
        <p:spPr>
          <a:xfrm>
            <a:off x="6108638" y="2286000"/>
            <a:ext cx="2034000" cy="2286000"/>
          </a:xfrm>
        </p:spPr>
        <p:txBody>
          <a:bodyPr/>
          <a:lstStyle>
            <a:lvl1pPr>
              <a:defRPr sz="1800">
                <a:solidFill>
                  <a:schemeClr val="accent2"/>
                </a:solidFill>
              </a:defRPr>
            </a:lvl1pPr>
          </a:lstStyle>
          <a:p>
            <a:endParaRPr lang="id-ID"/>
          </a:p>
        </p:txBody>
      </p:sp>
      <p:sp>
        <p:nvSpPr>
          <p:cNvPr id="19" name="Picture Placeholder 3"/>
          <p:cNvSpPr>
            <a:spLocks noGrp="1"/>
          </p:cNvSpPr>
          <p:nvPr>
            <p:ph type="pic" sz="quarter" idx="21"/>
          </p:nvPr>
        </p:nvSpPr>
        <p:spPr>
          <a:xfrm>
            <a:off x="6108638" y="4572000"/>
            <a:ext cx="2034000" cy="2286000"/>
          </a:xfrm>
        </p:spPr>
        <p:txBody>
          <a:bodyPr/>
          <a:lstStyle>
            <a:lvl1pPr>
              <a:defRPr sz="1800">
                <a:solidFill>
                  <a:schemeClr val="accent2"/>
                </a:solidFill>
              </a:defRPr>
            </a:lvl1pPr>
          </a:lstStyle>
          <a:p>
            <a:endParaRPr lang="id-ID"/>
          </a:p>
        </p:txBody>
      </p:sp>
      <p:sp>
        <p:nvSpPr>
          <p:cNvPr id="20" name="Picture Placeholder 3"/>
          <p:cNvSpPr>
            <a:spLocks noGrp="1"/>
          </p:cNvSpPr>
          <p:nvPr>
            <p:ph type="pic" sz="quarter" idx="22"/>
          </p:nvPr>
        </p:nvSpPr>
        <p:spPr>
          <a:xfrm>
            <a:off x="8139319" y="0"/>
            <a:ext cx="2034000" cy="2286000"/>
          </a:xfrm>
        </p:spPr>
        <p:txBody>
          <a:bodyPr/>
          <a:lstStyle>
            <a:lvl1pPr>
              <a:defRPr sz="1800">
                <a:solidFill>
                  <a:schemeClr val="accent2"/>
                </a:solidFill>
              </a:defRPr>
            </a:lvl1pPr>
          </a:lstStyle>
          <a:p>
            <a:endParaRPr lang="id-ID"/>
          </a:p>
        </p:txBody>
      </p:sp>
      <p:sp>
        <p:nvSpPr>
          <p:cNvPr id="21" name="Picture Placeholder 3"/>
          <p:cNvSpPr>
            <a:spLocks noGrp="1"/>
          </p:cNvSpPr>
          <p:nvPr>
            <p:ph type="pic" sz="quarter" idx="23"/>
          </p:nvPr>
        </p:nvSpPr>
        <p:spPr>
          <a:xfrm>
            <a:off x="8139319" y="2286000"/>
            <a:ext cx="2034000" cy="2286000"/>
          </a:xfrm>
        </p:spPr>
        <p:txBody>
          <a:bodyPr/>
          <a:lstStyle>
            <a:lvl1pPr>
              <a:defRPr sz="1800">
                <a:solidFill>
                  <a:schemeClr val="accent2"/>
                </a:solidFill>
              </a:defRPr>
            </a:lvl1pPr>
          </a:lstStyle>
          <a:p>
            <a:endParaRPr lang="id-ID"/>
          </a:p>
        </p:txBody>
      </p:sp>
      <p:sp>
        <p:nvSpPr>
          <p:cNvPr id="22" name="Picture Placeholder 3"/>
          <p:cNvSpPr>
            <a:spLocks noGrp="1"/>
          </p:cNvSpPr>
          <p:nvPr>
            <p:ph type="pic" sz="quarter" idx="24"/>
          </p:nvPr>
        </p:nvSpPr>
        <p:spPr>
          <a:xfrm>
            <a:off x="8139319" y="4572000"/>
            <a:ext cx="2034000" cy="2286000"/>
          </a:xfrm>
        </p:spPr>
        <p:txBody>
          <a:bodyPr/>
          <a:lstStyle>
            <a:lvl1pPr>
              <a:defRPr sz="1800">
                <a:solidFill>
                  <a:schemeClr val="accent2"/>
                </a:solidFill>
              </a:defRPr>
            </a:lvl1pPr>
          </a:lstStyle>
          <a:p>
            <a:endParaRPr lang="id-ID"/>
          </a:p>
        </p:txBody>
      </p:sp>
      <p:sp>
        <p:nvSpPr>
          <p:cNvPr id="23" name="Picture Placeholder 3"/>
          <p:cNvSpPr>
            <a:spLocks noGrp="1"/>
          </p:cNvSpPr>
          <p:nvPr>
            <p:ph type="pic" sz="quarter" idx="25"/>
          </p:nvPr>
        </p:nvSpPr>
        <p:spPr>
          <a:xfrm>
            <a:off x="10176638" y="0"/>
            <a:ext cx="2034000" cy="2286000"/>
          </a:xfrm>
        </p:spPr>
        <p:txBody>
          <a:bodyPr/>
          <a:lstStyle>
            <a:lvl1pPr>
              <a:defRPr sz="1800">
                <a:solidFill>
                  <a:schemeClr val="accent2"/>
                </a:solidFill>
              </a:defRPr>
            </a:lvl1pPr>
          </a:lstStyle>
          <a:p>
            <a:endParaRPr lang="id-ID"/>
          </a:p>
        </p:txBody>
      </p:sp>
      <p:sp>
        <p:nvSpPr>
          <p:cNvPr id="24" name="Picture Placeholder 3"/>
          <p:cNvSpPr>
            <a:spLocks noGrp="1"/>
          </p:cNvSpPr>
          <p:nvPr>
            <p:ph type="pic" sz="quarter" idx="26"/>
          </p:nvPr>
        </p:nvSpPr>
        <p:spPr>
          <a:xfrm>
            <a:off x="10176638" y="2286000"/>
            <a:ext cx="2034000" cy="2286000"/>
          </a:xfrm>
        </p:spPr>
        <p:txBody>
          <a:bodyPr/>
          <a:lstStyle>
            <a:lvl1pPr>
              <a:defRPr sz="1800">
                <a:solidFill>
                  <a:schemeClr val="accent2"/>
                </a:solidFill>
              </a:defRPr>
            </a:lvl1pPr>
          </a:lstStyle>
          <a:p>
            <a:endParaRPr lang="id-ID"/>
          </a:p>
        </p:txBody>
      </p:sp>
      <p:sp>
        <p:nvSpPr>
          <p:cNvPr id="25" name="Picture Placeholder 3"/>
          <p:cNvSpPr>
            <a:spLocks noGrp="1"/>
          </p:cNvSpPr>
          <p:nvPr>
            <p:ph type="pic" sz="quarter" idx="27"/>
          </p:nvPr>
        </p:nvSpPr>
        <p:spPr>
          <a:xfrm>
            <a:off x="10176638" y="4572000"/>
            <a:ext cx="2034000" cy="2286000"/>
          </a:xfrm>
        </p:spPr>
        <p:txBody>
          <a:bodyPr/>
          <a:lstStyle>
            <a:lvl1pPr>
              <a:defRPr sz="1800">
                <a:solidFill>
                  <a:schemeClr val="accent2"/>
                </a:solidFill>
              </a:defRPr>
            </a:lvl1pPr>
          </a:lstStyle>
          <a:p>
            <a:endParaRPr lang="id-ID"/>
          </a:p>
        </p:txBody>
      </p:sp>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chemeClr val="accent2"/>
              </a:solidFill>
            </a:endParaRPr>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chemeClr val="accent2"/>
              </a:solidFill>
            </a:endParaRPr>
          </a:p>
        </p:txBody>
      </p:sp>
      <p:sp>
        <p:nvSpPr>
          <p:cNvPr id="7" name="TextBox 6"/>
          <p:cNvSpPr txBox="1"/>
          <p:nvPr userDrawn="1"/>
        </p:nvSpPr>
        <p:spPr>
          <a:xfrm>
            <a:off x="11584250" y="305131"/>
            <a:ext cx="351378" cy="261610"/>
          </a:xfrm>
          <a:prstGeom prst="rect">
            <a:avLst/>
          </a:prstGeom>
          <a:noFill/>
        </p:spPr>
        <p:txBody>
          <a:bodyPr wrap="none" rtlCol="0">
            <a:spAutoFit/>
          </a:bodyPr>
          <a:lstStyle/>
          <a:p>
            <a:pPr algn="ctr"/>
            <a:fld id="{260E2A6B-A809-4840-BF14-8648BC0BDF87}" type="slidenum">
              <a:rPr lang="id-ID" sz="1050" b="1" smtClean="0">
                <a:solidFill>
                  <a:schemeClr val="accent2"/>
                </a:solidFill>
              </a:rPr>
              <a:pPr algn="ctr"/>
              <a:t>‹#›</a:t>
            </a:fld>
            <a:endParaRPr lang="id-ID" sz="1050">
              <a:solidFill>
                <a:schemeClr val="accent2"/>
              </a:solidFill>
            </a:endParaRPr>
          </a:p>
        </p:txBody>
      </p:sp>
    </p:spTree>
    <p:extLst>
      <p:ext uri="{BB962C8B-B14F-4D97-AF65-F5344CB8AC3E}">
        <p14:creationId xmlns:p14="http://schemas.microsoft.com/office/powerpoint/2010/main" val="2023245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7" name="TextBox 6"/>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sp>
        <p:nvSpPr>
          <p:cNvPr id="26" name="Picture Placeholder 3"/>
          <p:cNvSpPr>
            <a:spLocks noGrp="1"/>
          </p:cNvSpPr>
          <p:nvPr>
            <p:ph type="pic" sz="quarter" idx="10"/>
          </p:nvPr>
        </p:nvSpPr>
        <p:spPr>
          <a:xfrm>
            <a:off x="1450174" y="2284944"/>
            <a:ext cx="1697846" cy="1697847"/>
          </a:xfrm>
          <a:prstGeom prst="ellipse">
            <a:avLst/>
          </a:prstGeom>
        </p:spPr>
        <p:txBody>
          <a:bodyPr>
            <a:normAutofit/>
          </a:bodyPr>
          <a:lstStyle>
            <a:lvl1pPr>
              <a:defRPr sz="1600">
                <a:solidFill>
                  <a:schemeClr val="accent2"/>
                </a:solidFill>
              </a:defRPr>
            </a:lvl1pPr>
          </a:lstStyle>
          <a:p>
            <a:endParaRPr lang="id-ID"/>
          </a:p>
        </p:txBody>
      </p:sp>
      <p:sp>
        <p:nvSpPr>
          <p:cNvPr id="27" name="Picture Placeholder 3"/>
          <p:cNvSpPr>
            <a:spLocks noGrp="1"/>
          </p:cNvSpPr>
          <p:nvPr>
            <p:ph type="pic" sz="quarter" idx="11"/>
          </p:nvPr>
        </p:nvSpPr>
        <p:spPr>
          <a:xfrm>
            <a:off x="3971864" y="2284944"/>
            <a:ext cx="1697846" cy="1697847"/>
          </a:xfrm>
          <a:prstGeom prst="ellipse">
            <a:avLst/>
          </a:prstGeom>
        </p:spPr>
        <p:txBody>
          <a:bodyPr>
            <a:normAutofit/>
          </a:bodyPr>
          <a:lstStyle>
            <a:lvl1pPr>
              <a:defRPr sz="1600">
                <a:solidFill>
                  <a:schemeClr val="accent2"/>
                </a:solidFill>
              </a:defRPr>
            </a:lvl1pPr>
          </a:lstStyle>
          <a:p>
            <a:endParaRPr lang="id-ID"/>
          </a:p>
        </p:txBody>
      </p:sp>
      <p:sp>
        <p:nvSpPr>
          <p:cNvPr id="28" name="Picture Placeholder 3"/>
          <p:cNvSpPr>
            <a:spLocks noGrp="1"/>
          </p:cNvSpPr>
          <p:nvPr>
            <p:ph type="pic" sz="quarter" idx="12"/>
          </p:nvPr>
        </p:nvSpPr>
        <p:spPr>
          <a:xfrm>
            <a:off x="6508785" y="2284944"/>
            <a:ext cx="1697846" cy="1697847"/>
          </a:xfrm>
          <a:prstGeom prst="ellipse">
            <a:avLst/>
          </a:prstGeom>
        </p:spPr>
        <p:txBody>
          <a:bodyPr>
            <a:normAutofit/>
          </a:bodyPr>
          <a:lstStyle>
            <a:lvl1pPr>
              <a:defRPr sz="1600">
                <a:solidFill>
                  <a:schemeClr val="accent2"/>
                </a:solidFill>
              </a:defRPr>
            </a:lvl1pPr>
          </a:lstStyle>
          <a:p>
            <a:endParaRPr lang="id-ID"/>
          </a:p>
        </p:txBody>
      </p:sp>
      <p:sp>
        <p:nvSpPr>
          <p:cNvPr id="29" name="Picture Placeholder 3"/>
          <p:cNvSpPr>
            <a:spLocks noGrp="1"/>
          </p:cNvSpPr>
          <p:nvPr>
            <p:ph type="pic" sz="quarter" idx="13"/>
          </p:nvPr>
        </p:nvSpPr>
        <p:spPr>
          <a:xfrm>
            <a:off x="9030475" y="2284944"/>
            <a:ext cx="1697846" cy="1697847"/>
          </a:xfrm>
          <a:prstGeom prst="ellipse">
            <a:avLst/>
          </a:prstGeom>
        </p:spPr>
        <p:txBody>
          <a:bodyPr>
            <a:normAutofit/>
          </a:bodyPr>
          <a:lstStyle>
            <a:lvl1pPr>
              <a:defRPr sz="1600">
                <a:solidFill>
                  <a:schemeClr val="accent2"/>
                </a:solidFill>
              </a:defRPr>
            </a:lvl1pPr>
          </a:lstStyle>
          <a:p>
            <a:endParaRPr lang="id-ID"/>
          </a:p>
        </p:txBody>
      </p:sp>
      <p:grpSp>
        <p:nvGrpSpPr>
          <p:cNvPr id="16" name="Group 15"/>
          <p:cNvGrpSpPr/>
          <p:nvPr userDrawn="1"/>
        </p:nvGrpSpPr>
        <p:grpSpPr>
          <a:xfrm>
            <a:off x="347419" y="6409324"/>
            <a:ext cx="224082" cy="221156"/>
            <a:chOff x="4328868" y="5502988"/>
            <a:chExt cx="500307" cy="493774"/>
          </a:xfrm>
        </p:grpSpPr>
        <p:sp>
          <p:nvSpPr>
            <p:cNvPr id="17" name="Freeform 16">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8" name="Freeform 17">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9" name="Group 18"/>
          <p:cNvGrpSpPr/>
          <p:nvPr userDrawn="1"/>
        </p:nvGrpSpPr>
        <p:grpSpPr>
          <a:xfrm flipH="1">
            <a:off x="933709" y="6409324"/>
            <a:ext cx="224082" cy="221156"/>
            <a:chOff x="4328868" y="5502988"/>
            <a:chExt cx="500307" cy="493774"/>
          </a:xfrm>
        </p:grpSpPr>
        <p:sp>
          <p:nvSpPr>
            <p:cNvPr id="20" name="Freeform 19">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1" name="Freeform 20">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2" name="Straight Connector 21"/>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1655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72" name="Picture Placeholder 3"/>
          <p:cNvSpPr>
            <a:spLocks noGrp="1"/>
          </p:cNvSpPr>
          <p:nvPr>
            <p:ph type="pic" sz="quarter" idx="10"/>
          </p:nvPr>
        </p:nvSpPr>
        <p:spPr>
          <a:xfrm>
            <a:off x="1244493" y="2113494"/>
            <a:ext cx="1697846" cy="1697847"/>
          </a:xfrm>
          <a:prstGeom prst="ellipse">
            <a:avLst/>
          </a:prstGeom>
        </p:spPr>
        <p:txBody>
          <a:bodyPr>
            <a:normAutofit/>
          </a:bodyPr>
          <a:lstStyle>
            <a:lvl1pPr>
              <a:defRPr sz="1600">
                <a:solidFill>
                  <a:schemeClr val="accent2"/>
                </a:solidFill>
              </a:defRPr>
            </a:lvl1pPr>
          </a:lstStyle>
          <a:p>
            <a:endParaRPr lang="id-ID"/>
          </a:p>
        </p:txBody>
      </p:sp>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7" name="TextBox 6"/>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14" name="Group 13"/>
          <p:cNvGrpSpPr/>
          <p:nvPr userDrawn="1"/>
        </p:nvGrpSpPr>
        <p:grpSpPr>
          <a:xfrm>
            <a:off x="347419" y="6409324"/>
            <a:ext cx="224082" cy="221156"/>
            <a:chOff x="4328868" y="5502988"/>
            <a:chExt cx="500307" cy="493774"/>
          </a:xfrm>
        </p:grpSpPr>
        <p:sp>
          <p:nvSpPr>
            <p:cNvPr id="15" name="Freeform 1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6" name="Freeform 1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7" name="Group 16"/>
          <p:cNvGrpSpPr/>
          <p:nvPr userDrawn="1"/>
        </p:nvGrpSpPr>
        <p:grpSpPr>
          <a:xfrm flipH="1">
            <a:off x="933709" y="6409324"/>
            <a:ext cx="224082" cy="221156"/>
            <a:chOff x="4328868" y="5502988"/>
            <a:chExt cx="500307" cy="493774"/>
          </a:xfrm>
        </p:grpSpPr>
        <p:sp>
          <p:nvSpPr>
            <p:cNvPr id="18" name="Freeform 1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9" name="Freeform 1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0" name="Straight Connector 1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2827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6" name="Picture Placeholder 3"/>
          <p:cNvSpPr>
            <a:spLocks noGrp="1"/>
          </p:cNvSpPr>
          <p:nvPr>
            <p:ph type="pic" sz="quarter" idx="10"/>
          </p:nvPr>
        </p:nvSpPr>
        <p:spPr>
          <a:xfrm>
            <a:off x="1450174" y="2284944"/>
            <a:ext cx="1697846" cy="1697847"/>
          </a:xfrm>
          <a:prstGeom prst="rect">
            <a:avLst/>
          </a:prstGeom>
        </p:spPr>
        <p:txBody>
          <a:bodyPr>
            <a:normAutofit/>
          </a:bodyPr>
          <a:lstStyle>
            <a:lvl1pPr>
              <a:defRPr sz="1600">
                <a:solidFill>
                  <a:schemeClr val="accent2"/>
                </a:solidFill>
              </a:defRPr>
            </a:lvl1pPr>
          </a:lstStyle>
          <a:p>
            <a:endParaRPr lang="id-ID"/>
          </a:p>
        </p:txBody>
      </p:sp>
      <p:sp>
        <p:nvSpPr>
          <p:cNvPr id="8" name="Picture Placeholder 3"/>
          <p:cNvSpPr>
            <a:spLocks noGrp="1"/>
          </p:cNvSpPr>
          <p:nvPr>
            <p:ph type="pic" sz="quarter" idx="11"/>
          </p:nvPr>
        </p:nvSpPr>
        <p:spPr>
          <a:xfrm>
            <a:off x="3971864" y="2284944"/>
            <a:ext cx="1697846" cy="1697847"/>
          </a:xfrm>
          <a:prstGeom prst="rect">
            <a:avLst/>
          </a:prstGeom>
        </p:spPr>
        <p:txBody>
          <a:bodyPr>
            <a:normAutofit/>
          </a:bodyPr>
          <a:lstStyle>
            <a:lvl1pPr>
              <a:defRPr sz="1600">
                <a:solidFill>
                  <a:schemeClr val="accent2"/>
                </a:solidFill>
              </a:defRPr>
            </a:lvl1pPr>
          </a:lstStyle>
          <a:p>
            <a:endParaRPr lang="id-ID"/>
          </a:p>
        </p:txBody>
      </p:sp>
      <p:sp>
        <p:nvSpPr>
          <p:cNvPr id="9" name="Picture Placeholder 3"/>
          <p:cNvSpPr>
            <a:spLocks noGrp="1"/>
          </p:cNvSpPr>
          <p:nvPr>
            <p:ph type="pic" sz="quarter" idx="12"/>
          </p:nvPr>
        </p:nvSpPr>
        <p:spPr>
          <a:xfrm>
            <a:off x="6508785" y="2284944"/>
            <a:ext cx="1697846" cy="1697847"/>
          </a:xfrm>
          <a:prstGeom prst="rect">
            <a:avLst/>
          </a:prstGeom>
        </p:spPr>
        <p:txBody>
          <a:bodyPr>
            <a:normAutofit/>
          </a:bodyPr>
          <a:lstStyle>
            <a:lvl1pPr>
              <a:defRPr sz="1600">
                <a:solidFill>
                  <a:schemeClr val="accent2"/>
                </a:solidFill>
              </a:defRPr>
            </a:lvl1pPr>
          </a:lstStyle>
          <a:p>
            <a:endParaRPr lang="id-ID"/>
          </a:p>
        </p:txBody>
      </p:sp>
      <p:sp>
        <p:nvSpPr>
          <p:cNvPr id="10" name="Picture Placeholder 3"/>
          <p:cNvSpPr>
            <a:spLocks noGrp="1"/>
          </p:cNvSpPr>
          <p:nvPr>
            <p:ph type="pic" sz="quarter" idx="13"/>
          </p:nvPr>
        </p:nvSpPr>
        <p:spPr>
          <a:xfrm>
            <a:off x="9030475" y="2284944"/>
            <a:ext cx="1697846" cy="1697847"/>
          </a:xfrm>
          <a:prstGeom prst="rect">
            <a:avLst/>
          </a:prstGeom>
        </p:spPr>
        <p:txBody>
          <a:bodyPr>
            <a:normAutofit/>
          </a:bodyPr>
          <a:lstStyle>
            <a:lvl1pPr>
              <a:defRPr sz="1600">
                <a:solidFill>
                  <a:schemeClr val="accent2"/>
                </a:solidFill>
              </a:defRPr>
            </a:lvl1pPr>
          </a:lstStyle>
          <a:p>
            <a:endParaRPr lang="id-ID"/>
          </a:p>
        </p:txBody>
      </p:sp>
      <p:sp>
        <p:nvSpPr>
          <p:cNvPr id="16" name="Rectangle 15"/>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7" name="Rectangle 16"/>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5" name="TextBox 24"/>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6" name="Group 25"/>
          <p:cNvGrpSpPr/>
          <p:nvPr userDrawn="1"/>
        </p:nvGrpSpPr>
        <p:grpSpPr>
          <a:xfrm>
            <a:off x="347419" y="6409324"/>
            <a:ext cx="224082" cy="221156"/>
            <a:chOff x="4328868" y="5502988"/>
            <a:chExt cx="500307" cy="493774"/>
          </a:xfrm>
        </p:grpSpPr>
        <p:sp>
          <p:nvSpPr>
            <p:cNvPr id="27" name="Freeform 26">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9" name="Group 28"/>
          <p:cNvGrpSpPr/>
          <p:nvPr userDrawn="1"/>
        </p:nvGrpSpPr>
        <p:grpSpPr>
          <a:xfrm flipH="1">
            <a:off x="933709" y="6409324"/>
            <a:ext cx="224082" cy="221156"/>
            <a:chOff x="4328868" y="5502988"/>
            <a:chExt cx="500307" cy="493774"/>
          </a:xfrm>
        </p:grpSpPr>
        <p:sp>
          <p:nvSpPr>
            <p:cNvPr id="30" name="Freeform 29">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1" name="Freeform 30">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2" name="Straight Connector 31"/>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177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943475" y="1228725"/>
            <a:ext cx="2362200" cy="3260725"/>
          </a:xfrm>
        </p:spPr>
        <p:txBody>
          <a:bodyPr>
            <a:normAutofit/>
          </a:bodyPr>
          <a:lstStyle>
            <a:lvl1pPr>
              <a:defRPr sz="1600">
                <a:solidFill>
                  <a:schemeClr val="accent2"/>
                </a:solidFill>
              </a:defRPr>
            </a:lvl1pPr>
          </a:lstStyle>
          <a:p>
            <a:endParaRPr lang="id-ID"/>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1" name="Rectangle 20"/>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34019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8" name="Picture Placeholder 2"/>
          <p:cNvSpPr>
            <a:spLocks noGrp="1"/>
          </p:cNvSpPr>
          <p:nvPr>
            <p:ph type="pic" sz="quarter" idx="10"/>
          </p:nvPr>
        </p:nvSpPr>
        <p:spPr>
          <a:xfrm>
            <a:off x="1222375" y="1945431"/>
            <a:ext cx="3106738" cy="2016211"/>
          </a:xfrm>
        </p:spPr>
        <p:txBody>
          <a:bodyPr>
            <a:normAutofit/>
          </a:bodyPr>
          <a:lstStyle>
            <a:lvl1pPr>
              <a:defRPr sz="2000">
                <a:solidFill>
                  <a:schemeClr val="accent2"/>
                </a:solidFill>
              </a:defRPr>
            </a:lvl1pPr>
          </a:lstStyle>
          <a:p>
            <a:endParaRPr lang="id-ID"/>
          </a:p>
        </p:txBody>
      </p:sp>
      <p:sp>
        <p:nvSpPr>
          <p:cNvPr id="9" name="Picture Placeholder 2"/>
          <p:cNvSpPr>
            <a:spLocks noGrp="1"/>
          </p:cNvSpPr>
          <p:nvPr>
            <p:ph type="pic" sz="quarter" idx="11"/>
          </p:nvPr>
        </p:nvSpPr>
        <p:spPr>
          <a:xfrm>
            <a:off x="4533786" y="1945431"/>
            <a:ext cx="3106738" cy="2016211"/>
          </a:xfrm>
        </p:spPr>
        <p:txBody>
          <a:bodyPr>
            <a:normAutofit/>
          </a:bodyPr>
          <a:lstStyle>
            <a:lvl1pPr>
              <a:defRPr sz="2000">
                <a:solidFill>
                  <a:schemeClr val="accent2"/>
                </a:solidFill>
              </a:defRPr>
            </a:lvl1pPr>
          </a:lstStyle>
          <a:p>
            <a:endParaRPr lang="id-ID"/>
          </a:p>
        </p:txBody>
      </p:sp>
      <p:sp>
        <p:nvSpPr>
          <p:cNvPr id="10" name="Picture Placeholder 2"/>
          <p:cNvSpPr>
            <a:spLocks noGrp="1"/>
          </p:cNvSpPr>
          <p:nvPr>
            <p:ph type="pic" sz="quarter" idx="12"/>
          </p:nvPr>
        </p:nvSpPr>
        <p:spPr>
          <a:xfrm>
            <a:off x="7858048" y="1945431"/>
            <a:ext cx="3106738" cy="2016211"/>
          </a:xfrm>
        </p:spPr>
        <p:txBody>
          <a:bodyPr>
            <a:normAutofit/>
          </a:bodyPr>
          <a:lstStyle>
            <a:lvl1pPr>
              <a:defRPr sz="2000">
                <a:solidFill>
                  <a:schemeClr val="accent2"/>
                </a:solidFill>
              </a:defRPr>
            </a:lvl1pPr>
          </a:lstStyle>
          <a:p>
            <a:endParaRPr lang="id-ID"/>
          </a:p>
        </p:txBody>
      </p:sp>
      <p:sp>
        <p:nvSpPr>
          <p:cNvPr id="11" name="Picture Placeholder 2"/>
          <p:cNvSpPr>
            <a:spLocks noGrp="1"/>
          </p:cNvSpPr>
          <p:nvPr>
            <p:ph type="pic" sz="quarter" idx="13"/>
          </p:nvPr>
        </p:nvSpPr>
        <p:spPr>
          <a:xfrm>
            <a:off x="1222375" y="4177345"/>
            <a:ext cx="3106738" cy="2016211"/>
          </a:xfrm>
        </p:spPr>
        <p:txBody>
          <a:bodyPr>
            <a:normAutofit/>
          </a:bodyPr>
          <a:lstStyle>
            <a:lvl1pPr>
              <a:defRPr sz="2000">
                <a:solidFill>
                  <a:schemeClr val="accent2"/>
                </a:solidFill>
              </a:defRPr>
            </a:lvl1pPr>
          </a:lstStyle>
          <a:p>
            <a:endParaRPr lang="id-ID"/>
          </a:p>
        </p:txBody>
      </p:sp>
      <p:sp>
        <p:nvSpPr>
          <p:cNvPr id="12" name="Picture Placeholder 2"/>
          <p:cNvSpPr>
            <a:spLocks noGrp="1"/>
          </p:cNvSpPr>
          <p:nvPr>
            <p:ph type="pic" sz="quarter" idx="14"/>
          </p:nvPr>
        </p:nvSpPr>
        <p:spPr>
          <a:xfrm>
            <a:off x="4533786" y="4177345"/>
            <a:ext cx="3106738" cy="2016211"/>
          </a:xfrm>
        </p:spPr>
        <p:txBody>
          <a:bodyPr>
            <a:normAutofit/>
          </a:bodyPr>
          <a:lstStyle>
            <a:lvl1pPr>
              <a:defRPr sz="2000">
                <a:solidFill>
                  <a:schemeClr val="accent2"/>
                </a:solidFill>
              </a:defRPr>
            </a:lvl1pPr>
          </a:lstStyle>
          <a:p>
            <a:endParaRPr lang="id-ID"/>
          </a:p>
        </p:txBody>
      </p:sp>
      <p:sp>
        <p:nvSpPr>
          <p:cNvPr id="13" name="Picture Placeholder 2"/>
          <p:cNvSpPr>
            <a:spLocks noGrp="1"/>
          </p:cNvSpPr>
          <p:nvPr>
            <p:ph type="pic" sz="quarter" idx="15"/>
          </p:nvPr>
        </p:nvSpPr>
        <p:spPr>
          <a:xfrm>
            <a:off x="7858048" y="4177345"/>
            <a:ext cx="3106738" cy="2016211"/>
          </a:xfrm>
        </p:spPr>
        <p:txBody>
          <a:bodyPr>
            <a:normAutofit/>
          </a:bodyPr>
          <a:lstStyle>
            <a:lvl1pPr>
              <a:defRPr sz="2000">
                <a:solidFill>
                  <a:schemeClr val="accent2"/>
                </a:solidFill>
              </a:defRPr>
            </a:lvl1pPr>
          </a:lstStyle>
          <a:p>
            <a:endParaRPr lang="id-ID"/>
          </a:p>
        </p:txBody>
      </p:sp>
      <p:sp>
        <p:nvSpPr>
          <p:cNvPr id="14" name="Freeform 5"/>
          <p:cNvSpPr>
            <a:spLocks/>
          </p:cNvSpPr>
          <p:nvPr userDrawn="1"/>
        </p:nvSpPr>
        <p:spPr bwMode="auto">
          <a:xfrm flipH="1">
            <a:off x="9305255" y="2655843"/>
            <a:ext cx="1337469" cy="1337469"/>
          </a:xfrm>
          <a:custGeom>
            <a:avLst/>
            <a:gdLst>
              <a:gd name="T0" fmla="*/ 731 w 1169"/>
              <a:gd name="T1" fmla="*/ 0 h 1169"/>
              <a:gd name="T2" fmla="*/ 0 w 1169"/>
              <a:gd name="T3" fmla="*/ 0 h 1169"/>
              <a:gd name="T4" fmla="*/ 0 w 1169"/>
              <a:gd name="T5" fmla="*/ 731 h 1169"/>
              <a:gd name="T6" fmla="*/ 439 w 1169"/>
              <a:gd name="T7" fmla="*/ 1169 h 1169"/>
              <a:gd name="T8" fmla="*/ 1169 w 1169"/>
              <a:gd name="T9" fmla="*/ 1169 h 1169"/>
              <a:gd name="T10" fmla="*/ 1169 w 1169"/>
              <a:gd name="T11" fmla="*/ 439 h 1169"/>
              <a:gd name="T12" fmla="*/ 731 w 1169"/>
              <a:gd name="T13" fmla="*/ 0 h 1169"/>
            </a:gdLst>
            <a:ahLst/>
            <a:cxnLst>
              <a:cxn ang="0">
                <a:pos x="T0" y="T1"/>
              </a:cxn>
              <a:cxn ang="0">
                <a:pos x="T2" y="T3"/>
              </a:cxn>
              <a:cxn ang="0">
                <a:pos x="T4" y="T5"/>
              </a:cxn>
              <a:cxn ang="0">
                <a:pos x="T6" y="T7"/>
              </a:cxn>
              <a:cxn ang="0">
                <a:pos x="T8" y="T9"/>
              </a:cxn>
              <a:cxn ang="0">
                <a:pos x="T10" y="T11"/>
              </a:cxn>
              <a:cxn ang="0">
                <a:pos x="T12" y="T13"/>
              </a:cxn>
            </a:cxnLst>
            <a:rect l="0" t="0" r="r" b="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chemeClr val="bg1">
              <a:lumMod val="85000"/>
              <a:alpha val="15000"/>
            </a:schemeClr>
          </a:solidFill>
          <a:ln>
            <a:noFill/>
          </a:ln>
        </p:spPr>
        <p:txBody>
          <a:bodyPr vert="horz" wrap="square" lIns="91440" tIns="45720" rIns="91440" bIns="45720" numCol="1" anchor="t" anchorCtr="0" compatLnSpc="1">
            <a:prstTxWarp prst="textNoShape">
              <a:avLst/>
            </a:prstTxWarp>
          </a:bodyPr>
          <a:lstStyle/>
          <a:p>
            <a:endParaRPr lang="id-ID" sz="1400">
              <a:solidFill>
                <a:schemeClr val="accent2"/>
              </a:solidFill>
            </a:endParaRPr>
          </a:p>
        </p:txBody>
      </p:sp>
      <p:sp>
        <p:nvSpPr>
          <p:cNvPr id="18" name="Freeform 5"/>
          <p:cNvSpPr>
            <a:spLocks/>
          </p:cNvSpPr>
          <p:nvPr userDrawn="1"/>
        </p:nvSpPr>
        <p:spPr bwMode="auto">
          <a:xfrm flipH="1">
            <a:off x="10870156" y="3855256"/>
            <a:ext cx="521440" cy="521440"/>
          </a:xfrm>
          <a:custGeom>
            <a:avLst/>
            <a:gdLst>
              <a:gd name="T0" fmla="*/ 731 w 1169"/>
              <a:gd name="T1" fmla="*/ 0 h 1169"/>
              <a:gd name="T2" fmla="*/ 0 w 1169"/>
              <a:gd name="T3" fmla="*/ 0 h 1169"/>
              <a:gd name="T4" fmla="*/ 0 w 1169"/>
              <a:gd name="T5" fmla="*/ 731 h 1169"/>
              <a:gd name="T6" fmla="*/ 439 w 1169"/>
              <a:gd name="T7" fmla="*/ 1169 h 1169"/>
              <a:gd name="T8" fmla="*/ 1169 w 1169"/>
              <a:gd name="T9" fmla="*/ 1169 h 1169"/>
              <a:gd name="T10" fmla="*/ 1169 w 1169"/>
              <a:gd name="T11" fmla="*/ 439 h 1169"/>
              <a:gd name="T12" fmla="*/ 731 w 1169"/>
              <a:gd name="T13" fmla="*/ 0 h 1169"/>
            </a:gdLst>
            <a:ahLst/>
            <a:cxnLst>
              <a:cxn ang="0">
                <a:pos x="T0" y="T1"/>
              </a:cxn>
              <a:cxn ang="0">
                <a:pos x="T2" y="T3"/>
              </a:cxn>
              <a:cxn ang="0">
                <a:pos x="T4" y="T5"/>
              </a:cxn>
              <a:cxn ang="0">
                <a:pos x="T6" y="T7"/>
              </a:cxn>
              <a:cxn ang="0">
                <a:pos x="T8" y="T9"/>
              </a:cxn>
              <a:cxn ang="0">
                <a:pos x="T10" y="T11"/>
              </a:cxn>
              <a:cxn ang="0">
                <a:pos x="T12" y="T13"/>
              </a:cxn>
            </a:cxnLst>
            <a:rect l="0" t="0" r="r" b="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chemeClr val="bg1">
              <a:lumMod val="85000"/>
              <a:alpha val="15000"/>
            </a:schemeClr>
          </a:solidFill>
          <a:ln>
            <a:noFill/>
          </a:ln>
        </p:spPr>
        <p:txBody>
          <a:bodyPr vert="horz" wrap="square" lIns="91440" tIns="45720" rIns="91440" bIns="45720" numCol="1" anchor="t" anchorCtr="0" compatLnSpc="1">
            <a:prstTxWarp prst="textNoShape">
              <a:avLst/>
            </a:prstTxWarp>
          </a:bodyPr>
          <a:lstStyle/>
          <a:p>
            <a:endParaRPr lang="id-ID" sz="1400">
              <a:solidFill>
                <a:schemeClr val="accent2"/>
              </a:solidFill>
            </a:endParaRPr>
          </a:p>
        </p:txBody>
      </p:sp>
      <p:sp>
        <p:nvSpPr>
          <p:cNvPr id="19" name="Freeform 5"/>
          <p:cNvSpPr>
            <a:spLocks/>
          </p:cNvSpPr>
          <p:nvPr userDrawn="1"/>
        </p:nvSpPr>
        <p:spPr bwMode="auto">
          <a:xfrm flipH="1">
            <a:off x="8352858" y="2453988"/>
            <a:ext cx="521761" cy="521761"/>
          </a:xfrm>
          <a:custGeom>
            <a:avLst/>
            <a:gdLst>
              <a:gd name="T0" fmla="*/ 731 w 1169"/>
              <a:gd name="T1" fmla="*/ 0 h 1169"/>
              <a:gd name="T2" fmla="*/ 0 w 1169"/>
              <a:gd name="T3" fmla="*/ 0 h 1169"/>
              <a:gd name="T4" fmla="*/ 0 w 1169"/>
              <a:gd name="T5" fmla="*/ 731 h 1169"/>
              <a:gd name="T6" fmla="*/ 439 w 1169"/>
              <a:gd name="T7" fmla="*/ 1169 h 1169"/>
              <a:gd name="T8" fmla="*/ 1169 w 1169"/>
              <a:gd name="T9" fmla="*/ 1169 h 1169"/>
              <a:gd name="T10" fmla="*/ 1169 w 1169"/>
              <a:gd name="T11" fmla="*/ 439 h 1169"/>
              <a:gd name="T12" fmla="*/ 731 w 1169"/>
              <a:gd name="T13" fmla="*/ 0 h 1169"/>
            </a:gdLst>
            <a:ahLst/>
            <a:cxnLst>
              <a:cxn ang="0">
                <a:pos x="T0" y="T1"/>
              </a:cxn>
              <a:cxn ang="0">
                <a:pos x="T2" y="T3"/>
              </a:cxn>
              <a:cxn ang="0">
                <a:pos x="T4" y="T5"/>
              </a:cxn>
              <a:cxn ang="0">
                <a:pos x="T6" y="T7"/>
              </a:cxn>
              <a:cxn ang="0">
                <a:pos x="T8" y="T9"/>
              </a:cxn>
              <a:cxn ang="0">
                <a:pos x="T10" y="T11"/>
              </a:cxn>
              <a:cxn ang="0">
                <a:pos x="T12" y="T13"/>
              </a:cxn>
            </a:cxnLst>
            <a:rect l="0" t="0" r="r" b="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chemeClr val="bg1">
              <a:lumMod val="85000"/>
              <a:alpha val="15000"/>
            </a:schemeClr>
          </a:solidFill>
          <a:ln>
            <a:noFill/>
          </a:ln>
        </p:spPr>
        <p:txBody>
          <a:bodyPr vert="horz" wrap="square" lIns="91440" tIns="45720" rIns="91440" bIns="45720" numCol="1" anchor="t" anchorCtr="0" compatLnSpc="1">
            <a:prstTxWarp prst="textNoShape">
              <a:avLst/>
            </a:prstTxWarp>
          </a:bodyPr>
          <a:lstStyle/>
          <a:p>
            <a:endParaRPr lang="id-ID" sz="1400">
              <a:solidFill>
                <a:schemeClr val="accent2"/>
              </a:solidFill>
            </a:endParaRPr>
          </a:p>
        </p:txBody>
      </p:sp>
      <p:sp>
        <p:nvSpPr>
          <p:cNvPr id="21" name="Rectangle 20"/>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Rectangle 21"/>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3" name="TextBox 22"/>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31" name="Group 30"/>
          <p:cNvGrpSpPr/>
          <p:nvPr userDrawn="1"/>
        </p:nvGrpSpPr>
        <p:grpSpPr>
          <a:xfrm>
            <a:off x="347419" y="6409324"/>
            <a:ext cx="224082" cy="221156"/>
            <a:chOff x="4328868" y="5502988"/>
            <a:chExt cx="500307" cy="493774"/>
          </a:xfrm>
        </p:grpSpPr>
        <p:sp>
          <p:nvSpPr>
            <p:cNvPr id="32" name="Freeform 31">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3" name="Freeform 32">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34" name="Group 33"/>
          <p:cNvGrpSpPr/>
          <p:nvPr userDrawn="1"/>
        </p:nvGrpSpPr>
        <p:grpSpPr>
          <a:xfrm flipH="1">
            <a:off x="933709" y="6409324"/>
            <a:ext cx="224082" cy="221156"/>
            <a:chOff x="4328868" y="5502988"/>
            <a:chExt cx="500307" cy="493774"/>
          </a:xfrm>
        </p:grpSpPr>
        <p:sp>
          <p:nvSpPr>
            <p:cNvPr id="35" name="Freeform 34">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6" name="Freeform 35">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7" name="Straight Connector 36"/>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5150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1+#ppt_w/2"/>
                                          </p:val>
                                        </p:tav>
                                        <p:tav tm="100000">
                                          <p:val>
                                            <p:strVal val="#ppt_x"/>
                                          </p:val>
                                        </p:tav>
                                      </p:tavLst>
                                    </p:anim>
                                    <p:anim calcmode="lin" valueType="num">
                                      <p:cBhvr additive="base">
                                        <p:cTn id="8" dur="500" fill="hold"/>
                                        <p:tgtEl>
                                          <p:spTgt spid="19"/>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1+#ppt_w/2"/>
                                          </p:val>
                                        </p:tav>
                                        <p:tav tm="100000">
                                          <p:val>
                                            <p:strVal val="#ppt_x"/>
                                          </p:val>
                                        </p:tav>
                                      </p:tavLst>
                                    </p:anim>
                                    <p:anim calcmode="lin" valueType="num">
                                      <p:cBhvr additive="base">
                                        <p:cTn id="12" dur="500" fill="hold"/>
                                        <p:tgtEl>
                                          <p:spTgt spid="14"/>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1+#ppt_w/2"/>
                                          </p:val>
                                        </p:tav>
                                        <p:tav tm="100000">
                                          <p:val>
                                            <p:strVal val="#ppt_x"/>
                                          </p:val>
                                        </p:tav>
                                      </p:tavLst>
                                    </p:anim>
                                    <p:anim calcmode="lin" valueType="num">
                                      <p:cBhvr additive="base">
                                        <p:cTn id="16"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P spid="19" grpId="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15" name="Picture Placeholder 14"/>
          <p:cNvSpPr>
            <a:spLocks noGrp="1"/>
          </p:cNvSpPr>
          <p:nvPr>
            <p:ph type="pic" sz="quarter" idx="10"/>
          </p:nvPr>
        </p:nvSpPr>
        <p:spPr>
          <a:xfrm>
            <a:off x="1192213" y="2152650"/>
            <a:ext cx="3206750" cy="3138488"/>
          </a:xfrm>
        </p:spPr>
        <p:txBody>
          <a:bodyPr>
            <a:normAutofit/>
          </a:bodyPr>
          <a:lstStyle>
            <a:lvl1pPr>
              <a:defRPr sz="1600">
                <a:solidFill>
                  <a:schemeClr val="accent2"/>
                </a:solidFill>
              </a:defRPr>
            </a:lvl1pPr>
          </a:lstStyle>
          <a:p>
            <a:endParaRPr lang="id-ID"/>
          </a:p>
        </p:txBody>
      </p:sp>
      <p:sp>
        <p:nvSpPr>
          <p:cNvPr id="16" name="Picture Placeholder 14"/>
          <p:cNvSpPr>
            <a:spLocks noGrp="1"/>
          </p:cNvSpPr>
          <p:nvPr>
            <p:ph type="pic" sz="quarter" idx="11"/>
          </p:nvPr>
        </p:nvSpPr>
        <p:spPr>
          <a:xfrm>
            <a:off x="4487822" y="2152650"/>
            <a:ext cx="3206750" cy="3138488"/>
          </a:xfrm>
        </p:spPr>
        <p:txBody>
          <a:bodyPr>
            <a:normAutofit/>
          </a:bodyPr>
          <a:lstStyle>
            <a:lvl1pPr>
              <a:defRPr sz="1600">
                <a:solidFill>
                  <a:schemeClr val="accent2"/>
                </a:solidFill>
              </a:defRPr>
            </a:lvl1pPr>
          </a:lstStyle>
          <a:p>
            <a:endParaRPr lang="id-ID"/>
          </a:p>
        </p:txBody>
      </p:sp>
      <p:sp>
        <p:nvSpPr>
          <p:cNvPr id="17" name="Picture Placeholder 14"/>
          <p:cNvSpPr>
            <a:spLocks noGrp="1"/>
          </p:cNvSpPr>
          <p:nvPr>
            <p:ph type="pic" sz="quarter" idx="12"/>
          </p:nvPr>
        </p:nvSpPr>
        <p:spPr>
          <a:xfrm>
            <a:off x="7809924" y="2152650"/>
            <a:ext cx="3206750" cy="3138488"/>
          </a:xfrm>
        </p:spPr>
        <p:txBody>
          <a:bodyPr>
            <a:normAutofit/>
          </a:bodyPr>
          <a:lstStyle>
            <a:lvl1pPr>
              <a:defRPr sz="1600">
                <a:solidFill>
                  <a:schemeClr val="accent2"/>
                </a:solidFill>
              </a:defRPr>
            </a:lvl1pPr>
          </a:lstStyle>
          <a:p>
            <a:endParaRPr lang="id-ID"/>
          </a:p>
        </p:txBody>
      </p:sp>
      <p:sp>
        <p:nvSpPr>
          <p:cNvPr id="25" name="Rectangle 24"/>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6" name="Rectangle 25"/>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7" name="TextBox 26"/>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8" name="Group 27"/>
          <p:cNvGrpSpPr/>
          <p:nvPr userDrawn="1"/>
        </p:nvGrpSpPr>
        <p:grpSpPr>
          <a:xfrm>
            <a:off x="347419" y="6409324"/>
            <a:ext cx="224082" cy="221156"/>
            <a:chOff x="4328868" y="5502988"/>
            <a:chExt cx="500307" cy="493774"/>
          </a:xfrm>
        </p:grpSpPr>
        <p:sp>
          <p:nvSpPr>
            <p:cNvPr id="29" name="Freeform 28">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0" name="Freeform 29">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31" name="Group 30"/>
          <p:cNvGrpSpPr/>
          <p:nvPr userDrawn="1"/>
        </p:nvGrpSpPr>
        <p:grpSpPr>
          <a:xfrm flipH="1">
            <a:off x="933709" y="6409324"/>
            <a:ext cx="224082" cy="221156"/>
            <a:chOff x="4328868" y="5502988"/>
            <a:chExt cx="500307" cy="493774"/>
          </a:xfrm>
        </p:grpSpPr>
        <p:sp>
          <p:nvSpPr>
            <p:cNvPr id="32" name="Freeform 31">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3" name="Freeform 32">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4" name="Straight Connector 33"/>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67341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8" name="Picture Placeholder 3"/>
          <p:cNvSpPr>
            <a:spLocks noGrp="1"/>
          </p:cNvSpPr>
          <p:nvPr>
            <p:ph type="pic" sz="quarter" idx="10"/>
          </p:nvPr>
        </p:nvSpPr>
        <p:spPr>
          <a:xfrm>
            <a:off x="1045466" y="2283008"/>
            <a:ext cx="4969744" cy="3753338"/>
          </a:xfrm>
        </p:spPr>
        <p:txBody>
          <a:bodyPr>
            <a:normAutofit/>
          </a:bodyPr>
          <a:lstStyle>
            <a:lvl1pPr>
              <a:defRPr sz="1800">
                <a:solidFill>
                  <a:schemeClr val="accent2"/>
                </a:solidFill>
              </a:defRPr>
            </a:lvl1pPr>
          </a:lstStyle>
          <a:p>
            <a:endParaRPr lang="id-ID"/>
          </a:p>
        </p:txBody>
      </p:sp>
      <p:sp>
        <p:nvSpPr>
          <p:cNvPr id="9" name="Picture Placeholder 3"/>
          <p:cNvSpPr>
            <a:spLocks noGrp="1"/>
          </p:cNvSpPr>
          <p:nvPr>
            <p:ph type="pic" sz="quarter" idx="11"/>
          </p:nvPr>
        </p:nvSpPr>
        <p:spPr>
          <a:xfrm>
            <a:off x="6516763" y="2283008"/>
            <a:ext cx="4969744" cy="3753338"/>
          </a:xfrm>
        </p:spPr>
        <p:txBody>
          <a:bodyPr>
            <a:normAutofit/>
          </a:bodyPr>
          <a:lstStyle>
            <a:lvl1pPr>
              <a:defRPr sz="1800">
                <a:solidFill>
                  <a:schemeClr val="accent2"/>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39946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10" name="Picture Placeholder 3"/>
          <p:cNvSpPr>
            <a:spLocks noGrp="1"/>
          </p:cNvSpPr>
          <p:nvPr>
            <p:ph type="pic" sz="quarter" idx="10"/>
          </p:nvPr>
        </p:nvSpPr>
        <p:spPr>
          <a:xfrm>
            <a:off x="1045466" y="2283008"/>
            <a:ext cx="4969744" cy="3753338"/>
          </a:xfrm>
        </p:spPr>
        <p:txBody>
          <a:bodyPr>
            <a:normAutofit/>
          </a:bodyPr>
          <a:lstStyle>
            <a:lvl1pPr>
              <a:defRPr sz="2000">
                <a:solidFill>
                  <a:schemeClr val="accent2"/>
                </a:solidFill>
              </a:defRPr>
            </a:lvl1pPr>
          </a:lstStyle>
          <a:p>
            <a:endParaRPr lang="id-ID"/>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4" name="Rectangle 13"/>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62474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Title Slide">
    <p:spTree>
      <p:nvGrpSpPr>
        <p:cNvPr id="1" name=""/>
        <p:cNvGrpSpPr/>
        <p:nvPr/>
      </p:nvGrpSpPr>
      <p:grpSpPr>
        <a:xfrm>
          <a:off x="0" y="0"/>
          <a:ext cx="0" cy="0"/>
          <a:chOff x="0" y="0"/>
          <a:chExt cx="0" cy="0"/>
        </a:xfrm>
      </p:grpSpPr>
      <p:sp>
        <p:nvSpPr>
          <p:cNvPr id="4" name="Picture Placeholder 3"/>
          <p:cNvSpPr>
            <a:spLocks noGrp="1"/>
          </p:cNvSpPr>
          <p:nvPr>
            <p:ph type="pic" sz="quarter" idx="12"/>
          </p:nvPr>
        </p:nvSpPr>
        <p:spPr>
          <a:xfrm>
            <a:off x="0" y="0"/>
            <a:ext cx="12192000" cy="3143250"/>
          </a:xfrm>
        </p:spPr>
        <p:txBody>
          <a:bodyPr>
            <a:normAutofit/>
          </a:bodyPr>
          <a:lstStyle>
            <a:lvl1pPr>
              <a:defRPr sz="2000">
                <a:solidFill>
                  <a:schemeClr val="accent2"/>
                </a:solidFill>
              </a:defRPr>
            </a:lvl1pPr>
          </a:lstStyle>
          <a:p>
            <a:endParaRPr lang="id-ID"/>
          </a:p>
        </p:txBody>
      </p:sp>
      <p:sp>
        <p:nvSpPr>
          <p:cNvPr id="8" name="Picture Placeholder 3"/>
          <p:cNvSpPr>
            <a:spLocks noGrp="1"/>
          </p:cNvSpPr>
          <p:nvPr>
            <p:ph type="pic" sz="quarter" idx="11"/>
          </p:nvPr>
        </p:nvSpPr>
        <p:spPr>
          <a:xfrm>
            <a:off x="1456589" y="1280867"/>
            <a:ext cx="1550340" cy="2598991"/>
          </a:xfrm>
        </p:spPr>
        <p:txBody>
          <a:bodyPr>
            <a:normAutofit/>
          </a:bodyPr>
          <a:lstStyle>
            <a:lvl1pPr>
              <a:defRPr sz="1800">
                <a:solidFill>
                  <a:schemeClr val="accent2"/>
                </a:solidFill>
              </a:defRPr>
            </a:lvl1pPr>
          </a:lstStyle>
          <a:p>
            <a:endParaRPr lang="id-ID"/>
          </a:p>
        </p:txBody>
      </p:sp>
      <p:sp>
        <p:nvSpPr>
          <p:cNvPr id="9" name="Picture Placeholder 3"/>
          <p:cNvSpPr>
            <a:spLocks noGrp="1"/>
          </p:cNvSpPr>
          <p:nvPr>
            <p:ph type="pic" sz="quarter" idx="10"/>
          </p:nvPr>
        </p:nvSpPr>
        <p:spPr>
          <a:xfrm>
            <a:off x="2855740" y="839411"/>
            <a:ext cx="1776413" cy="2977979"/>
          </a:xfrm>
        </p:spPr>
        <p:txBody>
          <a:bodyPr>
            <a:normAutofit/>
          </a:bodyPr>
          <a:lstStyle>
            <a:lvl1pPr>
              <a:defRPr sz="1800">
                <a:solidFill>
                  <a:schemeClr val="accent2"/>
                </a:solidFill>
              </a:defRPr>
            </a:lvl1pPr>
          </a:lstStyle>
          <a:p>
            <a:endParaRPr lang="id-ID"/>
          </a:p>
        </p:txBody>
      </p:sp>
      <p:sp>
        <p:nvSpPr>
          <p:cNvPr id="15" name="Rectangle 14"/>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Rectangle 15"/>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4" name="TextBox 23"/>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5" name="Group 24"/>
          <p:cNvGrpSpPr/>
          <p:nvPr userDrawn="1"/>
        </p:nvGrpSpPr>
        <p:grpSpPr>
          <a:xfrm>
            <a:off x="347419" y="6409324"/>
            <a:ext cx="224082" cy="221156"/>
            <a:chOff x="4328868" y="5502988"/>
            <a:chExt cx="500307" cy="493774"/>
          </a:xfrm>
        </p:grpSpPr>
        <p:sp>
          <p:nvSpPr>
            <p:cNvPr id="26" name="Freeform 25">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7" name="Freeform 26">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8" name="Group 27"/>
          <p:cNvGrpSpPr/>
          <p:nvPr userDrawn="1"/>
        </p:nvGrpSpPr>
        <p:grpSpPr>
          <a:xfrm flipH="1">
            <a:off x="933709" y="6409324"/>
            <a:ext cx="224082" cy="221156"/>
            <a:chOff x="4328868" y="5502988"/>
            <a:chExt cx="500307" cy="493774"/>
          </a:xfrm>
        </p:grpSpPr>
        <p:sp>
          <p:nvSpPr>
            <p:cNvPr id="29" name="Freeform 28">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0" name="Freeform 29">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1" name="Straight Connector 30"/>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78339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
        <p:nvSpPr>
          <p:cNvPr id="10" name="Picture Placeholder 3"/>
          <p:cNvSpPr>
            <a:spLocks noGrp="1"/>
          </p:cNvSpPr>
          <p:nvPr>
            <p:ph type="pic" sz="quarter" idx="11"/>
          </p:nvPr>
        </p:nvSpPr>
        <p:spPr>
          <a:xfrm>
            <a:off x="5266299" y="3164617"/>
            <a:ext cx="6819990" cy="4020519"/>
          </a:xfrm>
        </p:spPr>
        <p:txBody>
          <a:bodyPr>
            <a:normAutofit/>
          </a:bodyPr>
          <a:lstStyle>
            <a:lvl1pPr>
              <a:defRPr sz="1800">
                <a:solidFill>
                  <a:schemeClr val="accent2"/>
                </a:solidFill>
              </a:defRPr>
            </a:lvl1pPr>
          </a:lstStyle>
          <a:p>
            <a:endParaRPr lang="id-ID"/>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4" name="Rectangle 13"/>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0782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Title Slide">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0" y="-23813"/>
            <a:ext cx="12192000" cy="4117976"/>
          </a:xfrm>
        </p:spPr>
        <p:txBody>
          <a:bodyPr/>
          <a:lstStyle>
            <a:lvl1pPr>
              <a:defRPr>
                <a:solidFill>
                  <a:schemeClr val="accent2"/>
                </a:solidFill>
              </a:defRPr>
            </a:lvl1pPr>
          </a:lstStyle>
          <a:p>
            <a:endParaRPr lang="id-ID"/>
          </a:p>
        </p:txBody>
      </p:sp>
      <p:sp>
        <p:nvSpPr>
          <p:cNvPr id="8" name="Picture Placeholder 3"/>
          <p:cNvSpPr>
            <a:spLocks noGrp="1"/>
          </p:cNvSpPr>
          <p:nvPr>
            <p:ph type="pic" sz="quarter" idx="10"/>
          </p:nvPr>
        </p:nvSpPr>
        <p:spPr>
          <a:xfrm>
            <a:off x="6502324" y="662473"/>
            <a:ext cx="2734983" cy="2969860"/>
          </a:xfrm>
          <a:custGeom>
            <a:avLst/>
            <a:gdLst>
              <a:gd name="connsiteX0" fmla="*/ 0 w 2091170"/>
              <a:gd name="connsiteY0" fmla="*/ 0 h 3109819"/>
              <a:gd name="connsiteX1" fmla="*/ 2091170 w 2091170"/>
              <a:gd name="connsiteY1" fmla="*/ 0 h 3109819"/>
              <a:gd name="connsiteX2" fmla="*/ 2091170 w 2091170"/>
              <a:gd name="connsiteY2" fmla="*/ 3109819 h 3109819"/>
              <a:gd name="connsiteX3" fmla="*/ 0 w 2091170"/>
              <a:gd name="connsiteY3" fmla="*/ 3109819 h 3109819"/>
              <a:gd name="connsiteX4" fmla="*/ 0 w 2091170"/>
              <a:gd name="connsiteY4" fmla="*/ 0 h 3109819"/>
              <a:gd name="connsiteX0" fmla="*/ 0 w 2091170"/>
              <a:gd name="connsiteY0" fmla="*/ 317241 h 3427060"/>
              <a:gd name="connsiteX1" fmla="*/ 1363383 w 2091170"/>
              <a:gd name="connsiteY1" fmla="*/ 0 h 3427060"/>
              <a:gd name="connsiteX2" fmla="*/ 2091170 w 2091170"/>
              <a:gd name="connsiteY2" fmla="*/ 3427060 h 3427060"/>
              <a:gd name="connsiteX3" fmla="*/ 0 w 2091170"/>
              <a:gd name="connsiteY3" fmla="*/ 3427060 h 3427060"/>
              <a:gd name="connsiteX4" fmla="*/ 0 w 2091170"/>
              <a:gd name="connsiteY4" fmla="*/ 317241 h 3427060"/>
              <a:gd name="connsiteX0" fmla="*/ 0 w 2734983"/>
              <a:gd name="connsiteY0" fmla="*/ 317241 h 3427060"/>
              <a:gd name="connsiteX1" fmla="*/ 1363383 w 2734983"/>
              <a:gd name="connsiteY1" fmla="*/ 0 h 3427060"/>
              <a:gd name="connsiteX2" fmla="*/ 2734983 w 2734983"/>
              <a:gd name="connsiteY2" fmla="*/ 2521990 h 3427060"/>
              <a:gd name="connsiteX3" fmla="*/ 0 w 2734983"/>
              <a:gd name="connsiteY3" fmla="*/ 3427060 h 3427060"/>
              <a:gd name="connsiteX4" fmla="*/ 0 w 2734983"/>
              <a:gd name="connsiteY4" fmla="*/ 317241 h 3427060"/>
              <a:gd name="connsiteX0" fmla="*/ 0 w 2734983"/>
              <a:gd name="connsiteY0" fmla="*/ 317241 h 2969860"/>
              <a:gd name="connsiteX1" fmla="*/ 1363383 w 2734983"/>
              <a:gd name="connsiteY1" fmla="*/ 0 h 2969860"/>
              <a:gd name="connsiteX2" fmla="*/ 2734983 w 2734983"/>
              <a:gd name="connsiteY2" fmla="*/ 2521990 h 2969860"/>
              <a:gd name="connsiteX3" fmla="*/ 1408923 w 2734983"/>
              <a:gd name="connsiteY3" fmla="*/ 2969860 h 2969860"/>
              <a:gd name="connsiteX4" fmla="*/ 0 w 2734983"/>
              <a:gd name="connsiteY4" fmla="*/ 317241 h 2969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4983" h="2969860">
                <a:moveTo>
                  <a:pt x="0" y="317241"/>
                </a:moveTo>
                <a:lnTo>
                  <a:pt x="1363383" y="0"/>
                </a:lnTo>
                <a:lnTo>
                  <a:pt x="2734983" y="2521990"/>
                </a:lnTo>
                <a:lnTo>
                  <a:pt x="1408923" y="2969860"/>
                </a:lnTo>
                <a:lnTo>
                  <a:pt x="0" y="317241"/>
                </a:lnTo>
                <a:close/>
              </a:path>
            </a:pathLst>
          </a:custGeom>
        </p:spPr>
        <p:txBody>
          <a:bodyPr>
            <a:normAutofit/>
          </a:bodyPr>
          <a:lstStyle>
            <a:lvl1pPr>
              <a:defRPr sz="1600">
                <a:solidFill>
                  <a:schemeClr val="bg1"/>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3" name="TextBox 22"/>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11021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7_Title Slide">
    <p:spTree>
      <p:nvGrpSpPr>
        <p:cNvPr id="1" name=""/>
        <p:cNvGrpSpPr/>
        <p:nvPr/>
      </p:nvGrpSpPr>
      <p:grpSpPr>
        <a:xfrm>
          <a:off x="0" y="0"/>
          <a:ext cx="0" cy="0"/>
          <a:chOff x="0" y="0"/>
          <a:chExt cx="0" cy="0"/>
        </a:xfrm>
      </p:grpSpPr>
      <p:sp>
        <p:nvSpPr>
          <p:cNvPr id="9" name="Rectangle 8"/>
          <p:cNvSpPr/>
          <p:nvPr userDrawn="1"/>
        </p:nvSpPr>
        <p:spPr>
          <a:xfrm>
            <a:off x="-2" y="0"/>
            <a:ext cx="12187314" cy="4000500"/>
          </a:xfrm>
          <a:prstGeom prst="rect">
            <a:avLst/>
          </a:prstGeom>
          <a:solidFill>
            <a:srgbClr val="0B29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2"/>
          <p:cNvSpPr>
            <a:spLocks noGrp="1"/>
          </p:cNvSpPr>
          <p:nvPr>
            <p:ph type="pic" sz="quarter" idx="10"/>
          </p:nvPr>
        </p:nvSpPr>
        <p:spPr>
          <a:xfrm>
            <a:off x="4265098" y="1704098"/>
            <a:ext cx="3633145" cy="2288465"/>
          </a:xfrm>
        </p:spPr>
        <p:txBody>
          <a:bodyPr>
            <a:normAutofit/>
          </a:bodyPr>
          <a:lstStyle>
            <a:lvl1pPr>
              <a:defRPr sz="2000">
                <a:solidFill>
                  <a:schemeClr val="accent2"/>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0161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1_Title Slide">
    <p:spTree>
      <p:nvGrpSpPr>
        <p:cNvPr id="1" name=""/>
        <p:cNvGrpSpPr/>
        <p:nvPr/>
      </p:nvGrpSpPr>
      <p:grpSpPr>
        <a:xfrm>
          <a:off x="0" y="0"/>
          <a:ext cx="0" cy="0"/>
          <a:chOff x="0" y="0"/>
          <a:chExt cx="0" cy="0"/>
        </a:xfrm>
      </p:grpSpPr>
      <p:sp>
        <p:nvSpPr>
          <p:cNvPr id="8" name="Picture Placeholder 2"/>
          <p:cNvSpPr>
            <a:spLocks noGrp="1"/>
          </p:cNvSpPr>
          <p:nvPr>
            <p:ph type="pic" sz="quarter" idx="10"/>
          </p:nvPr>
        </p:nvSpPr>
        <p:spPr>
          <a:xfrm>
            <a:off x="0" y="2140431"/>
            <a:ext cx="12192000" cy="3241193"/>
          </a:xfrm>
        </p:spPr>
        <p:txBody>
          <a:bodyPr/>
          <a:lstStyle>
            <a:lvl1pPr>
              <a:defRPr>
                <a:solidFill>
                  <a:schemeClr val="accent2"/>
                </a:solidFill>
              </a:defRPr>
            </a:lvl1pPr>
          </a:lstStyle>
          <a:p>
            <a:endParaRPr lang="id-ID"/>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4" name="Rectangle 13"/>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71966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9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296106" y="3516313"/>
            <a:ext cx="1366837" cy="1366837"/>
          </a:xfrm>
          <a:prstGeom prst="ellipse">
            <a:avLst/>
          </a:prstGeom>
          <a:ln w="57150">
            <a:solidFill>
              <a:schemeClr val="accent1"/>
            </a:solidFill>
          </a:ln>
        </p:spPr>
        <p:txBody>
          <a:bodyPr>
            <a:normAutofit/>
          </a:bodyPr>
          <a:lstStyle>
            <a:lvl1pPr>
              <a:defRPr sz="1400">
                <a:solidFill>
                  <a:schemeClr val="accent2"/>
                </a:solidFill>
              </a:defRPr>
            </a:lvl1pPr>
          </a:lstStyle>
          <a:p>
            <a:endParaRPr lang="id-ID"/>
          </a:p>
        </p:txBody>
      </p:sp>
      <p:sp>
        <p:nvSpPr>
          <p:cNvPr id="16" name="Picture Placeholder 3"/>
          <p:cNvSpPr>
            <a:spLocks noGrp="1"/>
          </p:cNvSpPr>
          <p:nvPr>
            <p:ph type="pic" sz="quarter" idx="11"/>
          </p:nvPr>
        </p:nvSpPr>
        <p:spPr>
          <a:xfrm>
            <a:off x="9529057" y="4823209"/>
            <a:ext cx="1366837" cy="1366837"/>
          </a:xfrm>
          <a:prstGeom prst="ellipse">
            <a:avLst/>
          </a:prstGeom>
          <a:ln w="57150">
            <a:solidFill>
              <a:schemeClr val="accent2"/>
            </a:solidFill>
          </a:ln>
        </p:spPr>
        <p:txBody>
          <a:bodyPr>
            <a:normAutofit/>
          </a:bodyPr>
          <a:lstStyle>
            <a:lvl1pPr>
              <a:defRPr sz="1400">
                <a:solidFill>
                  <a:schemeClr val="accent5"/>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3" name="Rectangle 22"/>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4" name="TextBox 23"/>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5" name="Group 24"/>
          <p:cNvGrpSpPr/>
          <p:nvPr userDrawn="1"/>
        </p:nvGrpSpPr>
        <p:grpSpPr>
          <a:xfrm>
            <a:off x="347419" y="6409324"/>
            <a:ext cx="224082" cy="221156"/>
            <a:chOff x="4328868" y="5502988"/>
            <a:chExt cx="500307" cy="493774"/>
          </a:xfrm>
        </p:grpSpPr>
        <p:sp>
          <p:nvSpPr>
            <p:cNvPr id="26" name="Freeform 25">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7" name="Freeform 26">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8" name="Group 27"/>
          <p:cNvGrpSpPr/>
          <p:nvPr userDrawn="1"/>
        </p:nvGrpSpPr>
        <p:grpSpPr>
          <a:xfrm flipH="1">
            <a:off x="933709" y="6409324"/>
            <a:ext cx="224082" cy="221156"/>
            <a:chOff x="4328868" y="5502988"/>
            <a:chExt cx="500307" cy="493774"/>
          </a:xfrm>
        </p:grpSpPr>
        <p:sp>
          <p:nvSpPr>
            <p:cNvPr id="29" name="Freeform 28">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0" name="Freeform 29">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1" name="Straight Connector 30"/>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40222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8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296106" y="3614791"/>
            <a:ext cx="1366837" cy="1366837"/>
          </a:xfrm>
          <a:prstGeom prst="ellipse">
            <a:avLst/>
          </a:prstGeom>
          <a:ln w="57150">
            <a:solidFill>
              <a:schemeClr val="accent5"/>
            </a:solidFill>
          </a:ln>
        </p:spPr>
        <p:txBody>
          <a:bodyPr>
            <a:normAutofit/>
          </a:bodyPr>
          <a:lstStyle>
            <a:lvl1pPr>
              <a:defRPr sz="1400">
                <a:solidFill>
                  <a:schemeClr val="accent2"/>
                </a:solidFill>
              </a:defRPr>
            </a:lvl1pPr>
          </a:lstStyle>
          <a:p>
            <a:endParaRPr lang="id-ID"/>
          </a:p>
        </p:txBody>
      </p:sp>
      <p:sp>
        <p:nvSpPr>
          <p:cNvPr id="16" name="Picture Placeholder 3"/>
          <p:cNvSpPr>
            <a:spLocks noGrp="1"/>
          </p:cNvSpPr>
          <p:nvPr>
            <p:ph type="pic" sz="quarter" idx="11"/>
          </p:nvPr>
        </p:nvSpPr>
        <p:spPr>
          <a:xfrm>
            <a:off x="9529057" y="4921687"/>
            <a:ext cx="1366837" cy="1366837"/>
          </a:xfrm>
          <a:prstGeom prst="ellipse">
            <a:avLst/>
          </a:prstGeom>
          <a:ln w="57150">
            <a:solidFill>
              <a:schemeClr val="accent6"/>
            </a:solidFill>
          </a:ln>
        </p:spPr>
        <p:txBody>
          <a:bodyPr>
            <a:normAutofit/>
          </a:bodyPr>
          <a:lstStyle>
            <a:lvl1pPr>
              <a:defRPr sz="1400">
                <a:solidFill>
                  <a:schemeClr val="accent2"/>
                </a:solidFill>
              </a:defRPr>
            </a:lvl1pPr>
          </a:lstStyle>
          <a:p>
            <a:endParaRPr lang="id-ID"/>
          </a:p>
        </p:txBody>
      </p:sp>
      <p:sp>
        <p:nvSpPr>
          <p:cNvPr id="49" name="Picture Placeholder 3"/>
          <p:cNvSpPr>
            <a:spLocks noGrp="1"/>
          </p:cNvSpPr>
          <p:nvPr>
            <p:ph type="pic" sz="quarter" idx="12"/>
          </p:nvPr>
        </p:nvSpPr>
        <p:spPr>
          <a:xfrm>
            <a:off x="1296106" y="971203"/>
            <a:ext cx="1366837" cy="1366837"/>
          </a:xfrm>
          <a:prstGeom prst="ellipse">
            <a:avLst/>
          </a:prstGeom>
          <a:ln w="57150">
            <a:solidFill>
              <a:schemeClr val="accent3"/>
            </a:solidFill>
          </a:ln>
        </p:spPr>
        <p:txBody>
          <a:bodyPr>
            <a:normAutofit/>
          </a:bodyPr>
          <a:lstStyle>
            <a:lvl1pPr>
              <a:defRPr sz="1400">
                <a:solidFill>
                  <a:schemeClr val="accent2"/>
                </a:solidFill>
              </a:defRPr>
            </a:lvl1pPr>
          </a:lstStyle>
          <a:p>
            <a:endParaRPr lang="id-ID"/>
          </a:p>
        </p:txBody>
      </p:sp>
      <p:sp>
        <p:nvSpPr>
          <p:cNvPr id="50" name="Picture Placeholder 3"/>
          <p:cNvSpPr>
            <a:spLocks noGrp="1"/>
          </p:cNvSpPr>
          <p:nvPr>
            <p:ph type="pic" sz="quarter" idx="13"/>
          </p:nvPr>
        </p:nvSpPr>
        <p:spPr>
          <a:xfrm>
            <a:off x="9529057" y="2278099"/>
            <a:ext cx="1366837" cy="1366837"/>
          </a:xfrm>
          <a:prstGeom prst="ellipse">
            <a:avLst/>
          </a:prstGeom>
          <a:ln w="57150">
            <a:solidFill>
              <a:schemeClr val="accent4"/>
            </a:solidFill>
          </a:ln>
        </p:spPr>
        <p:txBody>
          <a:bodyPr>
            <a:normAutofit/>
          </a:bodyPr>
          <a:lstStyle>
            <a:lvl1pPr>
              <a:defRPr sz="1400">
                <a:solidFill>
                  <a:schemeClr val="accent2"/>
                </a:solidFill>
              </a:defRPr>
            </a:lvl1pPr>
          </a:lstStyle>
          <a:p>
            <a:endParaRPr lang="id-ID"/>
          </a:p>
        </p:txBody>
      </p:sp>
      <p:sp>
        <p:nvSpPr>
          <p:cNvPr id="24" name="Rectangle 2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5" name="Rectangle 2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6" name="TextBox 2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7" name="Group 26"/>
          <p:cNvGrpSpPr/>
          <p:nvPr userDrawn="1"/>
        </p:nvGrpSpPr>
        <p:grpSpPr>
          <a:xfrm>
            <a:off x="347419" y="6409324"/>
            <a:ext cx="224082" cy="221156"/>
            <a:chOff x="4328868" y="5502988"/>
            <a:chExt cx="500307" cy="493774"/>
          </a:xfrm>
        </p:grpSpPr>
        <p:sp>
          <p:nvSpPr>
            <p:cNvPr id="28" name="Freeform 27">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30" name="Group 29"/>
          <p:cNvGrpSpPr/>
          <p:nvPr userDrawn="1"/>
        </p:nvGrpSpPr>
        <p:grpSpPr>
          <a:xfrm flipH="1">
            <a:off x="933709" y="6409324"/>
            <a:ext cx="224082" cy="221156"/>
            <a:chOff x="4328868" y="5502988"/>
            <a:chExt cx="500307" cy="493774"/>
          </a:xfrm>
        </p:grpSpPr>
        <p:sp>
          <p:nvSpPr>
            <p:cNvPr id="31" name="Freeform 30">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2" name="Freeform 31">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3" name="Straight Connector 32"/>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57882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0_Title Slide">
    <p:spTree>
      <p:nvGrpSpPr>
        <p:cNvPr id="1" name=""/>
        <p:cNvGrpSpPr/>
        <p:nvPr/>
      </p:nvGrpSpPr>
      <p:grpSpPr>
        <a:xfrm>
          <a:off x="0" y="0"/>
          <a:ext cx="0" cy="0"/>
          <a:chOff x="0" y="0"/>
          <a:chExt cx="0" cy="0"/>
        </a:xfrm>
      </p:grpSpPr>
      <p:sp>
        <p:nvSpPr>
          <p:cNvPr id="9" name="Picture Placeholder 3"/>
          <p:cNvSpPr>
            <a:spLocks noGrp="1"/>
          </p:cNvSpPr>
          <p:nvPr>
            <p:ph type="pic" sz="quarter" idx="12"/>
          </p:nvPr>
        </p:nvSpPr>
        <p:spPr>
          <a:xfrm>
            <a:off x="1296106" y="971203"/>
            <a:ext cx="1366837" cy="1366837"/>
          </a:xfrm>
          <a:prstGeom prst="ellipse">
            <a:avLst/>
          </a:prstGeom>
          <a:ln w="57150">
            <a:solidFill>
              <a:schemeClr val="accent2"/>
            </a:solidFill>
          </a:ln>
        </p:spPr>
        <p:txBody>
          <a:bodyPr>
            <a:normAutofit/>
          </a:bodyPr>
          <a:lstStyle>
            <a:lvl1pPr>
              <a:defRPr sz="1400">
                <a:solidFill>
                  <a:schemeClr val="accent5"/>
                </a:solidFill>
              </a:defRPr>
            </a:lvl1pPr>
          </a:lstStyle>
          <a:p>
            <a:endParaRPr lang="id-ID"/>
          </a:p>
        </p:txBody>
      </p:sp>
      <p:sp>
        <p:nvSpPr>
          <p:cNvPr id="10" name="Picture Placeholder 3"/>
          <p:cNvSpPr>
            <a:spLocks noGrp="1"/>
          </p:cNvSpPr>
          <p:nvPr>
            <p:ph type="pic" sz="quarter" idx="13"/>
          </p:nvPr>
        </p:nvSpPr>
        <p:spPr>
          <a:xfrm>
            <a:off x="9529057" y="2278099"/>
            <a:ext cx="1366837" cy="1366837"/>
          </a:xfrm>
          <a:prstGeom prst="ellipse">
            <a:avLst/>
          </a:prstGeom>
          <a:ln w="57150">
            <a:solidFill>
              <a:schemeClr val="accent3"/>
            </a:solidFill>
          </a:ln>
        </p:spPr>
        <p:txBody>
          <a:bodyPr>
            <a:normAutofit/>
          </a:bodyPr>
          <a:lstStyle>
            <a:lvl1pPr>
              <a:defRPr sz="1400">
                <a:solidFill>
                  <a:schemeClr val="accent2"/>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10532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3_Title Slide">
    <p:spTree>
      <p:nvGrpSpPr>
        <p:cNvPr id="1" name=""/>
        <p:cNvGrpSpPr/>
        <p:nvPr/>
      </p:nvGrpSpPr>
      <p:grpSpPr>
        <a:xfrm>
          <a:off x="0" y="0"/>
          <a:ext cx="0" cy="0"/>
          <a:chOff x="0" y="0"/>
          <a:chExt cx="0" cy="0"/>
        </a:xfrm>
      </p:grpSpPr>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3" name="Picture Placeholder 2"/>
          <p:cNvSpPr>
            <a:spLocks noGrp="1"/>
          </p:cNvSpPr>
          <p:nvPr>
            <p:ph type="pic" sz="quarter" idx="10"/>
          </p:nvPr>
        </p:nvSpPr>
        <p:spPr>
          <a:xfrm>
            <a:off x="4937125" y="3083109"/>
            <a:ext cx="2317750" cy="2317750"/>
          </a:xfrm>
          <a:prstGeom prst="ellipse">
            <a:avLst/>
          </a:prstGeom>
          <a:ln w="98425">
            <a:solidFill>
              <a:srgbClr val="0B2951"/>
            </a:solidFill>
          </a:ln>
        </p:spPr>
        <p:txBody>
          <a:bodyPr>
            <a:normAutofit/>
          </a:bodyPr>
          <a:lstStyle>
            <a:lvl1pPr>
              <a:defRPr sz="2400">
                <a:solidFill>
                  <a:schemeClr val="accent2"/>
                </a:solidFill>
              </a:defRPr>
            </a:lvl1pPr>
          </a:lstStyle>
          <a:p>
            <a:endParaRPr lang="id-ID"/>
          </a:p>
        </p:txBody>
      </p:sp>
    </p:spTree>
    <p:extLst>
      <p:ext uri="{BB962C8B-B14F-4D97-AF65-F5344CB8AC3E}">
        <p14:creationId xmlns:p14="http://schemas.microsoft.com/office/powerpoint/2010/main" val="10357544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4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192000" cy="5399088"/>
          </a:xfrm>
        </p:spPr>
        <p:txBody>
          <a:bodyPr>
            <a:normAutofit/>
          </a:bodyPr>
          <a:lstStyle>
            <a:lvl1pPr>
              <a:defRPr sz="3600">
                <a:solidFill>
                  <a:schemeClr val="accent2"/>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51938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7D165-49B0-44FF-A267-367F5A6EE306}"/>
              </a:ext>
            </a:extLst>
          </p:cNvPr>
          <p:cNvSpPr>
            <a:spLocks noGrp="1"/>
          </p:cNvSpPr>
          <p:nvPr>
            <p:ph type="ctrTitle"/>
          </p:nvPr>
        </p:nvSpPr>
        <p:spPr>
          <a:xfrm>
            <a:off x="1524000" y="2039514"/>
            <a:ext cx="9144000" cy="2128049"/>
          </a:xfrm>
        </p:spPr>
        <p:txBody>
          <a:bodyPr anchor="b"/>
          <a:lstStyle>
            <a:lvl1pPr algn="ctr">
              <a:lnSpc>
                <a:spcPct val="125000"/>
              </a:lnSpc>
              <a:defRPr sz="6000">
                <a:solidFill>
                  <a:schemeClr val="bg1"/>
                </a:solidFill>
              </a:defRPr>
            </a:lvl1pPr>
          </a:lstStyle>
          <a:p>
            <a:r>
              <a:rPr lang="en-US" noProof="0"/>
              <a:t>Click to edit Master title style</a:t>
            </a:r>
          </a:p>
        </p:txBody>
      </p:sp>
      <p:sp>
        <p:nvSpPr>
          <p:cNvPr id="3" name="Subtitle 2">
            <a:extLst>
              <a:ext uri="{FF2B5EF4-FFF2-40B4-BE49-F238E27FC236}">
                <a16:creationId xmlns:a16="http://schemas.microsoft.com/office/drawing/2014/main" id="{56B52800-74D6-4A78-AC9B-8E737A1A3B0D}"/>
              </a:ext>
            </a:extLst>
          </p:cNvPr>
          <p:cNvSpPr>
            <a:spLocks noGrp="1"/>
          </p:cNvSpPr>
          <p:nvPr>
            <p:ph type="subTitle" idx="1"/>
          </p:nvPr>
        </p:nvSpPr>
        <p:spPr>
          <a:xfrm>
            <a:off x="1524000" y="4221162"/>
            <a:ext cx="9144000" cy="882001"/>
          </a:xfrm>
          <a:solidFill>
            <a:schemeClr val="accent2">
              <a:alpha val="90000"/>
            </a:schemeClr>
          </a:solidFill>
        </p:spPr>
        <p:txBody>
          <a:bodyPr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500" b="1" i="1" kern="1200" spc="65" dirty="0">
                <a:solidFill>
                  <a:schemeClr val="accent1"/>
                </a:solidFill>
                <a:latin typeface="+mn-lt"/>
                <a:ea typeface="+mn-ea"/>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a:extLst>
              <a:ext uri="{FF2B5EF4-FFF2-40B4-BE49-F238E27FC236}">
                <a16:creationId xmlns:a16="http://schemas.microsoft.com/office/drawing/2014/main" id="{88B91F7B-C4AF-4FC6-A6BE-657DEF6D5358}"/>
              </a:ext>
            </a:extLst>
          </p:cNvPr>
          <p:cNvSpPr>
            <a:spLocks noGrp="1"/>
          </p:cNvSpPr>
          <p:nvPr>
            <p:ph type="dt" sz="half" idx="10"/>
          </p:nvPr>
        </p:nvSpPr>
        <p:spPr/>
        <p:txBody>
          <a:bodyPr/>
          <a:lstStyle/>
          <a:p>
            <a:fld id="{8DA08ED5-AEFE-4443-9040-726EF6690995}" type="datetime1">
              <a:rPr lang="en-US" noProof="0" smtClean="0"/>
              <a:pPr/>
              <a:t>7/12/2024</a:t>
            </a:fld>
            <a:endParaRPr lang="en-US" noProof="0" dirty="0"/>
          </a:p>
        </p:txBody>
      </p:sp>
      <p:sp>
        <p:nvSpPr>
          <p:cNvPr id="5" name="Footer Placeholder 4">
            <a:extLst>
              <a:ext uri="{FF2B5EF4-FFF2-40B4-BE49-F238E27FC236}">
                <a16:creationId xmlns:a16="http://schemas.microsoft.com/office/drawing/2014/main" id="{5BED32F8-B0C7-4332-B0A5-BC19DD8C4CF5}"/>
              </a:ext>
            </a:extLst>
          </p:cNvPr>
          <p:cNvSpPr>
            <a:spLocks noGrp="1"/>
          </p:cNvSpPr>
          <p:nvPr>
            <p:ph type="ftr" sz="quarter" idx="11"/>
          </p:nvPr>
        </p:nvSpPr>
        <p:spPr/>
        <p:txBody>
          <a:bodyPr/>
          <a:lstStyle/>
          <a:p>
            <a:endParaRPr lang="en-US" noProof="0" dirty="0"/>
          </a:p>
        </p:txBody>
      </p:sp>
      <p:sp>
        <p:nvSpPr>
          <p:cNvPr id="6" name="Slide Number Placeholder 5">
            <a:extLst>
              <a:ext uri="{FF2B5EF4-FFF2-40B4-BE49-F238E27FC236}">
                <a16:creationId xmlns:a16="http://schemas.microsoft.com/office/drawing/2014/main" id="{B0030946-D0C7-4F78-94B0-427DAA6D5CB0}"/>
              </a:ext>
            </a:extLst>
          </p:cNvPr>
          <p:cNvSpPr>
            <a:spLocks noGrp="1"/>
          </p:cNvSpPr>
          <p:nvPr>
            <p:ph type="sldNum" sz="quarter" idx="12"/>
          </p:nvPr>
        </p:nvSpPr>
        <p:spPr/>
        <p:txBody>
          <a:bodyPr/>
          <a:lstStyle/>
          <a:p>
            <a:fld id="{82EE24B5-652C-4DB5-B7C3-B5BBEC1280B1}" type="slidenum">
              <a:rPr lang="en-US" noProof="0" smtClean="0"/>
              <a:pPr/>
              <a:t>‹#›</a:t>
            </a:fld>
            <a:endParaRPr lang="en-US" noProof="0" dirty="0"/>
          </a:p>
        </p:txBody>
      </p:sp>
    </p:spTree>
    <p:extLst>
      <p:ext uri="{BB962C8B-B14F-4D97-AF65-F5344CB8AC3E}">
        <p14:creationId xmlns:p14="http://schemas.microsoft.com/office/powerpoint/2010/main" val="8202224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11141-A77D-4E0E-8CAF-4CD3B279937B}"/>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017EFDE0-5A54-402A-B0C3-6BC0BB739C25}"/>
              </a:ext>
            </a:extLst>
          </p:cNvPr>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a16="http://schemas.microsoft.com/office/drawing/2014/main" id="{8A2825AD-4585-4E37-A076-3D0070C9300C}"/>
              </a:ext>
            </a:extLst>
          </p:cNvPr>
          <p:cNvSpPr>
            <a:spLocks noGrp="1"/>
          </p:cNvSpPr>
          <p:nvPr>
            <p:ph type="dt" sz="half" idx="10"/>
          </p:nvPr>
        </p:nvSpPr>
        <p:spPr/>
        <p:txBody>
          <a:bodyPr/>
          <a:lstStyle/>
          <a:p>
            <a:fld id="{0312561F-7E45-400C-8758-912CDFE9410A}" type="datetime1">
              <a:rPr lang="en-US" noProof="0" smtClean="0"/>
              <a:pPr/>
              <a:t>7/12/2024</a:t>
            </a:fld>
            <a:endParaRPr lang="en-US" noProof="0" dirty="0"/>
          </a:p>
        </p:txBody>
      </p:sp>
      <p:sp>
        <p:nvSpPr>
          <p:cNvPr id="5" name="Footer Placeholder 4">
            <a:extLst>
              <a:ext uri="{FF2B5EF4-FFF2-40B4-BE49-F238E27FC236}">
                <a16:creationId xmlns:a16="http://schemas.microsoft.com/office/drawing/2014/main" id="{512064AD-EDC3-4B13-8CD6-49EB60099ED4}"/>
              </a:ext>
            </a:extLst>
          </p:cNvPr>
          <p:cNvSpPr>
            <a:spLocks noGrp="1"/>
          </p:cNvSpPr>
          <p:nvPr>
            <p:ph type="ftr" sz="quarter" idx="11"/>
          </p:nvPr>
        </p:nvSpPr>
        <p:spPr/>
        <p:txBody>
          <a:bodyPr/>
          <a:lstStyle/>
          <a:p>
            <a:endParaRPr lang="en-US" noProof="0" dirty="0"/>
          </a:p>
        </p:txBody>
      </p:sp>
      <p:sp>
        <p:nvSpPr>
          <p:cNvPr id="6" name="Slide Number Placeholder 5">
            <a:extLst>
              <a:ext uri="{FF2B5EF4-FFF2-40B4-BE49-F238E27FC236}">
                <a16:creationId xmlns:a16="http://schemas.microsoft.com/office/drawing/2014/main" id="{7890FD1E-16F6-49B1-A938-8CE601ED7AFC}"/>
              </a:ext>
            </a:extLst>
          </p:cNvPr>
          <p:cNvSpPr>
            <a:spLocks noGrp="1"/>
          </p:cNvSpPr>
          <p:nvPr>
            <p:ph type="sldNum" sz="quarter" idx="12"/>
          </p:nvPr>
        </p:nvSpPr>
        <p:spPr/>
        <p:txBody>
          <a:bodyPr/>
          <a:lstStyle/>
          <a:p>
            <a:fld id="{82EE24B5-652C-4DB5-B7C3-B5BBEC1280B1}" type="slidenum">
              <a:rPr lang="en-US" noProof="0" smtClean="0"/>
              <a:pPr/>
              <a:t>‹#›</a:t>
            </a:fld>
            <a:endParaRPr lang="en-US" noProof="0" dirty="0"/>
          </a:p>
        </p:txBody>
      </p:sp>
    </p:spTree>
    <p:extLst>
      <p:ext uri="{BB962C8B-B14F-4D97-AF65-F5344CB8AC3E}">
        <p14:creationId xmlns:p14="http://schemas.microsoft.com/office/powerpoint/2010/main" val="41874731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FA988-92AD-48D7-890A-AA0540961DE2}"/>
              </a:ext>
            </a:extLst>
          </p:cNvPr>
          <p:cNvSpPr>
            <a:spLocks noGrp="1"/>
          </p:cNvSpPr>
          <p:nvPr>
            <p:ph type="title"/>
          </p:nvPr>
        </p:nvSpPr>
        <p:spPr>
          <a:xfrm>
            <a:off x="831850" y="1709738"/>
            <a:ext cx="10515600" cy="2852737"/>
          </a:xfrm>
        </p:spPr>
        <p:txBody>
          <a:bodyPr anchor="b"/>
          <a:lstStyle>
            <a:lvl1pPr>
              <a:defRPr sz="6000"/>
            </a:lvl1pPr>
          </a:lstStyle>
          <a:p>
            <a:r>
              <a:rPr lang="en-US" noProof="0"/>
              <a:t>Click to edit Master title style</a:t>
            </a:r>
          </a:p>
        </p:txBody>
      </p:sp>
      <p:sp>
        <p:nvSpPr>
          <p:cNvPr id="3" name="Text Placeholder 2">
            <a:extLst>
              <a:ext uri="{FF2B5EF4-FFF2-40B4-BE49-F238E27FC236}">
                <a16:creationId xmlns:a16="http://schemas.microsoft.com/office/drawing/2014/main" id="{EAA999FA-A189-41DB-9CFC-D1356C5343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4" name="Date Placeholder 3">
            <a:extLst>
              <a:ext uri="{FF2B5EF4-FFF2-40B4-BE49-F238E27FC236}">
                <a16:creationId xmlns:a16="http://schemas.microsoft.com/office/drawing/2014/main" id="{B24D83DC-20E7-4B71-9794-36FC33B1BA03}"/>
              </a:ext>
            </a:extLst>
          </p:cNvPr>
          <p:cNvSpPr>
            <a:spLocks noGrp="1"/>
          </p:cNvSpPr>
          <p:nvPr>
            <p:ph type="dt" sz="half" idx="10"/>
          </p:nvPr>
        </p:nvSpPr>
        <p:spPr/>
        <p:txBody>
          <a:bodyPr/>
          <a:lstStyle/>
          <a:p>
            <a:fld id="{85E24BC7-4CDB-41D7-81AF-9CE8473FF4B8}" type="datetime1">
              <a:rPr lang="en-US" noProof="0" smtClean="0"/>
              <a:pPr/>
              <a:t>7/12/2024</a:t>
            </a:fld>
            <a:endParaRPr lang="en-US" noProof="0" dirty="0"/>
          </a:p>
        </p:txBody>
      </p:sp>
      <p:sp>
        <p:nvSpPr>
          <p:cNvPr id="5" name="Footer Placeholder 4">
            <a:extLst>
              <a:ext uri="{FF2B5EF4-FFF2-40B4-BE49-F238E27FC236}">
                <a16:creationId xmlns:a16="http://schemas.microsoft.com/office/drawing/2014/main" id="{44E7D103-1290-4592-B37C-19C9C9DBEAE4}"/>
              </a:ext>
            </a:extLst>
          </p:cNvPr>
          <p:cNvSpPr>
            <a:spLocks noGrp="1"/>
          </p:cNvSpPr>
          <p:nvPr>
            <p:ph type="ftr" sz="quarter" idx="11"/>
          </p:nvPr>
        </p:nvSpPr>
        <p:spPr/>
        <p:txBody>
          <a:bodyPr/>
          <a:lstStyle/>
          <a:p>
            <a:endParaRPr lang="en-US" noProof="0" dirty="0"/>
          </a:p>
        </p:txBody>
      </p:sp>
      <p:sp>
        <p:nvSpPr>
          <p:cNvPr id="6" name="Slide Number Placeholder 5">
            <a:extLst>
              <a:ext uri="{FF2B5EF4-FFF2-40B4-BE49-F238E27FC236}">
                <a16:creationId xmlns:a16="http://schemas.microsoft.com/office/drawing/2014/main" id="{15955B1B-4A5C-42C7-99A5-B8217736F178}"/>
              </a:ext>
            </a:extLst>
          </p:cNvPr>
          <p:cNvSpPr>
            <a:spLocks noGrp="1"/>
          </p:cNvSpPr>
          <p:nvPr>
            <p:ph type="sldNum" sz="quarter" idx="12"/>
          </p:nvPr>
        </p:nvSpPr>
        <p:spPr/>
        <p:txBody>
          <a:bodyPr/>
          <a:lstStyle/>
          <a:p>
            <a:fld id="{82EE24B5-652C-4DB5-B7C3-B5BBEC1280B1}" type="slidenum">
              <a:rPr lang="en-US" noProof="0" smtClean="0"/>
              <a:pPr/>
              <a:t>‹#›</a:t>
            </a:fld>
            <a:endParaRPr lang="en-US" noProof="0" dirty="0"/>
          </a:p>
        </p:txBody>
      </p:sp>
    </p:spTree>
    <p:extLst>
      <p:ext uri="{BB962C8B-B14F-4D97-AF65-F5344CB8AC3E}">
        <p14:creationId xmlns:p14="http://schemas.microsoft.com/office/powerpoint/2010/main" val="17552068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E60EB58-EF7E-435A-8B07-B5BCF3AF119F}"/>
              </a:ext>
            </a:extLst>
          </p:cNvPr>
          <p:cNvSpPr>
            <a:spLocks noGrp="1"/>
          </p:cNvSpPr>
          <p:nvPr>
            <p:ph type="sldNum" sz="quarter" idx="12"/>
          </p:nvPr>
        </p:nvSpPr>
        <p:spPr/>
        <p:txBody>
          <a:bodyPr/>
          <a:lstStyle/>
          <a:p>
            <a:fld id="{82EE24B5-652C-4DB5-B7C3-B5BBEC1280B1}" type="slidenum">
              <a:rPr lang="en-US" noProof="0" smtClean="0"/>
              <a:pPr/>
              <a:t>‹#›</a:t>
            </a:fld>
            <a:endParaRPr lang="en-US" noProof="0" dirty="0"/>
          </a:p>
        </p:txBody>
      </p:sp>
      <p:sp>
        <p:nvSpPr>
          <p:cNvPr id="2" name="Title 1">
            <a:extLst>
              <a:ext uri="{FF2B5EF4-FFF2-40B4-BE49-F238E27FC236}">
                <a16:creationId xmlns:a16="http://schemas.microsoft.com/office/drawing/2014/main" id="{E7F76098-6FA1-470A-BEF4-E4B0AC75E8FE}"/>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4B647ABC-6745-43B6-8A64-6E191BD65CA2}"/>
              </a:ext>
            </a:extLst>
          </p:cNvPr>
          <p:cNvSpPr>
            <a:spLocks noGrp="1"/>
          </p:cNvSpPr>
          <p:nvPr>
            <p:ph sz="half" idx="1"/>
          </p:nvPr>
        </p:nvSpPr>
        <p:spPr>
          <a:xfrm>
            <a:off x="838200" y="1825625"/>
            <a:ext cx="5181600"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a:extLst>
              <a:ext uri="{FF2B5EF4-FFF2-40B4-BE49-F238E27FC236}">
                <a16:creationId xmlns:a16="http://schemas.microsoft.com/office/drawing/2014/main" id="{E4387105-2538-4216-9A7E-445FA092F960}"/>
              </a:ext>
            </a:extLst>
          </p:cNvPr>
          <p:cNvSpPr>
            <a:spLocks noGrp="1"/>
          </p:cNvSpPr>
          <p:nvPr>
            <p:ph sz="half" idx="2"/>
          </p:nvPr>
        </p:nvSpPr>
        <p:spPr>
          <a:xfrm>
            <a:off x="6172200" y="1825625"/>
            <a:ext cx="5181600"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a:extLst>
              <a:ext uri="{FF2B5EF4-FFF2-40B4-BE49-F238E27FC236}">
                <a16:creationId xmlns:a16="http://schemas.microsoft.com/office/drawing/2014/main" id="{47F57DE0-C032-4FCC-9006-09C2C328A665}"/>
              </a:ext>
            </a:extLst>
          </p:cNvPr>
          <p:cNvSpPr>
            <a:spLocks noGrp="1"/>
          </p:cNvSpPr>
          <p:nvPr>
            <p:ph type="dt" sz="half" idx="10"/>
          </p:nvPr>
        </p:nvSpPr>
        <p:spPr/>
        <p:txBody>
          <a:bodyPr/>
          <a:lstStyle/>
          <a:p>
            <a:fld id="{397CD216-73DE-4B96-8E1B-BB64D86142BB}" type="datetime1">
              <a:rPr lang="en-US" noProof="0" smtClean="0"/>
              <a:pPr/>
              <a:t>7/12/2024</a:t>
            </a:fld>
            <a:endParaRPr lang="en-US" noProof="0" dirty="0"/>
          </a:p>
        </p:txBody>
      </p:sp>
      <p:sp>
        <p:nvSpPr>
          <p:cNvPr id="6" name="Footer Placeholder 5">
            <a:extLst>
              <a:ext uri="{FF2B5EF4-FFF2-40B4-BE49-F238E27FC236}">
                <a16:creationId xmlns:a16="http://schemas.microsoft.com/office/drawing/2014/main" id="{90C776CB-2819-4488-9012-A6EA22079A47}"/>
              </a:ext>
            </a:extLst>
          </p:cNvPr>
          <p:cNvSpPr>
            <a:spLocks noGrp="1"/>
          </p:cNvSpPr>
          <p:nvPr>
            <p:ph type="ftr" sz="quarter" idx="11"/>
          </p:nvPr>
        </p:nvSpPr>
        <p:spPr/>
        <p:txBody>
          <a:bodyPr/>
          <a:lstStyle/>
          <a:p>
            <a:endParaRPr lang="en-US" noProof="0" dirty="0"/>
          </a:p>
        </p:txBody>
      </p:sp>
    </p:spTree>
    <p:extLst>
      <p:ext uri="{BB962C8B-B14F-4D97-AF65-F5344CB8AC3E}">
        <p14:creationId xmlns:p14="http://schemas.microsoft.com/office/powerpoint/2010/main" val="29216915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43C73-1D0F-45F9-A7E4-E9D24EAFDE3D}"/>
              </a:ext>
            </a:extLst>
          </p:cNvPr>
          <p:cNvSpPr>
            <a:spLocks noGrp="1"/>
          </p:cNvSpPr>
          <p:nvPr>
            <p:ph type="title"/>
          </p:nvPr>
        </p:nvSpPr>
        <p:spPr>
          <a:xfrm>
            <a:off x="839788" y="365125"/>
            <a:ext cx="10515600" cy="1325563"/>
          </a:xfrm>
        </p:spPr>
        <p:txBody>
          <a:bodyPr/>
          <a:lstStyle/>
          <a:p>
            <a:r>
              <a:rPr lang="en-US" noProof="0"/>
              <a:t>Click to edit Master title style</a:t>
            </a:r>
          </a:p>
        </p:txBody>
      </p:sp>
      <p:sp>
        <p:nvSpPr>
          <p:cNvPr id="3" name="Text Placeholder 2">
            <a:extLst>
              <a:ext uri="{FF2B5EF4-FFF2-40B4-BE49-F238E27FC236}">
                <a16:creationId xmlns:a16="http://schemas.microsoft.com/office/drawing/2014/main" id="{D3B88E76-F6AB-4621-A9A6-20A81C5A3F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a:extLst>
              <a:ext uri="{FF2B5EF4-FFF2-40B4-BE49-F238E27FC236}">
                <a16:creationId xmlns:a16="http://schemas.microsoft.com/office/drawing/2014/main" id="{6A313FB9-6D6C-4F61-9E7A-76E686D06C25}"/>
              </a:ext>
            </a:extLst>
          </p:cNvPr>
          <p:cNvSpPr>
            <a:spLocks noGrp="1"/>
          </p:cNvSpPr>
          <p:nvPr>
            <p:ph sz="half" idx="2"/>
          </p:nvPr>
        </p:nvSpPr>
        <p:spPr>
          <a:xfrm>
            <a:off x="839788" y="2505075"/>
            <a:ext cx="5157787" cy="368458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2A93A737-E48B-4909-BE04-F55B581032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a:extLst>
              <a:ext uri="{FF2B5EF4-FFF2-40B4-BE49-F238E27FC236}">
                <a16:creationId xmlns:a16="http://schemas.microsoft.com/office/drawing/2014/main" id="{D8F9958C-DB5F-444E-ACE8-73F5E0CA67F1}"/>
              </a:ext>
            </a:extLst>
          </p:cNvPr>
          <p:cNvSpPr>
            <a:spLocks noGrp="1"/>
          </p:cNvSpPr>
          <p:nvPr>
            <p:ph sz="quarter" idx="4"/>
          </p:nvPr>
        </p:nvSpPr>
        <p:spPr>
          <a:xfrm>
            <a:off x="6172200" y="2505075"/>
            <a:ext cx="5183188" cy="368458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a:extLst>
              <a:ext uri="{FF2B5EF4-FFF2-40B4-BE49-F238E27FC236}">
                <a16:creationId xmlns:a16="http://schemas.microsoft.com/office/drawing/2014/main" id="{11D097D1-3052-4C1F-B573-CA25FFF6CCB5}"/>
              </a:ext>
            </a:extLst>
          </p:cNvPr>
          <p:cNvSpPr>
            <a:spLocks noGrp="1"/>
          </p:cNvSpPr>
          <p:nvPr>
            <p:ph type="dt" sz="half" idx="10"/>
          </p:nvPr>
        </p:nvSpPr>
        <p:spPr/>
        <p:txBody>
          <a:bodyPr/>
          <a:lstStyle/>
          <a:p>
            <a:fld id="{C6A5CD8C-7FEF-4E71-8EB9-D3BA6E2E3E9E}" type="datetime1">
              <a:rPr lang="en-US" noProof="0" smtClean="0"/>
              <a:pPr/>
              <a:t>7/12/2024</a:t>
            </a:fld>
            <a:endParaRPr lang="en-US" noProof="0" dirty="0"/>
          </a:p>
        </p:txBody>
      </p:sp>
      <p:sp>
        <p:nvSpPr>
          <p:cNvPr id="8" name="Footer Placeholder 7">
            <a:extLst>
              <a:ext uri="{FF2B5EF4-FFF2-40B4-BE49-F238E27FC236}">
                <a16:creationId xmlns:a16="http://schemas.microsoft.com/office/drawing/2014/main" id="{F2607AC3-2220-4DDA-A22A-C404538FE48E}"/>
              </a:ext>
            </a:extLst>
          </p:cNvPr>
          <p:cNvSpPr>
            <a:spLocks noGrp="1"/>
          </p:cNvSpPr>
          <p:nvPr>
            <p:ph type="ftr" sz="quarter" idx="11"/>
          </p:nvPr>
        </p:nvSpPr>
        <p:spPr/>
        <p:txBody>
          <a:bodyPr/>
          <a:lstStyle/>
          <a:p>
            <a:endParaRPr lang="en-US" noProof="0" dirty="0"/>
          </a:p>
        </p:txBody>
      </p:sp>
      <p:sp>
        <p:nvSpPr>
          <p:cNvPr id="9" name="Slide Number Placeholder 8">
            <a:extLst>
              <a:ext uri="{FF2B5EF4-FFF2-40B4-BE49-F238E27FC236}">
                <a16:creationId xmlns:a16="http://schemas.microsoft.com/office/drawing/2014/main" id="{6FD8DEB3-F122-4B42-9E12-F61189B878B2}"/>
              </a:ext>
            </a:extLst>
          </p:cNvPr>
          <p:cNvSpPr>
            <a:spLocks noGrp="1"/>
          </p:cNvSpPr>
          <p:nvPr>
            <p:ph type="sldNum" sz="quarter" idx="12"/>
          </p:nvPr>
        </p:nvSpPr>
        <p:spPr/>
        <p:txBody>
          <a:bodyPr/>
          <a:lstStyle/>
          <a:p>
            <a:fld id="{82EE24B5-652C-4DB5-B7C3-B5BBEC1280B1}" type="slidenum">
              <a:rPr lang="en-US" noProof="0" smtClean="0"/>
              <a:pPr/>
              <a:t>‹#›</a:t>
            </a:fld>
            <a:endParaRPr lang="en-US" noProof="0" dirty="0"/>
          </a:p>
        </p:txBody>
      </p:sp>
    </p:spTree>
    <p:extLst>
      <p:ext uri="{BB962C8B-B14F-4D97-AF65-F5344CB8AC3E}">
        <p14:creationId xmlns:p14="http://schemas.microsoft.com/office/powerpoint/2010/main" val="97343496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89EF5-3FD9-4423-A9E8-B67B4E902E9B}"/>
              </a:ext>
            </a:extLst>
          </p:cNvPr>
          <p:cNvSpPr>
            <a:spLocks noGrp="1"/>
          </p:cNvSpPr>
          <p:nvPr>
            <p:ph type="title"/>
          </p:nvPr>
        </p:nvSpPr>
        <p:spPr/>
        <p:txBody>
          <a:bodyPr/>
          <a:lstStyle/>
          <a:p>
            <a:r>
              <a:rPr lang="en-US" noProof="0"/>
              <a:t>Click to edit Master title style</a:t>
            </a:r>
          </a:p>
        </p:txBody>
      </p:sp>
      <p:sp>
        <p:nvSpPr>
          <p:cNvPr id="3" name="Date Placeholder 2">
            <a:extLst>
              <a:ext uri="{FF2B5EF4-FFF2-40B4-BE49-F238E27FC236}">
                <a16:creationId xmlns:a16="http://schemas.microsoft.com/office/drawing/2014/main" id="{030D7191-31B4-440E-A4E9-F412FA55824C}"/>
              </a:ext>
            </a:extLst>
          </p:cNvPr>
          <p:cNvSpPr>
            <a:spLocks noGrp="1"/>
          </p:cNvSpPr>
          <p:nvPr>
            <p:ph type="dt" sz="half" idx="10"/>
          </p:nvPr>
        </p:nvSpPr>
        <p:spPr/>
        <p:txBody>
          <a:bodyPr/>
          <a:lstStyle/>
          <a:p>
            <a:fld id="{4BE4379E-9B58-41EA-B928-5B1C8436A60E}" type="datetime1">
              <a:rPr lang="en-US" noProof="0" smtClean="0"/>
              <a:pPr/>
              <a:t>7/12/2024</a:t>
            </a:fld>
            <a:endParaRPr lang="en-US" noProof="0" dirty="0"/>
          </a:p>
        </p:txBody>
      </p:sp>
      <p:sp>
        <p:nvSpPr>
          <p:cNvPr id="4" name="Footer Placeholder 3">
            <a:extLst>
              <a:ext uri="{FF2B5EF4-FFF2-40B4-BE49-F238E27FC236}">
                <a16:creationId xmlns:a16="http://schemas.microsoft.com/office/drawing/2014/main" id="{8EC85CB6-0880-4BF0-8E98-291E70C71377}"/>
              </a:ext>
            </a:extLst>
          </p:cNvPr>
          <p:cNvSpPr>
            <a:spLocks noGrp="1"/>
          </p:cNvSpPr>
          <p:nvPr>
            <p:ph type="ftr" sz="quarter" idx="11"/>
          </p:nvPr>
        </p:nvSpPr>
        <p:spPr/>
        <p:txBody>
          <a:bodyPr/>
          <a:lstStyle/>
          <a:p>
            <a:endParaRPr lang="en-US" noProof="0" dirty="0"/>
          </a:p>
        </p:txBody>
      </p:sp>
      <p:sp>
        <p:nvSpPr>
          <p:cNvPr id="5" name="Slide Number Placeholder 4">
            <a:extLst>
              <a:ext uri="{FF2B5EF4-FFF2-40B4-BE49-F238E27FC236}">
                <a16:creationId xmlns:a16="http://schemas.microsoft.com/office/drawing/2014/main" id="{BE4A5E74-F26F-4C7A-BED1-6EE66C0B3A54}"/>
              </a:ext>
            </a:extLst>
          </p:cNvPr>
          <p:cNvSpPr>
            <a:spLocks noGrp="1"/>
          </p:cNvSpPr>
          <p:nvPr>
            <p:ph type="sldNum" sz="quarter" idx="12"/>
          </p:nvPr>
        </p:nvSpPr>
        <p:spPr/>
        <p:txBody>
          <a:bodyPr/>
          <a:lstStyle/>
          <a:p>
            <a:fld id="{82EE24B5-652C-4DB5-B7C3-B5BBEC1280B1}" type="slidenum">
              <a:rPr lang="en-US" noProof="0" smtClean="0"/>
              <a:pPr/>
              <a:t>‹#›</a:t>
            </a:fld>
            <a:endParaRPr lang="en-US" noProof="0" dirty="0"/>
          </a:p>
        </p:txBody>
      </p:sp>
    </p:spTree>
    <p:extLst>
      <p:ext uri="{BB962C8B-B14F-4D97-AF65-F5344CB8AC3E}">
        <p14:creationId xmlns:p14="http://schemas.microsoft.com/office/powerpoint/2010/main" val="9536883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55C546-684A-45B9-8890-66DC55DF7D06}"/>
              </a:ext>
            </a:extLst>
          </p:cNvPr>
          <p:cNvSpPr>
            <a:spLocks noGrp="1"/>
          </p:cNvSpPr>
          <p:nvPr>
            <p:ph type="dt" sz="half" idx="10"/>
          </p:nvPr>
        </p:nvSpPr>
        <p:spPr/>
        <p:txBody>
          <a:bodyPr/>
          <a:lstStyle/>
          <a:p>
            <a:fld id="{40B0A371-51FE-4D99-BD87-6A650FCE519D}" type="datetime1">
              <a:rPr lang="en-US" noProof="0" smtClean="0"/>
              <a:pPr/>
              <a:t>7/12/2024</a:t>
            </a:fld>
            <a:endParaRPr lang="en-US" noProof="0" dirty="0"/>
          </a:p>
        </p:txBody>
      </p:sp>
      <p:sp>
        <p:nvSpPr>
          <p:cNvPr id="3" name="Footer Placeholder 2">
            <a:extLst>
              <a:ext uri="{FF2B5EF4-FFF2-40B4-BE49-F238E27FC236}">
                <a16:creationId xmlns:a16="http://schemas.microsoft.com/office/drawing/2014/main" id="{4543EBDF-D696-42F7-B962-56F5FEE120CC}"/>
              </a:ext>
            </a:extLst>
          </p:cNvPr>
          <p:cNvSpPr>
            <a:spLocks noGrp="1"/>
          </p:cNvSpPr>
          <p:nvPr>
            <p:ph type="ftr" sz="quarter" idx="11"/>
          </p:nvPr>
        </p:nvSpPr>
        <p:spPr/>
        <p:txBody>
          <a:bodyPr/>
          <a:lstStyle/>
          <a:p>
            <a:endParaRPr lang="en-US" noProof="0" dirty="0"/>
          </a:p>
        </p:txBody>
      </p:sp>
      <p:sp>
        <p:nvSpPr>
          <p:cNvPr id="4" name="Slide Number Placeholder 3">
            <a:extLst>
              <a:ext uri="{FF2B5EF4-FFF2-40B4-BE49-F238E27FC236}">
                <a16:creationId xmlns:a16="http://schemas.microsoft.com/office/drawing/2014/main" id="{6789D77E-1675-4F9D-9113-B274CB0E87FA}"/>
              </a:ext>
            </a:extLst>
          </p:cNvPr>
          <p:cNvSpPr>
            <a:spLocks noGrp="1"/>
          </p:cNvSpPr>
          <p:nvPr>
            <p:ph type="sldNum" sz="quarter" idx="12"/>
          </p:nvPr>
        </p:nvSpPr>
        <p:spPr/>
        <p:txBody>
          <a:bodyPr/>
          <a:lstStyle/>
          <a:p>
            <a:fld id="{82EE24B5-652C-4DB5-B7C3-B5BBEC1280B1}" type="slidenum">
              <a:rPr lang="en-US" noProof="0" smtClean="0"/>
              <a:pPr/>
              <a:t>‹#›</a:t>
            </a:fld>
            <a:endParaRPr lang="en-US" noProof="0" dirty="0"/>
          </a:p>
        </p:txBody>
      </p:sp>
    </p:spTree>
    <p:extLst>
      <p:ext uri="{BB962C8B-B14F-4D97-AF65-F5344CB8AC3E}">
        <p14:creationId xmlns:p14="http://schemas.microsoft.com/office/powerpoint/2010/main" val="35230733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E9C90-06AB-49B5-9970-F5791DE93A41}"/>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3" name="Content Placeholder 2">
            <a:extLst>
              <a:ext uri="{FF2B5EF4-FFF2-40B4-BE49-F238E27FC236}">
                <a16:creationId xmlns:a16="http://schemas.microsoft.com/office/drawing/2014/main" id="{EFFB0071-932D-4CA0-92FB-A6E75AC855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a:extLst>
              <a:ext uri="{FF2B5EF4-FFF2-40B4-BE49-F238E27FC236}">
                <a16:creationId xmlns:a16="http://schemas.microsoft.com/office/drawing/2014/main" id="{71C8D9F5-8B70-4BDD-9CB5-BBF87CF553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a:extLst>
              <a:ext uri="{FF2B5EF4-FFF2-40B4-BE49-F238E27FC236}">
                <a16:creationId xmlns:a16="http://schemas.microsoft.com/office/drawing/2014/main" id="{7989DE91-7A80-4682-9D32-2CD41DEFB7B2}"/>
              </a:ext>
            </a:extLst>
          </p:cNvPr>
          <p:cNvSpPr>
            <a:spLocks noGrp="1"/>
          </p:cNvSpPr>
          <p:nvPr>
            <p:ph type="dt" sz="half" idx="10"/>
          </p:nvPr>
        </p:nvSpPr>
        <p:spPr/>
        <p:txBody>
          <a:bodyPr/>
          <a:lstStyle/>
          <a:p>
            <a:fld id="{5FCF8CFF-A1C0-4B6C-AA8D-BE72CB14468D}" type="datetime1">
              <a:rPr lang="en-US" noProof="0" smtClean="0"/>
              <a:pPr/>
              <a:t>7/12/2024</a:t>
            </a:fld>
            <a:endParaRPr lang="en-US" noProof="0" dirty="0"/>
          </a:p>
        </p:txBody>
      </p:sp>
      <p:sp>
        <p:nvSpPr>
          <p:cNvPr id="6" name="Footer Placeholder 5">
            <a:extLst>
              <a:ext uri="{FF2B5EF4-FFF2-40B4-BE49-F238E27FC236}">
                <a16:creationId xmlns:a16="http://schemas.microsoft.com/office/drawing/2014/main" id="{7B9E2482-2E7D-4868-95A7-4A55B40FECE1}"/>
              </a:ext>
            </a:extLst>
          </p:cNvPr>
          <p:cNvSpPr>
            <a:spLocks noGrp="1"/>
          </p:cNvSpPr>
          <p:nvPr>
            <p:ph type="ftr" sz="quarter" idx="11"/>
          </p:nvPr>
        </p:nvSpPr>
        <p:spPr/>
        <p:txBody>
          <a:bodyPr/>
          <a:lstStyle/>
          <a:p>
            <a:endParaRPr lang="en-US" noProof="0" dirty="0"/>
          </a:p>
        </p:txBody>
      </p:sp>
      <p:sp>
        <p:nvSpPr>
          <p:cNvPr id="7" name="Slide Number Placeholder 6">
            <a:extLst>
              <a:ext uri="{FF2B5EF4-FFF2-40B4-BE49-F238E27FC236}">
                <a16:creationId xmlns:a16="http://schemas.microsoft.com/office/drawing/2014/main" id="{1F4E84CF-C3E5-4475-84C7-21CBAC064B74}"/>
              </a:ext>
            </a:extLst>
          </p:cNvPr>
          <p:cNvSpPr>
            <a:spLocks noGrp="1"/>
          </p:cNvSpPr>
          <p:nvPr>
            <p:ph type="sldNum" sz="quarter" idx="12"/>
          </p:nvPr>
        </p:nvSpPr>
        <p:spPr/>
        <p:txBody>
          <a:bodyPr/>
          <a:lstStyle/>
          <a:p>
            <a:fld id="{82EE24B5-652C-4DB5-B7C3-B5BBEC1280B1}" type="slidenum">
              <a:rPr lang="en-US" noProof="0" smtClean="0"/>
              <a:pPr/>
              <a:t>‹#›</a:t>
            </a:fld>
            <a:endParaRPr lang="en-US" noProof="0" dirty="0"/>
          </a:p>
        </p:txBody>
      </p:sp>
    </p:spTree>
    <p:extLst>
      <p:ext uri="{BB962C8B-B14F-4D97-AF65-F5344CB8AC3E}">
        <p14:creationId xmlns:p14="http://schemas.microsoft.com/office/powerpoint/2010/main" val="34965713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0E0AA-5363-4861-AB6B-0E4D34D74B92}"/>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3" name="Picture Placeholder 2">
            <a:extLst>
              <a:ext uri="{FF2B5EF4-FFF2-40B4-BE49-F238E27FC236}">
                <a16:creationId xmlns:a16="http://schemas.microsoft.com/office/drawing/2014/main" id="{8D44B7CE-2038-4CCA-AA8A-D03DE5FD95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4" name="Text Placeholder 3">
            <a:extLst>
              <a:ext uri="{FF2B5EF4-FFF2-40B4-BE49-F238E27FC236}">
                <a16:creationId xmlns:a16="http://schemas.microsoft.com/office/drawing/2014/main" id="{EA79774D-36EB-4201-B1AC-922DD2E066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a:extLst>
              <a:ext uri="{FF2B5EF4-FFF2-40B4-BE49-F238E27FC236}">
                <a16:creationId xmlns:a16="http://schemas.microsoft.com/office/drawing/2014/main" id="{CAD1E234-1CB2-41A0-B40D-7E7F160CBA11}"/>
              </a:ext>
            </a:extLst>
          </p:cNvPr>
          <p:cNvSpPr>
            <a:spLocks noGrp="1"/>
          </p:cNvSpPr>
          <p:nvPr>
            <p:ph type="dt" sz="half" idx="10"/>
          </p:nvPr>
        </p:nvSpPr>
        <p:spPr/>
        <p:txBody>
          <a:bodyPr/>
          <a:lstStyle/>
          <a:p>
            <a:fld id="{8C6D634D-0427-413D-A0D0-098959D06FEF}" type="datetime1">
              <a:rPr lang="en-US" noProof="0" smtClean="0"/>
              <a:pPr/>
              <a:t>7/12/2024</a:t>
            </a:fld>
            <a:endParaRPr lang="en-US" noProof="0" dirty="0"/>
          </a:p>
        </p:txBody>
      </p:sp>
      <p:sp>
        <p:nvSpPr>
          <p:cNvPr id="6" name="Footer Placeholder 5">
            <a:extLst>
              <a:ext uri="{FF2B5EF4-FFF2-40B4-BE49-F238E27FC236}">
                <a16:creationId xmlns:a16="http://schemas.microsoft.com/office/drawing/2014/main" id="{99FD472E-6334-4051-B4D9-6361A819F792}"/>
              </a:ext>
            </a:extLst>
          </p:cNvPr>
          <p:cNvSpPr>
            <a:spLocks noGrp="1"/>
          </p:cNvSpPr>
          <p:nvPr>
            <p:ph type="ftr" sz="quarter" idx="11"/>
          </p:nvPr>
        </p:nvSpPr>
        <p:spPr/>
        <p:txBody>
          <a:bodyPr/>
          <a:lstStyle/>
          <a:p>
            <a:endParaRPr lang="en-US" noProof="0" dirty="0"/>
          </a:p>
        </p:txBody>
      </p:sp>
      <p:sp>
        <p:nvSpPr>
          <p:cNvPr id="7" name="Slide Number Placeholder 6">
            <a:extLst>
              <a:ext uri="{FF2B5EF4-FFF2-40B4-BE49-F238E27FC236}">
                <a16:creationId xmlns:a16="http://schemas.microsoft.com/office/drawing/2014/main" id="{192384B9-6290-4070-B7D1-A105B27F0CB0}"/>
              </a:ext>
            </a:extLst>
          </p:cNvPr>
          <p:cNvSpPr>
            <a:spLocks noGrp="1"/>
          </p:cNvSpPr>
          <p:nvPr>
            <p:ph type="sldNum" sz="quarter" idx="12"/>
          </p:nvPr>
        </p:nvSpPr>
        <p:spPr/>
        <p:txBody>
          <a:bodyPr/>
          <a:lstStyle/>
          <a:p>
            <a:fld id="{82EE24B5-652C-4DB5-B7C3-B5BBEC1280B1}" type="slidenum">
              <a:rPr lang="en-US" noProof="0" smtClean="0"/>
              <a:pPr/>
              <a:t>‹#›</a:t>
            </a:fld>
            <a:endParaRPr lang="en-US" noProof="0" dirty="0"/>
          </a:p>
        </p:txBody>
      </p:sp>
    </p:spTree>
    <p:extLst>
      <p:ext uri="{BB962C8B-B14F-4D97-AF65-F5344CB8AC3E}">
        <p14:creationId xmlns:p14="http://schemas.microsoft.com/office/powerpoint/2010/main" val="38591326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wo Horisontal Content">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E4FD2CFF-0F3D-42BB-BBFF-903727B32640}"/>
              </a:ext>
            </a:extLst>
          </p:cNvPr>
          <p:cNvSpPr/>
          <p:nvPr userDrawn="1"/>
        </p:nvSpPr>
        <p:spPr>
          <a:xfrm>
            <a:off x="0" y="1562188"/>
            <a:ext cx="11269980" cy="2359660"/>
          </a:xfrm>
          <a:custGeom>
            <a:avLst/>
            <a:gdLst/>
            <a:ahLst/>
            <a:cxnLst/>
            <a:rect l="l" t="t" r="r" b="b"/>
            <a:pathLst>
              <a:path w="11269980" h="2359660">
                <a:moveTo>
                  <a:pt x="0" y="2359152"/>
                </a:moveTo>
                <a:lnTo>
                  <a:pt x="11269980" y="2359152"/>
                </a:lnTo>
                <a:lnTo>
                  <a:pt x="11269980" y="0"/>
                </a:lnTo>
                <a:lnTo>
                  <a:pt x="0" y="0"/>
                </a:lnTo>
                <a:lnTo>
                  <a:pt x="0" y="2359152"/>
                </a:lnTo>
                <a:close/>
              </a:path>
            </a:pathLst>
          </a:custGeom>
          <a:solidFill>
            <a:schemeClr val="accent2"/>
          </a:solidFill>
        </p:spPr>
        <p:txBody>
          <a:bodyPr wrap="square" lIns="0" tIns="0" rIns="0" bIns="0" rtlCol="0"/>
          <a:lstStyle/>
          <a:p>
            <a:endParaRPr lang="en-US" noProof="0" dirty="0"/>
          </a:p>
        </p:txBody>
      </p:sp>
      <p:sp>
        <p:nvSpPr>
          <p:cNvPr id="7" name="Slide Number Placeholder 6">
            <a:extLst>
              <a:ext uri="{FF2B5EF4-FFF2-40B4-BE49-F238E27FC236}">
                <a16:creationId xmlns:a16="http://schemas.microsoft.com/office/drawing/2014/main" id="{4E60EB58-EF7E-435A-8B07-B5BCF3AF119F}"/>
              </a:ext>
            </a:extLst>
          </p:cNvPr>
          <p:cNvSpPr>
            <a:spLocks noGrp="1"/>
          </p:cNvSpPr>
          <p:nvPr>
            <p:ph type="sldNum" sz="quarter" idx="12"/>
          </p:nvPr>
        </p:nvSpPr>
        <p:spPr/>
        <p:txBody>
          <a:bodyPr/>
          <a:lstStyle/>
          <a:p>
            <a:fld id="{82EE24B5-652C-4DB5-B7C3-B5BBEC1280B1}" type="slidenum">
              <a:rPr lang="en-US" noProof="0" smtClean="0"/>
              <a:pPr/>
              <a:t>‹#›</a:t>
            </a:fld>
            <a:endParaRPr lang="en-US" noProof="0" dirty="0"/>
          </a:p>
        </p:txBody>
      </p:sp>
      <p:sp>
        <p:nvSpPr>
          <p:cNvPr id="2" name="Title 1">
            <a:extLst>
              <a:ext uri="{FF2B5EF4-FFF2-40B4-BE49-F238E27FC236}">
                <a16:creationId xmlns:a16="http://schemas.microsoft.com/office/drawing/2014/main" id="{E7F76098-6FA1-470A-BEF4-E4B0AC75E8FE}"/>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4B647ABC-6745-43B6-8A64-6E191BD65CA2}"/>
              </a:ext>
            </a:extLst>
          </p:cNvPr>
          <p:cNvSpPr>
            <a:spLocks noGrp="1"/>
          </p:cNvSpPr>
          <p:nvPr>
            <p:ph sz="half" idx="1"/>
          </p:nvPr>
        </p:nvSpPr>
        <p:spPr>
          <a:xfrm>
            <a:off x="838200" y="4133087"/>
            <a:ext cx="10431780" cy="204387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a:extLst>
              <a:ext uri="{FF2B5EF4-FFF2-40B4-BE49-F238E27FC236}">
                <a16:creationId xmlns:a16="http://schemas.microsoft.com/office/drawing/2014/main" id="{47F57DE0-C032-4FCC-9006-09C2C328A665}"/>
              </a:ext>
            </a:extLst>
          </p:cNvPr>
          <p:cNvSpPr>
            <a:spLocks noGrp="1"/>
          </p:cNvSpPr>
          <p:nvPr>
            <p:ph type="dt" sz="half" idx="10"/>
          </p:nvPr>
        </p:nvSpPr>
        <p:spPr/>
        <p:txBody>
          <a:bodyPr/>
          <a:lstStyle/>
          <a:p>
            <a:fld id="{397CD216-73DE-4B96-8E1B-BB64D86142BB}" type="datetime1">
              <a:rPr lang="en-US" noProof="0" smtClean="0"/>
              <a:pPr/>
              <a:t>7/12/2024</a:t>
            </a:fld>
            <a:endParaRPr lang="en-US" noProof="0" dirty="0"/>
          </a:p>
        </p:txBody>
      </p:sp>
      <p:sp>
        <p:nvSpPr>
          <p:cNvPr id="6" name="Footer Placeholder 5">
            <a:extLst>
              <a:ext uri="{FF2B5EF4-FFF2-40B4-BE49-F238E27FC236}">
                <a16:creationId xmlns:a16="http://schemas.microsoft.com/office/drawing/2014/main" id="{90C776CB-2819-4488-9012-A6EA22079A47}"/>
              </a:ext>
            </a:extLst>
          </p:cNvPr>
          <p:cNvSpPr>
            <a:spLocks noGrp="1"/>
          </p:cNvSpPr>
          <p:nvPr>
            <p:ph type="ftr" sz="quarter" idx="11"/>
          </p:nvPr>
        </p:nvSpPr>
        <p:spPr/>
        <p:txBody>
          <a:bodyPr/>
          <a:lstStyle/>
          <a:p>
            <a:endParaRPr lang="en-US" noProof="0" dirty="0"/>
          </a:p>
        </p:txBody>
      </p:sp>
      <p:sp>
        <p:nvSpPr>
          <p:cNvPr id="9" name="Content Placeholder 3">
            <a:extLst>
              <a:ext uri="{FF2B5EF4-FFF2-40B4-BE49-F238E27FC236}">
                <a16:creationId xmlns:a16="http://schemas.microsoft.com/office/drawing/2014/main" id="{C1B0D46C-2987-401A-A0C4-CFB6F73E9D23}"/>
              </a:ext>
            </a:extLst>
          </p:cNvPr>
          <p:cNvSpPr>
            <a:spLocks noGrp="1"/>
          </p:cNvSpPr>
          <p:nvPr>
            <p:ph sz="half" idx="13"/>
          </p:nvPr>
        </p:nvSpPr>
        <p:spPr>
          <a:xfrm>
            <a:off x="844296" y="1788579"/>
            <a:ext cx="10425684" cy="190687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7490302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Six Conten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202246-9B90-4CE1-AAF1-3328E51AE0A5}"/>
              </a:ext>
            </a:extLst>
          </p:cNvPr>
          <p:cNvSpPr>
            <a:spLocks noGrp="1"/>
          </p:cNvSpPr>
          <p:nvPr>
            <p:ph type="pic" sz="quarter" idx="13"/>
          </p:nvPr>
        </p:nvSpPr>
        <p:spPr>
          <a:xfrm>
            <a:off x="0" y="0"/>
            <a:ext cx="12192000" cy="6858000"/>
          </a:xfrm>
        </p:spPr>
        <p:txBody>
          <a:bodyPr/>
          <a:lstStyle>
            <a:lvl1pPr marL="0" indent="0" algn="ctr">
              <a:buNone/>
              <a:defRPr/>
            </a:lvl1pPr>
          </a:lstStyle>
          <a:p>
            <a:r>
              <a:rPr lang="en-US" noProof="0"/>
              <a:t>Click icon to add picture</a:t>
            </a:r>
            <a:endParaRPr lang="en-US" noProof="0" dirty="0"/>
          </a:p>
        </p:txBody>
      </p:sp>
      <p:sp>
        <p:nvSpPr>
          <p:cNvPr id="18" name="Content Placeholder 2">
            <a:extLst>
              <a:ext uri="{FF2B5EF4-FFF2-40B4-BE49-F238E27FC236}">
                <a16:creationId xmlns:a16="http://schemas.microsoft.com/office/drawing/2014/main" id="{843DF42B-5E6A-409A-A205-0B59AE5FBD98}"/>
              </a:ext>
            </a:extLst>
          </p:cNvPr>
          <p:cNvSpPr>
            <a:spLocks noGrp="1"/>
          </p:cNvSpPr>
          <p:nvPr>
            <p:ph sz="half" idx="15"/>
          </p:nvPr>
        </p:nvSpPr>
        <p:spPr>
          <a:xfrm>
            <a:off x="8530301" y="1690689"/>
            <a:ext cx="3148965" cy="1922438"/>
          </a:xfrm>
        </p:spPr>
        <p:txBody>
          <a:bodyPr>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Content Placeholder 2">
            <a:extLst>
              <a:ext uri="{FF2B5EF4-FFF2-40B4-BE49-F238E27FC236}">
                <a16:creationId xmlns:a16="http://schemas.microsoft.com/office/drawing/2014/main" id="{9C7A202D-9C81-48E9-AC0B-E4DDE20AE14F}"/>
              </a:ext>
            </a:extLst>
          </p:cNvPr>
          <p:cNvSpPr>
            <a:spLocks noGrp="1"/>
          </p:cNvSpPr>
          <p:nvPr>
            <p:ph sz="half" idx="14"/>
          </p:nvPr>
        </p:nvSpPr>
        <p:spPr>
          <a:xfrm>
            <a:off x="4888689" y="1702826"/>
            <a:ext cx="3148965" cy="1922438"/>
          </a:xfrm>
        </p:spPr>
        <p:txBody>
          <a:bodyPr>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6">
            <a:extLst>
              <a:ext uri="{FF2B5EF4-FFF2-40B4-BE49-F238E27FC236}">
                <a16:creationId xmlns:a16="http://schemas.microsoft.com/office/drawing/2014/main" id="{4E60EB58-EF7E-435A-8B07-B5BCF3AF119F}"/>
              </a:ext>
            </a:extLst>
          </p:cNvPr>
          <p:cNvSpPr>
            <a:spLocks noGrp="1"/>
          </p:cNvSpPr>
          <p:nvPr>
            <p:ph type="sldNum" sz="quarter" idx="12"/>
          </p:nvPr>
        </p:nvSpPr>
        <p:spPr/>
        <p:txBody>
          <a:bodyPr/>
          <a:lstStyle/>
          <a:p>
            <a:fld id="{82EE24B5-652C-4DB5-B7C3-B5BBEC1280B1}" type="slidenum">
              <a:rPr lang="en-US" noProof="0" smtClean="0"/>
              <a:pPr/>
              <a:t>‹#›</a:t>
            </a:fld>
            <a:endParaRPr lang="en-US" noProof="0" dirty="0"/>
          </a:p>
        </p:txBody>
      </p:sp>
      <p:sp>
        <p:nvSpPr>
          <p:cNvPr id="2" name="Title 1">
            <a:extLst>
              <a:ext uri="{FF2B5EF4-FFF2-40B4-BE49-F238E27FC236}">
                <a16:creationId xmlns:a16="http://schemas.microsoft.com/office/drawing/2014/main" id="{E7F76098-6FA1-470A-BEF4-E4B0AC75E8F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3" name="Content Placeholder 2">
            <a:extLst>
              <a:ext uri="{FF2B5EF4-FFF2-40B4-BE49-F238E27FC236}">
                <a16:creationId xmlns:a16="http://schemas.microsoft.com/office/drawing/2014/main" id="{4B647ABC-6745-43B6-8A64-6E191BD65CA2}"/>
              </a:ext>
            </a:extLst>
          </p:cNvPr>
          <p:cNvSpPr>
            <a:spLocks noGrp="1"/>
          </p:cNvSpPr>
          <p:nvPr>
            <p:ph sz="half" idx="1"/>
          </p:nvPr>
        </p:nvSpPr>
        <p:spPr>
          <a:xfrm>
            <a:off x="1337076" y="1702826"/>
            <a:ext cx="3148965" cy="1922438"/>
          </a:xfrm>
        </p:spPr>
        <p:txBody>
          <a:bodyPr>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a:extLst>
              <a:ext uri="{FF2B5EF4-FFF2-40B4-BE49-F238E27FC236}">
                <a16:creationId xmlns:a16="http://schemas.microsoft.com/office/drawing/2014/main" id="{47F57DE0-C032-4FCC-9006-09C2C328A665}"/>
              </a:ext>
            </a:extLst>
          </p:cNvPr>
          <p:cNvSpPr>
            <a:spLocks noGrp="1"/>
          </p:cNvSpPr>
          <p:nvPr>
            <p:ph type="dt" sz="half" idx="10"/>
          </p:nvPr>
        </p:nvSpPr>
        <p:spPr/>
        <p:txBody>
          <a:bodyPr/>
          <a:lstStyle/>
          <a:p>
            <a:fld id="{397CD216-73DE-4B96-8E1B-BB64D86142BB}" type="datetime1">
              <a:rPr lang="en-US" noProof="0" smtClean="0"/>
              <a:pPr/>
              <a:t>7/12/2024</a:t>
            </a:fld>
            <a:endParaRPr lang="en-US" noProof="0" dirty="0"/>
          </a:p>
        </p:txBody>
      </p:sp>
      <p:sp>
        <p:nvSpPr>
          <p:cNvPr id="6" name="Footer Placeholder 5">
            <a:extLst>
              <a:ext uri="{FF2B5EF4-FFF2-40B4-BE49-F238E27FC236}">
                <a16:creationId xmlns:a16="http://schemas.microsoft.com/office/drawing/2014/main" id="{90C776CB-2819-4488-9012-A6EA22079A47}"/>
              </a:ext>
            </a:extLst>
          </p:cNvPr>
          <p:cNvSpPr>
            <a:spLocks noGrp="1"/>
          </p:cNvSpPr>
          <p:nvPr>
            <p:ph type="ftr" sz="quarter" idx="11"/>
          </p:nvPr>
        </p:nvSpPr>
        <p:spPr/>
        <p:txBody>
          <a:bodyPr/>
          <a:lstStyle/>
          <a:p>
            <a:endParaRPr lang="en-US" noProof="0" dirty="0"/>
          </a:p>
        </p:txBody>
      </p:sp>
      <p:sp>
        <p:nvSpPr>
          <p:cNvPr id="25" name="Content Placeholder 2">
            <a:extLst>
              <a:ext uri="{FF2B5EF4-FFF2-40B4-BE49-F238E27FC236}">
                <a16:creationId xmlns:a16="http://schemas.microsoft.com/office/drawing/2014/main" id="{70506441-775A-4D93-ADE3-695C86D6699F}"/>
              </a:ext>
            </a:extLst>
          </p:cNvPr>
          <p:cNvSpPr>
            <a:spLocks noGrp="1"/>
          </p:cNvSpPr>
          <p:nvPr>
            <p:ph sz="half" idx="16"/>
          </p:nvPr>
        </p:nvSpPr>
        <p:spPr>
          <a:xfrm>
            <a:off x="8530301" y="3849456"/>
            <a:ext cx="3148965" cy="1922438"/>
          </a:xfrm>
        </p:spPr>
        <p:txBody>
          <a:bodyPr>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6" name="Content Placeholder 2">
            <a:extLst>
              <a:ext uri="{FF2B5EF4-FFF2-40B4-BE49-F238E27FC236}">
                <a16:creationId xmlns:a16="http://schemas.microsoft.com/office/drawing/2014/main" id="{FA00A08C-FA2D-44B5-9451-63F193A3E7B3}"/>
              </a:ext>
            </a:extLst>
          </p:cNvPr>
          <p:cNvSpPr>
            <a:spLocks noGrp="1"/>
          </p:cNvSpPr>
          <p:nvPr>
            <p:ph sz="half" idx="17"/>
          </p:nvPr>
        </p:nvSpPr>
        <p:spPr>
          <a:xfrm>
            <a:off x="4888689" y="3849456"/>
            <a:ext cx="3148965" cy="1922438"/>
          </a:xfrm>
        </p:spPr>
        <p:txBody>
          <a:bodyPr>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 name="Content Placeholder 2">
            <a:extLst>
              <a:ext uri="{FF2B5EF4-FFF2-40B4-BE49-F238E27FC236}">
                <a16:creationId xmlns:a16="http://schemas.microsoft.com/office/drawing/2014/main" id="{6A8F9540-8D26-4ADA-88E6-B9A742232C2D}"/>
              </a:ext>
            </a:extLst>
          </p:cNvPr>
          <p:cNvSpPr>
            <a:spLocks noGrp="1"/>
          </p:cNvSpPr>
          <p:nvPr>
            <p:ph sz="half" idx="18"/>
          </p:nvPr>
        </p:nvSpPr>
        <p:spPr>
          <a:xfrm>
            <a:off x="1337076" y="3849456"/>
            <a:ext cx="3148965" cy="1922438"/>
          </a:xfrm>
        </p:spPr>
        <p:txBody>
          <a:bodyPr>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 name="Picture Placeholder 28">
            <a:extLst>
              <a:ext uri="{FF2B5EF4-FFF2-40B4-BE49-F238E27FC236}">
                <a16:creationId xmlns:a16="http://schemas.microsoft.com/office/drawing/2014/main" id="{3D7801BA-80A8-4F2C-90C8-155E6210A852}"/>
              </a:ext>
            </a:extLst>
          </p:cNvPr>
          <p:cNvSpPr>
            <a:spLocks noGrp="1"/>
          </p:cNvSpPr>
          <p:nvPr>
            <p:ph type="pic" sz="quarter" idx="19"/>
          </p:nvPr>
        </p:nvSpPr>
        <p:spPr>
          <a:xfrm>
            <a:off x="947634" y="1679576"/>
            <a:ext cx="376237" cy="376237"/>
          </a:xfrm>
        </p:spPr>
        <p:txBody>
          <a:bodyPr>
            <a:normAutofit/>
          </a:bodyPr>
          <a:lstStyle>
            <a:lvl1pPr marL="0" indent="0" algn="ctr">
              <a:buNone/>
              <a:defRPr sz="400"/>
            </a:lvl1pPr>
          </a:lstStyle>
          <a:p>
            <a:r>
              <a:rPr lang="en-US" noProof="0"/>
              <a:t>Click icon to add picture</a:t>
            </a:r>
            <a:endParaRPr lang="en-US" noProof="0" dirty="0"/>
          </a:p>
        </p:txBody>
      </p:sp>
      <p:sp>
        <p:nvSpPr>
          <p:cNvPr id="30" name="Picture Placeholder 28">
            <a:extLst>
              <a:ext uri="{FF2B5EF4-FFF2-40B4-BE49-F238E27FC236}">
                <a16:creationId xmlns:a16="http://schemas.microsoft.com/office/drawing/2014/main" id="{99C7ED62-8CE2-417B-9E03-DB47D419110B}"/>
              </a:ext>
            </a:extLst>
          </p:cNvPr>
          <p:cNvSpPr>
            <a:spLocks noGrp="1"/>
          </p:cNvSpPr>
          <p:nvPr>
            <p:ph type="pic" sz="quarter" idx="20"/>
          </p:nvPr>
        </p:nvSpPr>
        <p:spPr>
          <a:xfrm>
            <a:off x="4499246" y="1679576"/>
            <a:ext cx="376237" cy="376237"/>
          </a:xfrm>
        </p:spPr>
        <p:txBody>
          <a:bodyPr>
            <a:normAutofit/>
          </a:bodyPr>
          <a:lstStyle>
            <a:lvl1pPr marL="0" indent="0" algn="ctr">
              <a:buNone/>
              <a:defRPr sz="400"/>
            </a:lvl1pPr>
          </a:lstStyle>
          <a:p>
            <a:r>
              <a:rPr lang="en-US" noProof="0"/>
              <a:t>Click icon to add picture</a:t>
            </a:r>
            <a:endParaRPr lang="en-US" noProof="0" dirty="0"/>
          </a:p>
        </p:txBody>
      </p:sp>
      <p:sp>
        <p:nvSpPr>
          <p:cNvPr id="31" name="Picture Placeholder 28">
            <a:extLst>
              <a:ext uri="{FF2B5EF4-FFF2-40B4-BE49-F238E27FC236}">
                <a16:creationId xmlns:a16="http://schemas.microsoft.com/office/drawing/2014/main" id="{96383197-4013-4D5E-BF47-64BD2386A4D6}"/>
              </a:ext>
            </a:extLst>
          </p:cNvPr>
          <p:cNvSpPr>
            <a:spLocks noGrp="1"/>
          </p:cNvSpPr>
          <p:nvPr>
            <p:ph type="pic" sz="quarter" idx="21"/>
          </p:nvPr>
        </p:nvSpPr>
        <p:spPr>
          <a:xfrm>
            <a:off x="8126282" y="1679576"/>
            <a:ext cx="376237" cy="376237"/>
          </a:xfrm>
        </p:spPr>
        <p:txBody>
          <a:bodyPr>
            <a:normAutofit/>
          </a:bodyPr>
          <a:lstStyle>
            <a:lvl1pPr marL="0" indent="0" algn="ctr">
              <a:buNone/>
              <a:defRPr sz="400"/>
            </a:lvl1pPr>
          </a:lstStyle>
          <a:p>
            <a:r>
              <a:rPr lang="en-US" noProof="0"/>
              <a:t>Click icon to add picture</a:t>
            </a:r>
            <a:endParaRPr lang="en-US" noProof="0" dirty="0"/>
          </a:p>
        </p:txBody>
      </p:sp>
      <p:sp>
        <p:nvSpPr>
          <p:cNvPr id="32" name="Picture Placeholder 28">
            <a:extLst>
              <a:ext uri="{FF2B5EF4-FFF2-40B4-BE49-F238E27FC236}">
                <a16:creationId xmlns:a16="http://schemas.microsoft.com/office/drawing/2014/main" id="{B2568099-B430-4F70-A248-1840860FFEED}"/>
              </a:ext>
            </a:extLst>
          </p:cNvPr>
          <p:cNvSpPr>
            <a:spLocks noGrp="1"/>
          </p:cNvSpPr>
          <p:nvPr>
            <p:ph type="pic" sz="quarter" idx="22"/>
          </p:nvPr>
        </p:nvSpPr>
        <p:spPr>
          <a:xfrm>
            <a:off x="947634" y="3792079"/>
            <a:ext cx="376237" cy="376237"/>
          </a:xfrm>
        </p:spPr>
        <p:txBody>
          <a:bodyPr>
            <a:normAutofit/>
          </a:bodyPr>
          <a:lstStyle>
            <a:lvl1pPr marL="0" indent="0" algn="ctr">
              <a:buNone/>
              <a:defRPr sz="400"/>
            </a:lvl1pPr>
          </a:lstStyle>
          <a:p>
            <a:r>
              <a:rPr lang="en-US" noProof="0"/>
              <a:t>Click icon to add picture</a:t>
            </a:r>
            <a:endParaRPr lang="en-US" noProof="0" dirty="0"/>
          </a:p>
        </p:txBody>
      </p:sp>
      <p:sp>
        <p:nvSpPr>
          <p:cNvPr id="33" name="Picture Placeholder 28">
            <a:extLst>
              <a:ext uri="{FF2B5EF4-FFF2-40B4-BE49-F238E27FC236}">
                <a16:creationId xmlns:a16="http://schemas.microsoft.com/office/drawing/2014/main" id="{82A0F640-3653-4074-BEAA-B09FF6E0B391}"/>
              </a:ext>
            </a:extLst>
          </p:cNvPr>
          <p:cNvSpPr>
            <a:spLocks noGrp="1"/>
          </p:cNvSpPr>
          <p:nvPr>
            <p:ph type="pic" sz="quarter" idx="23"/>
          </p:nvPr>
        </p:nvSpPr>
        <p:spPr>
          <a:xfrm>
            <a:off x="4499246" y="3792079"/>
            <a:ext cx="376237" cy="376237"/>
          </a:xfrm>
        </p:spPr>
        <p:txBody>
          <a:bodyPr>
            <a:normAutofit/>
          </a:bodyPr>
          <a:lstStyle>
            <a:lvl1pPr marL="0" indent="0" algn="ctr">
              <a:buNone/>
              <a:defRPr sz="400"/>
            </a:lvl1pPr>
          </a:lstStyle>
          <a:p>
            <a:r>
              <a:rPr lang="en-US" noProof="0"/>
              <a:t>Click icon to add picture</a:t>
            </a:r>
            <a:endParaRPr lang="en-US" noProof="0" dirty="0"/>
          </a:p>
        </p:txBody>
      </p:sp>
      <p:sp>
        <p:nvSpPr>
          <p:cNvPr id="34" name="Picture Placeholder 28">
            <a:extLst>
              <a:ext uri="{FF2B5EF4-FFF2-40B4-BE49-F238E27FC236}">
                <a16:creationId xmlns:a16="http://schemas.microsoft.com/office/drawing/2014/main" id="{1723BD4F-261F-418F-B763-09039D2CA7B6}"/>
              </a:ext>
            </a:extLst>
          </p:cNvPr>
          <p:cNvSpPr>
            <a:spLocks noGrp="1"/>
          </p:cNvSpPr>
          <p:nvPr>
            <p:ph type="pic" sz="quarter" idx="24"/>
          </p:nvPr>
        </p:nvSpPr>
        <p:spPr>
          <a:xfrm>
            <a:off x="8126282" y="3792079"/>
            <a:ext cx="376237" cy="376237"/>
          </a:xfrm>
        </p:spPr>
        <p:txBody>
          <a:bodyPr>
            <a:normAutofit/>
          </a:bodyPr>
          <a:lstStyle>
            <a:lvl1pPr marL="0" indent="0" algn="ctr">
              <a:buNone/>
              <a:defRPr sz="400"/>
            </a:lvl1pPr>
          </a:lstStyle>
          <a:p>
            <a:r>
              <a:rPr lang="en-US" noProof="0"/>
              <a:t>Click icon to add picture</a:t>
            </a:r>
            <a:endParaRPr lang="en-US" noProof="0" dirty="0"/>
          </a:p>
        </p:txBody>
      </p:sp>
    </p:spTree>
    <p:extLst>
      <p:ext uri="{BB962C8B-B14F-4D97-AF65-F5344CB8AC3E}">
        <p14:creationId xmlns:p14="http://schemas.microsoft.com/office/powerpoint/2010/main" val="8376348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Comparison with picture">
    <p:spTree>
      <p:nvGrpSpPr>
        <p:cNvPr id="1" name=""/>
        <p:cNvGrpSpPr/>
        <p:nvPr/>
      </p:nvGrpSpPr>
      <p:grpSpPr>
        <a:xfrm>
          <a:off x="0" y="0"/>
          <a:ext cx="0" cy="0"/>
          <a:chOff x="0" y="0"/>
          <a:chExt cx="0" cy="0"/>
        </a:xfrm>
      </p:grpSpPr>
      <p:sp>
        <p:nvSpPr>
          <p:cNvPr id="14" name="Picture Placeholder 12">
            <a:extLst>
              <a:ext uri="{FF2B5EF4-FFF2-40B4-BE49-F238E27FC236}">
                <a16:creationId xmlns:a16="http://schemas.microsoft.com/office/drawing/2014/main" id="{B74348DE-EC54-4C62-948C-0B2BF9045578}"/>
              </a:ext>
            </a:extLst>
          </p:cNvPr>
          <p:cNvSpPr>
            <a:spLocks noGrp="1"/>
          </p:cNvSpPr>
          <p:nvPr>
            <p:ph type="pic" sz="quarter" idx="13"/>
          </p:nvPr>
        </p:nvSpPr>
        <p:spPr>
          <a:xfrm>
            <a:off x="0" y="3115389"/>
            <a:ext cx="12188825" cy="3742611"/>
          </a:xfrm>
        </p:spPr>
        <p:txBody>
          <a:bodyPr/>
          <a:lstStyle>
            <a:lvl1pPr marL="0" indent="0" algn="ctr">
              <a:buNone/>
              <a:defRPr/>
            </a:lvl1pPr>
          </a:lstStyle>
          <a:p>
            <a:r>
              <a:rPr lang="en-US" noProof="0"/>
              <a:t>Click icon to add picture</a:t>
            </a:r>
            <a:endParaRPr lang="en-US" noProof="0" dirty="0"/>
          </a:p>
        </p:txBody>
      </p:sp>
      <p:sp>
        <p:nvSpPr>
          <p:cNvPr id="10" name="object 3">
            <a:extLst>
              <a:ext uri="{FF2B5EF4-FFF2-40B4-BE49-F238E27FC236}">
                <a16:creationId xmlns:a16="http://schemas.microsoft.com/office/drawing/2014/main" id="{2A53E879-94A1-4659-9069-ED0D6F03014D}"/>
              </a:ext>
            </a:extLst>
          </p:cNvPr>
          <p:cNvSpPr/>
          <p:nvPr userDrawn="1"/>
        </p:nvSpPr>
        <p:spPr>
          <a:xfrm>
            <a:off x="2400" y="1999821"/>
            <a:ext cx="12189600" cy="1115568"/>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accent2"/>
          </a:solidFill>
        </p:spPr>
        <p:txBody>
          <a:bodyPr wrap="square" lIns="0" tIns="0" rIns="0" bIns="0" rtlCol="0"/>
          <a:lstStyle/>
          <a:p>
            <a:endParaRPr lang="en-US" noProof="0" dirty="0"/>
          </a:p>
        </p:txBody>
      </p:sp>
      <p:sp>
        <p:nvSpPr>
          <p:cNvPr id="2" name="Title 1">
            <a:extLst>
              <a:ext uri="{FF2B5EF4-FFF2-40B4-BE49-F238E27FC236}">
                <a16:creationId xmlns:a16="http://schemas.microsoft.com/office/drawing/2014/main" id="{0EF43C73-1D0F-45F9-A7E4-E9D24EAFDE3D}"/>
              </a:ext>
            </a:extLst>
          </p:cNvPr>
          <p:cNvSpPr>
            <a:spLocks noGrp="1"/>
          </p:cNvSpPr>
          <p:nvPr>
            <p:ph type="title"/>
          </p:nvPr>
        </p:nvSpPr>
        <p:spPr>
          <a:xfrm>
            <a:off x="839788" y="365125"/>
            <a:ext cx="10515600" cy="1325563"/>
          </a:xfrm>
        </p:spPr>
        <p:txBody>
          <a:bodyPr/>
          <a:lstStyle/>
          <a:p>
            <a:r>
              <a:rPr lang="en-US" noProof="0"/>
              <a:t>Click to edit Master title style</a:t>
            </a:r>
          </a:p>
        </p:txBody>
      </p:sp>
      <p:sp>
        <p:nvSpPr>
          <p:cNvPr id="3" name="Text Placeholder 2">
            <a:extLst>
              <a:ext uri="{FF2B5EF4-FFF2-40B4-BE49-F238E27FC236}">
                <a16:creationId xmlns:a16="http://schemas.microsoft.com/office/drawing/2014/main" id="{D3B88E76-F6AB-4621-A9A6-20A81C5A3F91}"/>
              </a:ext>
            </a:extLst>
          </p:cNvPr>
          <p:cNvSpPr>
            <a:spLocks noGrp="1"/>
          </p:cNvSpPr>
          <p:nvPr>
            <p:ph type="body" idx="1"/>
          </p:nvPr>
        </p:nvSpPr>
        <p:spPr>
          <a:xfrm>
            <a:off x="839788" y="1985963"/>
            <a:ext cx="5157787" cy="823912"/>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a:extLst>
              <a:ext uri="{FF2B5EF4-FFF2-40B4-BE49-F238E27FC236}">
                <a16:creationId xmlns:a16="http://schemas.microsoft.com/office/drawing/2014/main" id="{6A313FB9-6D6C-4F61-9E7A-76E686D06C25}"/>
              </a:ext>
            </a:extLst>
          </p:cNvPr>
          <p:cNvSpPr>
            <a:spLocks noGrp="1"/>
          </p:cNvSpPr>
          <p:nvPr>
            <p:ph sz="half" idx="2"/>
          </p:nvPr>
        </p:nvSpPr>
        <p:spPr>
          <a:xfrm>
            <a:off x="839788" y="3434047"/>
            <a:ext cx="5157787" cy="2755616"/>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2A93A737-E48B-4909-BE04-F55B58103257}"/>
              </a:ext>
            </a:extLst>
          </p:cNvPr>
          <p:cNvSpPr>
            <a:spLocks noGrp="1"/>
          </p:cNvSpPr>
          <p:nvPr>
            <p:ph type="body" sz="quarter" idx="3"/>
          </p:nvPr>
        </p:nvSpPr>
        <p:spPr>
          <a:xfrm>
            <a:off x="6172200" y="1985963"/>
            <a:ext cx="5183188" cy="823912"/>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a:extLst>
              <a:ext uri="{FF2B5EF4-FFF2-40B4-BE49-F238E27FC236}">
                <a16:creationId xmlns:a16="http://schemas.microsoft.com/office/drawing/2014/main" id="{D8F9958C-DB5F-444E-ACE8-73F5E0CA67F1}"/>
              </a:ext>
            </a:extLst>
          </p:cNvPr>
          <p:cNvSpPr>
            <a:spLocks noGrp="1"/>
          </p:cNvSpPr>
          <p:nvPr>
            <p:ph sz="quarter" idx="4"/>
          </p:nvPr>
        </p:nvSpPr>
        <p:spPr>
          <a:xfrm>
            <a:off x="6172200" y="3434047"/>
            <a:ext cx="5183188" cy="2755616"/>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a:extLst>
              <a:ext uri="{FF2B5EF4-FFF2-40B4-BE49-F238E27FC236}">
                <a16:creationId xmlns:a16="http://schemas.microsoft.com/office/drawing/2014/main" id="{11D097D1-3052-4C1F-B573-CA25FFF6CCB5}"/>
              </a:ext>
            </a:extLst>
          </p:cNvPr>
          <p:cNvSpPr>
            <a:spLocks noGrp="1"/>
          </p:cNvSpPr>
          <p:nvPr>
            <p:ph type="dt" sz="half" idx="10"/>
          </p:nvPr>
        </p:nvSpPr>
        <p:spPr/>
        <p:txBody>
          <a:bodyPr/>
          <a:lstStyle/>
          <a:p>
            <a:fld id="{C6A5CD8C-7FEF-4E71-8EB9-D3BA6E2E3E9E}" type="datetime1">
              <a:rPr lang="en-US" noProof="0" smtClean="0"/>
              <a:pPr/>
              <a:t>7/12/2024</a:t>
            </a:fld>
            <a:endParaRPr lang="en-US" noProof="0" dirty="0"/>
          </a:p>
        </p:txBody>
      </p:sp>
      <p:sp>
        <p:nvSpPr>
          <p:cNvPr id="8" name="Footer Placeholder 7">
            <a:extLst>
              <a:ext uri="{FF2B5EF4-FFF2-40B4-BE49-F238E27FC236}">
                <a16:creationId xmlns:a16="http://schemas.microsoft.com/office/drawing/2014/main" id="{F2607AC3-2220-4DDA-A22A-C404538FE48E}"/>
              </a:ext>
            </a:extLst>
          </p:cNvPr>
          <p:cNvSpPr>
            <a:spLocks noGrp="1"/>
          </p:cNvSpPr>
          <p:nvPr>
            <p:ph type="ftr" sz="quarter" idx="11"/>
          </p:nvPr>
        </p:nvSpPr>
        <p:spPr/>
        <p:txBody>
          <a:bodyPr/>
          <a:lstStyle/>
          <a:p>
            <a:endParaRPr lang="en-US" noProof="0" dirty="0"/>
          </a:p>
        </p:txBody>
      </p:sp>
      <p:sp>
        <p:nvSpPr>
          <p:cNvPr id="9" name="Slide Number Placeholder 8">
            <a:extLst>
              <a:ext uri="{FF2B5EF4-FFF2-40B4-BE49-F238E27FC236}">
                <a16:creationId xmlns:a16="http://schemas.microsoft.com/office/drawing/2014/main" id="{6FD8DEB3-F122-4B42-9E12-F61189B878B2}"/>
              </a:ext>
            </a:extLst>
          </p:cNvPr>
          <p:cNvSpPr>
            <a:spLocks noGrp="1"/>
          </p:cNvSpPr>
          <p:nvPr>
            <p:ph type="sldNum" sz="quarter" idx="12"/>
          </p:nvPr>
        </p:nvSpPr>
        <p:spPr/>
        <p:txBody>
          <a:bodyPr/>
          <a:lstStyle/>
          <a:p>
            <a:fld id="{82EE24B5-652C-4DB5-B7C3-B5BBEC1280B1}" type="slidenum">
              <a:rPr lang="en-US" noProof="0" smtClean="0"/>
              <a:pPr/>
              <a:t>‹#›</a:t>
            </a:fld>
            <a:endParaRPr lang="en-US" noProof="0" dirty="0"/>
          </a:p>
        </p:txBody>
      </p:sp>
    </p:spTree>
    <p:extLst>
      <p:ext uri="{BB962C8B-B14F-4D97-AF65-F5344CB8AC3E}">
        <p14:creationId xmlns:p14="http://schemas.microsoft.com/office/powerpoint/2010/main" val="24648728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hree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E60EB58-EF7E-435A-8B07-B5BCF3AF119F}"/>
              </a:ext>
            </a:extLst>
          </p:cNvPr>
          <p:cNvSpPr>
            <a:spLocks noGrp="1"/>
          </p:cNvSpPr>
          <p:nvPr>
            <p:ph type="sldNum" sz="quarter" idx="12"/>
          </p:nvPr>
        </p:nvSpPr>
        <p:spPr/>
        <p:txBody>
          <a:bodyPr/>
          <a:lstStyle/>
          <a:p>
            <a:fld id="{82EE24B5-652C-4DB5-B7C3-B5BBEC1280B1}" type="slidenum">
              <a:rPr lang="en-US" noProof="0" smtClean="0"/>
              <a:pPr/>
              <a:t>‹#›</a:t>
            </a:fld>
            <a:endParaRPr lang="en-US" noProof="0" dirty="0"/>
          </a:p>
        </p:txBody>
      </p:sp>
      <p:sp>
        <p:nvSpPr>
          <p:cNvPr id="2" name="Title 1">
            <a:extLst>
              <a:ext uri="{FF2B5EF4-FFF2-40B4-BE49-F238E27FC236}">
                <a16:creationId xmlns:a16="http://schemas.microsoft.com/office/drawing/2014/main" id="{E7F76098-6FA1-470A-BEF4-E4B0AC75E8FE}"/>
              </a:ext>
            </a:extLst>
          </p:cNvPr>
          <p:cNvSpPr>
            <a:spLocks noGrp="1"/>
          </p:cNvSpPr>
          <p:nvPr>
            <p:ph type="title"/>
          </p:nvPr>
        </p:nvSpPr>
        <p:spPr/>
        <p:txBody>
          <a:bodyPr/>
          <a:lstStyle/>
          <a:p>
            <a:r>
              <a:rPr lang="en-US" noProof="0"/>
              <a:t>Click to edit Master title style</a:t>
            </a:r>
          </a:p>
        </p:txBody>
      </p:sp>
      <p:sp>
        <p:nvSpPr>
          <p:cNvPr id="5" name="Date Placeholder 4">
            <a:extLst>
              <a:ext uri="{FF2B5EF4-FFF2-40B4-BE49-F238E27FC236}">
                <a16:creationId xmlns:a16="http://schemas.microsoft.com/office/drawing/2014/main" id="{47F57DE0-C032-4FCC-9006-09C2C328A665}"/>
              </a:ext>
            </a:extLst>
          </p:cNvPr>
          <p:cNvSpPr>
            <a:spLocks noGrp="1"/>
          </p:cNvSpPr>
          <p:nvPr>
            <p:ph type="dt" sz="half" idx="10"/>
          </p:nvPr>
        </p:nvSpPr>
        <p:spPr/>
        <p:txBody>
          <a:bodyPr/>
          <a:lstStyle/>
          <a:p>
            <a:fld id="{397CD216-73DE-4B96-8E1B-BB64D86142BB}" type="datetime1">
              <a:rPr lang="en-US" noProof="0" smtClean="0"/>
              <a:pPr/>
              <a:t>7/12/2024</a:t>
            </a:fld>
            <a:endParaRPr lang="en-US" noProof="0" dirty="0"/>
          </a:p>
        </p:txBody>
      </p:sp>
      <p:sp>
        <p:nvSpPr>
          <p:cNvPr id="6" name="Footer Placeholder 5">
            <a:extLst>
              <a:ext uri="{FF2B5EF4-FFF2-40B4-BE49-F238E27FC236}">
                <a16:creationId xmlns:a16="http://schemas.microsoft.com/office/drawing/2014/main" id="{90C776CB-2819-4488-9012-A6EA22079A47}"/>
              </a:ext>
            </a:extLst>
          </p:cNvPr>
          <p:cNvSpPr>
            <a:spLocks noGrp="1"/>
          </p:cNvSpPr>
          <p:nvPr>
            <p:ph type="ftr" sz="quarter" idx="11"/>
          </p:nvPr>
        </p:nvSpPr>
        <p:spPr/>
        <p:txBody>
          <a:bodyPr/>
          <a:lstStyle/>
          <a:p>
            <a:endParaRPr lang="en-US" noProof="0" dirty="0"/>
          </a:p>
        </p:txBody>
      </p:sp>
      <p:sp>
        <p:nvSpPr>
          <p:cNvPr id="12" name="Picture Placeholder 11">
            <a:extLst>
              <a:ext uri="{FF2B5EF4-FFF2-40B4-BE49-F238E27FC236}">
                <a16:creationId xmlns:a16="http://schemas.microsoft.com/office/drawing/2014/main" id="{B15EEB49-54F4-404C-9B31-AD488BFCB2E0}"/>
              </a:ext>
            </a:extLst>
          </p:cNvPr>
          <p:cNvSpPr>
            <a:spLocks noGrp="1"/>
          </p:cNvSpPr>
          <p:nvPr>
            <p:ph type="pic" sz="quarter" idx="14"/>
          </p:nvPr>
        </p:nvSpPr>
        <p:spPr>
          <a:xfrm>
            <a:off x="1772412" y="2219248"/>
            <a:ext cx="2414016" cy="2414016"/>
          </a:xfrm>
          <a:prstGeom prst="ellipse">
            <a:avLst/>
          </a:prstGeom>
          <a:noFill/>
          <a:ln w="387350">
            <a:noFill/>
          </a:ln>
        </p:spPr>
        <p:txBody>
          <a:bodyPr/>
          <a:lstStyle/>
          <a:p>
            <a:r>
              <a:rPr lang="en-US" noProof="0"/>
              <a:t>Click icon to add picture</a:t>
            </a:r>
            <a:endParaRPr lang="en-US" noProof="0" dirty="0"/>
          </a:p>
        </p:txBody>
      </p:sp>
      <p:sp>
        <p:nvSpPr>
          <p:cNvPr id="17" name="Picture Placeholder 11">
            <a:extLst>
              <a:ext uri="{FF2B5EF4-FFF2-40B4-BE49-F238E27FC236}">
                <a16:creationId xmlns:a16="http://schemas.microsoft.com/office/drawing/2014/main" id="{6B2DD458-866A-421E-9AD0-B0D9E1195728}"/>
              </a:ext>
            </a:extLst>
          </p:cNvPr>
          <p:cNvSpPr>
            <a:spLocks noGrp="1"/>
          </p:cNvSpPr>
          <p:nvPr>
            <p:ph type="pic" sz="quarter" idx="17"/>
          </p:nvPr>
        </p:nvSpPr>
        <p:spPr>
          <a:xfrm>
            <a:off x="8005572" y="2196083"/>
            <a:ext cx="2414016" cy="2414016"/>
          </a:xfrm>
          <a:prstGeom prst="ellipse">
            <a:avLst/>
          </a:prstGeom>
          <a:noFill/>
          <a:ln w="387350">
            <a:noFill/>
          </a:ln>
        </p:spPr>
        <p:txBody>
          <a:bodyPr/>
          <a:lstStyle/>
          <a:p>
            <a:r>
              <a:rPr lang="en-US" noProof="0"/>
              <a:t>Click icon to add picture</a:t>
            </a:r>
            <a:endParaRPr lang="en-US" noProof="0" dirty="0"/>
          </a:p>
        </p:txBody>
      </p:sp>
      <p:sp>
        <p:nvSpPr>
          <p:cNvPr id="14" name="Picture Placeholder 11">
            <a:extLst>
              <a:ext uri="{FF2B5EF4-FFF2-40B4-BE49-F238E27FC236}">
                <a16:creationId xmlns:a16="http://schemas.microsoft.com/office/drawing/2014/main" id="{57A4D097-9603-42DC-888D-8039CE6ADC94}"/>
              </a:ext>
            </a:extLst>
          </p:cNvPr>
          <p:cNvSpPr>
            <a:spLocks noGrp="1"/>
          </p:cNvSpPr>
          <p:nvPr>
            <p:ph type="pic" sz="quarter" idx="16"/>
          </p:nvPr>
        </p:nvSpPr>
        <p:spPr>
          <a:xfrm>
            <a:off x="4587240" y="2019165"/>
            <a:ext cx="3017520" cy="3017520"/>
          </a:xfrm>
          <a:prstGeom prst="ellipse">
            <a:avLst/>
          </a:prstGeom>
          <a:noFill/>
        </p:spPr>
        <p:txBody>
          <a:bodyPr/>
          <a:lstStyle/>
          <a:p>
            <a:r>
              <a:rPr lang="en-US" noProof="0"/>
              <a:t>Click icon to add picture</a:t>
            </a:r>
            <a:endParaRPr lang="en-US" noProof="0" dirty="0"/>
          </a:p>
        </p:txBody>
      </p:sp>
      <p:sp>
        <p:nvSpPr>
          <p:cNvPr id="25" name="Text Placeholder 23">
            <a:extLst>
              <a:ext uri="{FF2B5EF4-FFF2-40B4-BE49-F238E27FC236}">
                <a16:creationId xmlns:a16="http://schemas.microsoft.com/office/drawing/2014/main" id="{B9B9E0BA-35AD-4D69-9A03-35F2509C2C27}"/>
              </a:ext>
            </a:extLst>
          </p:cNvPr>
          <p:cNvSpPr>
            <a:spLocks noGrp="1"/>
          </p:cNvSpPr>
          <p:nvPr>
            <p:ph type="body" sz="quarter" idx="19"/>
          </p:nvPr>
        </p:nvSpPr>
        <p:spPr>
          <a:xfrm>
            <a:off x="1612900" y="5033963"/>
            <a:ext cx="2700338" cy="738187"/>
          </a:xfrm>
        </p:spPr>
        <p:txBody>
          <a:bodyPr>
            <a:normAutofit/>
          </a:bodyPr>
          <a:lstStyle>
            <a:lvl1pPr marL="0" indent="0" algn="ctr">
              <a:buNone/>
              <a:defRPr sz="2000">
                <a:solidFill>
                  <a:schemeClr val="bg1">
                    <a:lumMod val="95000"/>
                  </a:schemeClr>
                </a:solidFill>
                <a:latin typeface="+mj-lt"/>
              </a:defRPr>
            </a:lvl1pPr>
          </a:lstStyle>
          <a:p>
            <a:pPr lvl="0"/>
            <a:r>
              <a:rPr lang="en-US" noProof="0"/>
              <a:t>Click to edit Master text styles</a:t>
            </a:r>
          </a:p>
        </p:txBody>
      </p:sp>
      <p:sp>
        <p:nvSpPr>
          <p:cNvPr id="26" name="Text Placeholder 23">
            <a:extLst>
              <a:ext uri="{FF2B5EF4-FFF2-40B4-BE49-F238E27FC236}">
                <a16:creationId xmlns:a16="http://schemas.microsoft.com/office/drawing/2014/main" id="{B1CC61B3-695C-423D-8F0B-45674DC932B3}"/>
              </a:ext>
            </a:extLst>
          </p:cNvPr>
          <p:cNvSpPr>
            <a:spLocks noGrp="1"/>
          </p:cNvSpPr>
          <p:nvPr>
            <p:ph type="body" sz="quarter" idx="20"/>
          </p:nvPr>
        </p:nvSpPr>
        <p:spPr>
          <a:xfrm>
            <a:off x="4745831" y="5236700"/>
            <a:ext cx="2700338" cy="738187"/>
          </a:xfrm>
        </p:spPr>
        <p:txBody>
          <a:bodyPr>
            <a:normAutofit/>
          </a:bodyPr>
          <a:lstStyle>
            <a:lvl1pPr marL="0" indent="0" algn="ctr">
              <a:buNone/>
              <a:defRPr sz="2000">
                <a:solidFill>
                  <a:schemeClr val="bg1">
                    <a:lumMod val="95000"/>
                  </a:schemeClr>
                </a:solidFill>
                <a:latin typeface="+mj-lt"/>
              </a:defRPr>
            </a:lvl1pPr>
          </a:lstStyle>
          <a:p>
            <a:pPr lvl="0"/>
            <a:r>
              <a:rPr lang="en-US" noProof="0"/>
              <a:t>Click to edit Master text styles</a:t>
            </a:r>
          </a:p>
        </p:txBody>
      </p:sp>
      <p:sp>
        <p:nvSpPr>
          <p:cNvPr id="27" name="Text Placeholder 23">
            <a:extLst>
              <a:ext uri="{FF2B5EF4-FFF2-40B4-BE49-F238E27FC236}">
                <a16:creationId xmlns:a16="http://schemas.microsoft.com/office/drawing/2014/main" id="{B870F23E-35A1-4942-A685-641AA883066A}"/>
              </a:ext>
            </a:extLst>
          </p:cNvPr>
          <p:cNvSpPr>
            <a:spLocks noGrp="1"/>
          </p:cNvSpPr>
          <p:nvPr>
            <p:ph type="body" sz="quarter" idx="21"/>
          </p:nvPr>
        </p:nvSpPr>
        <p:spPr>
          <a:xfrm>
            <a:off x="7878762" y="5033963"/>
            <a:ext cx="2700338" cy="738187"/>
          </a:xfrm>
        </p:spPr>
        <p:txBody>
          <a:bodyPr>
            <a:normAutofit/>
          </a:bodyPr>
          <a:lstStyle>
            <a:lvl1pPr marL="0" indent="0" algn="ctr">
              <a:buNone/>
              <a:defRPr sz="2000">
                <a:solidFill>
                  <a:schemeClr val="bg1">
                    <a:lumMod val="95000"/>
                  </a:schemeClr>
                </a:solidFill>
                <a:latin typeface="+mj-lt"/>
              </a:defRPr>
            </a:lvl1pPr>
          </a:lstStyle>
          <a:p>
            <a:pPr lvl="0"/>
            <a:r>
              <a:rPr lang="en-US" noProof="0"/>
              <a:t>Click to edit Master text styles</a:t>
            </a:r>
          </a:p>
        </p:txBody>
      </p:sp>
      <p:sp>
        <p:nvSpPr>
          <p:cNvPr id="29" name="Picture Placeholder 28">
            <a:extLst>
              <a:ext uri="{FF2B5EF4-FFF2-40B4-BE49-F238E27FC236}">
                <a16:creationId xmlns:a16="http://schemas.microsoft.com/office/drawing/2014/main" id="{863B8202-88BB-4ED4-B936-9D9C0B4C8D17}"/>
              </a:ext>
            </a:extLst>
          </p:cNvPr>
          <p:cNvSpPr>
            <a:spLocks noGrp="1"/>
          </p:cNvSpPr>
          <p:nvPr>
            <p:ph type="pic" sz="quarter" idx="22"/>
          </p:nvPr>
        </p:nvSpPr>
        <p:spPr>
          <a:xfrm>
            <a:off x="0" y="0"/>
            <a:ext cx="12192000" cy="6858000"/>
          </a:xfrm>
        </p:spPr>
        <p:txBody>
          <a:bodyPr/>
          <a:lstStyle>
            <a:lvl1pPr marL="0" indent="0" algn="ctr">
              <a:buNone/>
              <a:defRPr/>
            </a:lvl1pPr>
          </a:lstStyle>
          <a:p>
            <a:r>
              <a:rPr lang="en-US" noProof="0"/>
              <a:t>Click icon to add picture</a:t>
            </a:r>
            <a:endParaRPr lang="en-US" noProof="0" dirty="0"/>
          </a:p>
        </p:txBody>
      </p:sp>
    </p:spTree>
    <p:extLst>
      <p:ext uri="{BB962C8B-B14F-4D97-AF65-F5344CB8AC3E}">
        <p14:creationId xmlns:p14="http://schemas.microsoft.com/office/powerpoint/2010/main" val="172263314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Picture with Caption_2">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29F16048-FF4E-41B1-B3D4-0FB210A70DF2}"/>
              </a:ext>
            </a:extLst>
          </p:cNvPr>
          <p:cNvSpPr/>
          <p:nvPr userDrawn="1"/>
        </p:nvSpPr>
        <p:spPr>
          <a:xfrm>
            <a:off x="5294630" y="0"/>
            <a:ext cx="6897370" cy="6858000"/>
          </a:xfrm>
          <a:custGeom>
            <a:avLst/>
            <a:gdLst/>
            <a:ahLst/>
            <a:cxnLst/>
            <a:rect l="l" t="t" r="r" b="b"/>
            <a:pathLst>
              <a:path w="6897370" h="6858000">
                <a:moveTo>
                  <a:pt x="0" y="6858000"/>
                </a:moveTo>
                <a:lnTo>
                  <a:pt x="6896900" y="6858000"/>
                </a:lnTo>
                <a:lnTo>
                  <a:pt x="6896900" y="0"/>
                </a:lnTo>
                <a:lnTo>
                  <a:pt x="0" y="0"/>
                </a:lnTo>
                <a:lnTo>
                  <a:pt x="0" y="6858000"/>
                </a:lnTo>
                <a:close/>
              </a:path>
            </a:pathLst>
          </a:custGeom>
          <a:solidFill>
            <a:schemeClr val="accent2"/>
          </a:solidFill>
        </p:spPr>
        <p:txBody>
          <a:bodyPr wrap="square" lIns="0" tIns="0" rIns="0" bIns="0" rtlCol="0"/>
          <a:lstStyle/>
          <a:p>
            <a:endParaRPr lang="en-US" noProof="0" dirty="0"/>
          </a:p>
        </p:txBody>
      </p:sp>
      <p:sp>
        <p:nvSpPr>
          <p:cNvPr id="11" name="Oval 10">
            <a:extLst>
              <a:ext uri="{FF2B5EF4-FFF2-40B4-BE49-F238E27FC236}">
                <a16:creationId xmlns:a16="http://schemas.microsoft.com/office/drawing/2014/main" id="{98AB8B54-69CD-4C57-8DBB-02A0E09851DD}"/>
              </a:ext>
            </a:extLst>
          </p:cNvPr>
          <p:cNvSpPr/>
          <p:nvPr userDrawn="1"/>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690E0AA-5363-4861-AB6B-0E4D34D74B92}"/>
              </a:ext>
            </a:extLst>
          </p:cNvPr>
          <p:cNvSpPr>
            <a:spLocks noGrp="1"/>
          </p:cNvSpPr>
          <p:nvPr>
            <p:ph type="title"/>
          </p:nvPr>
        </p:nvSpPr>
        <p:spPr>
          <a:xfrm>
            <a:off x="839788" y="417362"/>
            <a:ext cx="3932237" cy="1302111"/>
          </a:xfrm>
        </p:spPr>
        <p:txBody>
          <a:bodyPr anchor="b"/>
          <a:lstStyle>
            <a:lvl1pPr>
              <a:defRPr sz="3200"/>
            </a:lvl1pPr>
          </a:lstStyle>
          <a:p>
            <a:r>
              <a:rPr lang="en-US" noProof="0"/>
              <a:t>Click to edit Master title style</a:t>
            </a:r>
          </a:p>
        </p:txBody>
      </p:sp>
      <p:sp>
        <p:nvSpPr>
          <p:cNvPr id="4" name="Text Placeholder 3">
            <a:extLst>
              <a:ext uri="{FF2B5EF4-FFF2-40B4-BE49-F238E27FC236}">
                <a16:creationId xmlns:a16="http://schemas.microsoft.com/office/drawing/2014/main" id="{EA79774D-36EB-4201-B1AC-922DD2E06640}"/>
              </a:ext>
            </a:extLst>
          </p:cNvPr>
          <p:cNvSpPr>
            <a:spLocks noGrp="1"/>
          </p:cNvSpPr>
          <p:nvPr>
            <p:ph type="body" sz="half" idx="2"/>
          </p:nvPr>
        </p:nvSpPr>
        <p:spPr>
          <a:xfrm>
            <a:off x="7294251" y="1192697"/>
            <a:ext cx="4057961" cy="1431234"/>
          </a:xfrm>
        </p:spPr>
        <p:txBody>
          <a:bodyPr/>
          <a:lstStyle>
            <a:lvl1pPr marL="0" indent="0">
              <a:buNone/>
              <a:defRPr sz="1600">
                <a:solidFill>
                  <a:schemeClr val="bg2">
                    <a:lumMod val="40000"/>
                    <a:lumOff val="6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a:extLst>
              <a:ext uri="{FF2B5EF4-FFF2-40B4-BE49-F238E27FC236}">
                <a16:creationId xmlns:a16="http://schemas.microsoft.com/office/drawing/2014/main" id="{CAD1E234-1CB2-41A0-B40D-7E7F160CBA11}"/>
              </a:ext>
            </a:extLst>
          </p:cNvPr>
          <p:cNvSpPr>
            <a:spLocks noGrp="1"/>
          </p:cNvSpPr>
          <p:nvPr>
            <p:ph type="dt" sz="half" idx="10"/>
          </p:nvPr>
        </p:nvSpPr>
        <p:spPr/>
        <p:txBody>
          <a:bodyPr/>
          <a:lstStyle/>
          <a:p>
            <a:fld id="{8C6D634D-0427-413D-A0D0-098959D06FEF}" type="datetime1">
              <a:rPr lang="en-US" noProof="0" smtClean="0"/>
              <a:pPr/>
              <a:t>7/12/2024</a:t>
            </a:fld>
            <a:endParaRPr lang="en-US" noProof="0" dirty="0"/>
          </a:p>
        </p:txBody>
      </p:sp>
      <p:sp>
        <p:nvSpPr>
          <p:cNvPr id="6" name="Footer Placeholder 5">
            <a:extLst>
              <a:ext uri="{FF2B5EF4-FFF2-40B4-BE49-F238E27FC236}">
                <a16:creationId xmlns:a16="http://schemas.microsoft.com/office/drawing/2014/main" id="{99FD472E-6334-4051-B4D9-6361A819F792}"/>
              </a:ext>
            </a:extLst>
          </p:cNvPr>
          <p:cNvSpPr>
            <a:spLocks noGrp="1"/>
          </p:cNvSpPr>
          <p:nvPr>
            <p:ph type="ftr" sz="quarter" idx="11"/>
          </p:nvPr>
        </p:nvSpPr>
        <p:spPr/>
        <p:txBody>
          <a:bodyPr/>
          <a:lstStyle/>
          <a:p>
            <a:endParaRPr lang="en-US" noProof="0" dirty="0"/>
          </a:p>
        </p:txBody>
      </p:sp>
      <p:sp>
        <p:nvSpPr>
          <p:cNvPr id="7" name="Slide Number Placeholder 6">
            <a:extLst>
              <a:ext uri="{FF2B5EF4-FFF2-40B4-BE49-F238E27FC236}">
                <a16:creationId xmlns:a16="http://schemas.microsoft.com/office/drawing/2014/main" id="{192384B9-6290-4070-B7D1-A105B27F0CB0}"/>
              </a:ext>
            </a:extLst>
          </p:cNvPr>
          <p:cNvSpPr>
            <a:spLocks noGrp="1"/>
          </p:cNvSpPr>
          <p:nvPr>
            <p:ph type="sldNum" sz="quarter" idx="12"/>
          </p:nvPr>
        </p:nvSpPr>
        <p:spPr/>
        <p:txBody>
          <a:bodyPr/>
          <a:lstStyle/>
          <a:p>
            <a:fld id="{82EE24B5-652C-4DB5-B7C3-B5BBEC1280B1}" type="slidenum">
              <a:rPr lang="en-US" noProof="0" smtClean="0"/>
              <a:pPr/>
              <a:t>‹#›</a:t>
            </a:fld>
            <a:endParaRPr lang="en-US" noProof="0" dirty="0"/>
          </a:p>
        </p:txBody>
      </p:sp>
      <p:sp>
        <p:nvSpPr>
          <p:cNvPr id="9" name="object 2">
            <a:extLst>
              <a:ext uri="{FF2B5EF4-FFF2-40B4-BE49-F238E27FC236}">
                <a16:creationId xmlns:a16="http://schemas.microsoft.com/office/drawing/2014/main" id="{9337951D-6DB6-4713-9200-E8513CDEB6B3}"/>
              </a:ext>
            </a:extLst>
          </p:cNvPr>
          <p:cNvSpPr/>
          <p:nvPr userDrawn="1"/>
        </p:nvSpPr>
        <p:spPr>
          <a:xfrm>
            <a:off x="0" y="2430411"/>
            <a:ext cx="3625850" cy="3438525"/>
          </a:xfrm>
          <a:custGeom>
            <a:avLst/>
            <a:gdLst/>
            <a:ahLst/>
            <a:cxnLst/>
            <a:rect l="l" t="t" r="r" b="b"/>
            <a:pathLst>
              <a:path w="3625850" h="3438525">
                <a:moveTo>
                  <a:pt x="0" y="3438486"/>
                </a:moveTo>
                <a:lnTo>
                  <a:pt x="3625596" y="3438486"/>
                </a:lnTo>
                <a:lnTo>
                  <a:pt x="3625596" y="0"/>
                </a:lnTo>
                <a:lnTo>
                  <a:pt x="0" y="0"/>
                </a:lnTo>
                <a:lnTo>
                  <a:pt x="0" y="3438486"/>
                </a:lnTo>
                <a:close/>
              </a:path>
            </a:pathLst>
          </a:custGeom>
          <a:solidFill>
            <a:schemeClr val="accent1"/>
          </a:solidFill>
        </p:spPr>
        <p:txBody>
          <a:bodyPr wrap="square" lIns="0" tIns="0" rIns="0" bIns="0" rtlCol="0"/>
          <a:lstStyle/>
          <a:p>
            <a:endParaRPr lang="en-US" noProof="0" dirty="0"/>
          </a:p>
        </p:txBody>
      </p:sp>
      <p:sp>
        <p:nvSpPr>
          <p:cNvPr id="3" name="Picture Placeholder 2">
            <a:extLst>
              <a:ext uri="{FF2B5EF4-FFF2-40B4-BE49-F238E27FC236}">
                <a16:creationId xmlns:a16="http://schemas.microsoft.com/office/drawing/2014/main" id="{8D44B7CE-2038-4CCA-AA8A-D03DE5FD956E}"/>
              </a:ext>
            </a:extLst>
          </p:cNvPr>
          <p:cNvSpPr>
            <a:spLocks noGrp="1"/>
          </p:cNvSpPr>
          <p:nvPr>
            <p:ph type="pic" idx="1"/>
          </p:nvPr>
        </p:nvSpPr>
        <p:spPr>
          <a:xfrm>
            <a:off x="0" y="2781223"/>
            <a:ext cx="6040800" cy="2736901"/>
          </a:xfrm>
        </p:spPr>
        <p:txBody>
          <a:bodyPr>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12" name="Picture Placeholder 28">
            <a:extLst>
              <a:ext uri="{FF2B5EF4-FFF2-40B4-BE49-F238E27FC236}">
                <a16:creationId xmlns:a16="http://schemas.microsoft.com/office/drawing/2014/main" id="{2EB2F967-97B6-4CA8-B3E7-5FF7CA2BDD8C}"/>
              </a:ext>
            </a:extLst>
          </p:cNvPr>
          <p:cNvSpPr>
            <a:spLocks noGrp="1"/>
          </p:cNvSpPr>
          <p:nvPr>
            <p:ph type="pic" sz="quarter" idx="19"/>
          </p:nvPr>
        </p:nvSpPr>
        <p:spPr>
          <a:xfrm>
            <a:off x="6586106" y="1188012"/>
            <a:ext cx="376237" cy="376237"/>
          </a:xfrm>
        </p:spPr>
        <p:txBody>
          <a:bodyPr>
            <a:normAutofit/>
          </a:bodyPr>
          <a:lstStyle>
            <a:lvl1pPr marL="0" indent="0" algn="ctr">
              <a:buNone/>
              <a:defRPr sz="400"/>
            </a:lvl1pPr>
          </a:lstStyle>
          <a:p>
            <a:r>
              <a:rPr lang="en-US" noProof="0"/>
              <a:t>Click icon to add picture</a:t>
            </a:r>
            <a:endParaRPr lang="en-US" noProof="0" dirty="0"/>
          </a:p>
        </p:txBody>
      </p:sp>
      <p:sp>
        <p:nvSpPr>
          <p:cNvPr id="13" name="Picture Placeholder 28">
            <a:extLst>
              <a:ext uri="{FF2B5EF4-FFF2-40B4-BE49-F238E27FC236}">
                <a16:creationId xmlns:a16="http://schemas.microsoft.com/office/drawing/2014/main" id="{5E78E133-FE09-456A-8463-9EFAC6ADE26B}"/>
              </a:ext>
            </a:extLst>
          </p:cNvPr>
          <p:cNvSpPr>
            <a:spLocks noGrp="1"/>
          </p:cNvSpPr>
          <p:nvPr>
            <p:ph type="pic" sz="quarter" idx="22"/>
          </p:nvPr>
        </p:nvSpPr>
        <p:spPr>
          <a:xfrm>
            <a:off x="6586106" y="2878015"/>
            <a:ext cx="376237" cy="376237"/>
          </a:xfrm>
        </p:spPr>
        <p:txBody>
          <a:bodyPr>
            <a:normAutofit/>
          </a:bodyPr>
          <a:lstStyle>
            <a:lvl1pPr marL="0" indent="0" algn="ctr">
              <a:buNone/>
              <a:defRPr sz="400"/>
            </a:lvl1pPr>
          </a:lstStyle>
          <a:p>
            <a:r>
              <a:rPr lang="en-US" noProof="0"/>
              <a:t>Click icon to add picture</a:t>
            </a:r>
            <a:endParaRPr lang="en-US" noProof="0" dirty="0"/>
          </a:p>
        </p:txBody>
      </p:sp>
      <p:sp>
        <p:nvSpPr>
          <p:cNvPr id="14" name="Text Placeholder 3">
            <a:extLst>
              <a:ext uri="{FF2B5EF4-FFF2-40B4-BE49-F238E27FC236}">
                <a16:creationId xmlns:a16="http://schemas.microsoft.com/office/drawing/2014/main" id="{7F0C3496-EA4B-43E5-9704-968F80A8552C}"/>
              </a:ext>
            </a:extLst>
          </p:cNvPr>
          <p:cNvSpPr>
            <a:spLocks noGrp="1"/>
          </p:cNvSpPr>
          <p:nvPr>
            <p:ph type="body" sz="half" idx="23"/>
          </p:nvPr>
        </p:nvSpPr>
        <p:spPr>
          <a:xfrm>
            <a:off x="7294250" y="2880357"/>
            <a:ext cx="4057961" cy="1431234"/>
          </a:xfrm>
        </p:spPr>
        <p:txBody>
          <a:bodyPr/>
          <a:lstStyle>
            <a:lvl1pPr marL="0" indent="0">
              <a:buNone/>
              <a:defRPr sz="1600">
                <a:solidFill>
                  <a:schemeClr val="bg2">
                    <a:lumMod val="40000"/>
                    <a:lumOff val="6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5" name="Picture Placeholder 28">
            <a:extLst>
              <a:ext uri="{FF2B5EF4-FFF2-40B4-BE49-F238E27FC236}">
                <a16:creationId xmlns:a16="http://schemas.microsoft.com/office/drawing/2014/main" id="{13414E14-9FEB-40F8-AE6E-319637A8F1CB}"/>
              </a:ext>
            </a:extLst>
          </p:cNvPr>
          <p:cNvSpPr>
            <a:spLocks noGrp="1"/>
          </p:cNvSpPr>
          <p:nvPr>
            <p:ph type="pic" sz="quarter" idx="24"/>
          </p:nvPr>
        </p:nvSpPr>
        <p:spPr>
          <a:xfrm>
            <a:off x="6586106" y="4568018"/>
            <a:ext cx="376237" cy="376237"/>
          </a:xfrm>
        </p:spPr>
        <p:txBody>
          <a:bodyPr>
            <a:normAutofit/>
          </a:bodyPr>
          <a:lstStyle>
            <a:lvl1pPr marL="0" indent="0" algn="ctr">
              <a:buNone/>
              <a:defRPr sz="400"/>
            </a:lvl1pPr>
          </a:lstStyle>
          <a:p>
            <a:r>
              <a:rPr lang="en-US" noProof="0"/>
              <a:t>Click icon to add picture</a:t>
            </a:r>
            <a:endParaRPr lang="en-US" noProof="0" dirty="0"/>
          </a:p>
        </p:txBody>
      </p:sp>
      <p:sp>
        <p:nvSpPr>
          <p:cNvPr id="16" name="Text Placeholder 3">
            <a:extLst>
              <a:ext uri="{FF2B5EF4-FFF2-40B4-BE49-F238E27FC236}">
                <a16:creationId xmlns:a16="http://schemas.microsoft.com/office/drawing/2014/main" id="{8EC97C88-8B4C-4665-845B-95CE8F237779}"/>
              </a:ext>
            </a:extLst>
          </p:cNvPr>
          <p:cNvSpPr>
            <a:spLocks noGrp="1"/>
          </p:cNvSpPr>
          <p:nvPr>
            <p:ph type="body" sz="half" idx="25"/>
          </p:nvPr>
        </p:nvSpPr>
        <p:spPr>
          <a:xfrm>
            <a:off x="7294250" y="4568018"/>
            <a:ext cx="4057961" cy="1431234"/>
          </a:xfrm>
        </p:spPr>
        <p:txBody>
          <a:bodyPr/>
          <a:lstStyle>
            <a:lvl1pPr marL="0" indent="0">
              <a:buNone/>
              <a:defRPr sz="1600">
                <a:solidFill>
                  <a:schemeClr val="bg2">
                    <a:lumMod val="40000"/>
                    <a:lumOff val="6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2490276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2.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3FBC63-C649-42C3-9C85-0F873F8F0B35}" type="datetimeFigureOut">
              <a:rPr lang="id-ID" smtClean="0"/>
              <a:pPr/>
              <a:t>12/07/2024</a:t>
            </a:fld>
            <a:endParaRPr lang="id-ID"/>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76DFD3-2AF0-4B06-81C8-CF1C6F54D29C}" type="slidenum">
              <a:rPr lang="id-ID" smtClean="0"/>
              <a:pPr/>
              <a:t>‹#›</a:t>
            </a:fld>
            <a:endParaRPr lang="id-ID"/>
          </a:p>
        </p:txBody>
      </p:sp>
    </p:spTree>
    <p:extLst>
      <p:ext uri="{BB962C8B-B14F-4D97-AF65-F5344CB8AC3E}">
        <p14:creationId xmlns:p14="http://schemas.microsoft.com/office/powerpoint/2010/main" val="13730609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 id="2147483659" r:id="rId13"/>
    <p:sldLayoutId id="2147483661" r:id="rId14"/>
    <p:sldLayoutId id="2147483662" r:id="rId15"/>
    <p:sldLayoutId id="2147483663" r:id="rId16"/>
    <p:sldLayoutId id="2147483664" r:id="rId17"/>
    <p:sldLayoutId id="2147483665" r:id="rId18"/>
    <p:sldLayoutId id="2147483666" r:id="rId19"/>
    <p:sldLayoutId id="2147483670" r:id="rId20"/>
    <p:sldLayoutId id="2147483668" r:id="rId21"/>
    <p:sldLayoutId id="2147483667" r:id="rId22"/>
    <p:sldLayoutId id="2147483669" r:id="rId23"/>
    <p:sldLayoutId id="2147483672" r:id="rId24"/>
    <p:sldLayoutId id="2147483674"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CEC732-0DE2-456B-92A1-84321C9BDC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DA816A5B-B156-4DC3-B18E-14F3E59A64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a16="http://schemas.microsoft.com/office/drawing/2014/main" id="{FDB0252E-67CD-4B33-849F-7B1449CF27D0}"/>
              </a:ext>
            </a:extLst>
          </p:cNvPr>
          <p:cNvSpPr>
            <a:spLocks noGrp="1"/>
          </p:cNvSpPr>
          <p:nvPr>
            <p:ph type="dt" sz="half" idx="2"/>
          </p:nvPr>
        </p:nvSpPr>
        <p:spPr>
          <a:xfrm>
            <a:off x="838200" y="617490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2591E0-5367-4F2F-9C30-2087D79A846D}" type="datetime1">
              <a:rPr lang="en-US" noProof="0" smtClean="0"/>
              <a:pPr/>
              <a:t>7/12/2024</a:t>
            </a:fld>
            <a:endParaRPr lang="en-US" noProof="0" dirty="0"/>
          </a:p>
        </p:txBody>
      </p:sp>
      <p:sp>
        <p:nvSpPr>
          <p:cNvPr id="5" name="Footer Placeholder 4">
            <a:extLst>
              <a:ext uri="{FF2B5EF4-FFF2-40B4-BE49-F238E27FC236}">
                <a16:creationId xmlns:a16="http://schemas.microsoft.com/office/drawing/2014/main" id="{DC620AD2-E3F8-48CB-8B72-B0945DF5348A}"/>
              </a:ext>
            </a:extLst>
          </p:cNvPr>
          <p:cNvSpPr>
            <a:spLocks noGrp="1"/>
          </p:cNvSpPr>
          <p:nvPr>
            <p:ph type="ftr" sz="quarter" idx="3"/>
          </p:nvPr>
        </p:nvSpPr>
        <p:spPr>
          <a:xfrm>
            <a:off x="4038600" y="617490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10" name="Oval 9">
            <a:extLst>
              <a:ext uri="{FF2B5EF4-FFF2-40B4-BE49-F238E27FC236}">
                <a16:creationId xmlns:a16="http://schemas.microsoft.com/office/drawing/2014/main" id="{5A5F3BCF-F6FD-4DFF-B0B4-9892C9389344}"/>
              </a:ext>
            </a:extLst>
          </p:cNvPr>
          <p:cNvSpPr/>
          <p:nvPr userDrawn="1"/>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Slide Number Placeholder 5">
            <a:extLst>
              <a:ext uri="{FF2B5EF4-FFF2-40B4-BE49-F238E27FC236}">
                <a16:creationId xmlns:a16="http://schemas.microsoft.com/office/drawing/2014/main" id="{D15DEFFD-817B-43EC-86F0-34DEA2BA5EEB}"/>
              </a:ext>
            </a:extLst>
          </p:cNvPr>
          <p:cNvSpPr>
            <a:spLocks noGrp="1"/>
          </p:cNvSpPr>
          <p:nvPr>
            <p:ph type="sldNum" sz="quarter" idx="4"/>
          </p:nvPr>
        </p:nvSpPr>
        <p:spPr>
          <a:xfrm>
            <a:off x="11468844" y="6174902"/>
            <a:ext cx="357116" cy="365125"/>
          </a:xfrm>
          <a:prstGeom prst="rect">
            <a:avLst/>
          </a:prstGeom>
        </p:spPr>
        <p:txBody>
          <a:bodyPr vert="horz" lIns="91440" tIns="45720" rIns="91440" bIns="45720" rtlCol="0" anchor="ctr"/>
          <a:lstStyle>
            <a:lvl1pPr algn="r">
              <a:defRPr sz="1000" i="1">
                <a:solidFill>
                  <a:schemeClr val="tx2">
                    <a:alpha val="70000"/>
                  </a:schemeClr>
                </a:solidFill>
              </a:defRPr>
            </a:lvl1pPr>
          </a:lstStyle>
          <a:p>
            <a:fld id="{82EE24B5-652C-4DB5-B7C3-B5BBEC1280B1}" type="slidenum">
              <a:rPr lang="en-US" noProof="0" smtClean="0"/>
              <a:pPr/>
              <a:t>‹#›</a:t>
            </a:fld>
            <a:endParaRPr lang="en-US" noProof="0" dirty="0"/>
          </a:p>
        </p:txBody>
      </p:sp>
    </p:spTree>
    <p:extLst>
      <p:ext uri="{BB962C8B-B14F-4D97-AF65-F5344CB8AC3E}">
        <p14:creationId xmlns:p14="http://schemas.microsoft.com/office/powerpoint/2010/main" val="3384680419"/>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hf hdr="0" ftr="0" dt="0"/>
  <p:txStyles>
    <p:titleStyle>
      <a:lvl1pPr algn="l" defTabSz="914400" rtl="0" eaLnBrk="1" latinLnBrk="0" hangingPunct="1">
        <a:lnSpc>
          <a:spcPct val="90000"/>
        </a:lnSpc>
        <a:spcBef>
          <a:spcPct val="0"/>
        </a:spcBef>
        <a:buNone/>
        <a:defRPr sz="3200" b="1"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fif"/><Relationship Id="rId1" Type="http://schemas.openxmlformats.org/officeDocument/2006/relationships/slideLayout" Target="../slideLayouts/slideLayout8.xml"/><Relationship Id="rId6" Type="http://schemas.openxmlformats.org/officeDocument/2006/relationships/image" Target="../media/image13.jpg"/><Relationship Id="rId5" Type="http://schemas.openxmlformats.org/officeDocument/2006/relationships/image" Target="../media/image4.png"/><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s>
</file>

<file path=ppt/slides/_rels/slide9.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0.jpg"/><Relationship Id="rId5" Type="http://schemas.openxmlformats.org/officeDocument/2006/relationships/image" Target="../media/image19.jpeg"/><Relationship Id="rId4" Type="http://schemas.openxmlformats.org/officeDocument/2006/relationships/image" Target="../media/image18.jpe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image" Target="../media/image24.jpeg"/><Relationship Id="rId7" Type="http://schemas.openxmlformats.org/officeDocument/2006/relationships/image" Target="../media/image28.jpe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7.jpeg"/><Relationship Id="rId5" Type="http://schemas.openxmlformats.org/officeDocument/2006/relationships/image" Target="../media/image26.jpg"/><Relationship Id="rId4" Type="http://schemas.openxmlformats.org/officeDocument/2006/relationships/image" Target="../media/image25.jpeg"/><Relationship Id="rId9"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5.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41.jpeg"/><Relationship Id="rId3" Type="http://schemas.openxmlformats.org/officeDocument/2006/relationships/image" Target="../media/image36.jpeg"/><Relationship Id="rId7" Type="http://schemas.openxmlformats.org/officeDocument/2006/relationships/image" Target="../media/image40.jpeg"/><Relationship Id="rId12" Type="http://schemas.openxmlformats.org/officeDocument/2006/relationships/image" Target="../media/image45.jpe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9.jpe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jpeg"/><Relationship Id="rId4" Type="http://schemas.openxmlformats.org/officeDocument/2006/relationships/image" Target="../media/image37.jpeg"/><Relationship Id="rId9" Type="http://schemas.openxmlformats.org/officeDocument/2006/relationships/image" Target="../media/image42.jpe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53.jpeg"/><Relationship Id="rId5" Type="http://schemas.openxmlformats.org/officeDocument/2006/relationships/image" Target="../media/image52.png"/><Relationship Id="rId4" Type="http://schemas.openxmlformats.org/officeDocument/2006/relationships/image" Target="../media/image51.jpeg"/></Relationships>
</file>

<file path=ppt/slides/_rels/slide21.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jpeg"/></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8.jpeg"/><Relationship Id="rId7" Type="http://schemas.openxmlformats.org/officeDocument/2006/relationships/image" Target="../media/image61.png"/><Relationship Id="rId2" Type="http://schemas.openxmlformats.org/officeDocument/2006/relationships/image" Target="../media/image57.jpeg"/><Relationship Id="rId1" Type="http://schemas.openxmlformats.org/officeDocument/2006/relationships/slideLayout" Target="../slideLayouts/slideLayout21.xml"/><Relationship Id="rId6" Type="http://schemas.openxmlformats.org/officeDocument/2006/relationships/image" Target="../media/image4.png"/><Relationship Id="rId11" Type="http://schemas.openxmlformats.org/officeDocument/2006/relationships/image" Target="../media/image65.jpeg"/><Relationship Id="rId5" Type="http://schemas.openxmlformats.org/officeDocument/2006/relationships/image" Target="../media/image60.png"/><Relationship Id="rId10" Type="http://schemas.openxmlformats.org/officeDocument/2006/relationships/image" Target="../media/image64.jpeg"/><Relationship Id="rId4" Type="http://schemas.openxmlformats.org/officeDocument/2006/relationships/image" Target="../media/image59.png"/><Relationship Id="rId9" Type="http://schemas.openxmlformats.org/officeDocument/2006/relationships/image" Target="../media/image63.png"/></Relationships>
</file>

<file path=ppt/slides/_rels/slide24.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7.jpeg"/><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8" Type="http://schemas.openxmlformats.org/officeDocument/2006/relationships/hyperlink" Target="https://www.facebook.com/Orena-Solutions-Product-Selling-110706817458448" TargetMode="External"/><Relationship Id="rId13" Type="http://schemas.openxmlformats.org/officeDocument/2006/relationships/hyperlink" Target="https://www.linkedin.com/in/orena-solutions-foreign-collaboration-9040921b8/" TargetMode="External"/><Relationship Id="rId3" Type="http://schemas.openxmlformats.org/officeDocument/2006/relationships/image" Target="../media/image68.png"/><Relationship Id="rId7" Type="http://schemas.openxmlformats.org/officeDocument/2006/relationships/hyperlink" Target="https://www.facebook.com/Orena-Solutions-Foreign-Collaboration-115696676956782" TargetMode="External"/><Relationship Id="rId12" Type="http://schemas.openxmlformats.org/officeDocument/2006/relationships/hyperlink" Target="https://www.linkedin.com/in/orena-solutions-development-0291251b8/" TargetMode="External"/><Relationship Id="rId17" Type="http://schemas.openxmlformats.org/officeDocument/2006/relationships/hyperlink" Target="https://www.instagram.com/orena_solutions/" TargetMode="External"/><Relationship Id="rId2" Type="http://schemas.openxmlformats.org/officeDocument/2006/relationships/image" Target="../media/image4.png"/><Relationship Id="rId16" Type="http://schemas.openxmlformats.org/officeDocument/2006/relationships/hyperlink" Target="https://www.instagram.com/orena.sproductselling/" TargetMode="External"/><Relationship Id="rId1" Type="http://schemas.openxmlformats.org/officeDocument/2006/relationships/slideLayout" Target="../slideLayouts/slideLayout25.xml"/><Relationship Id="rId6" Type="http://schemas.openxmlformats.org/officeDocument/2006/relationships/image" Target="../media/image70.jpeg"/><Relationship Id="rId11" Type="http://schemas.openxmlformats.org/officeDocument/2006/relationships/hyperlink" Target="https://www.linkedin.com/company/67207228/admin/" TargetMode="External"/><Relationship Id="rId5" Type="http://schemas.openxmlformats.org/officeDocument/2006/relationships/hyperlink" Target="https://www.facebook.com/orena.solutions" TargetMode="External"/><Relationship Id="rId15" Type="http://schemas.openxmlformats.org/officeDocument/2006/relationships/hyperlink" Target="https://www.instagram.com/os_foreign_collaboration/" TargetMode="External"/><Relationship Id="rId10" Type="http://schemas.openxmlformats.org/officeDocument/2006/relationships/hyperlink" Target="https://www.linkedin.com/in/orenasolutions/" TargetMode="External"/><Relationship Id="rId4" Type="http://schemas.openxmlformats.org/officeDocument/2006/relationships/image" Target="../media/image69.png"/><Relationship Id="rId9" Type="http://schemas.openxmlformats.org/officeDocument/2006/relationships/hyperlink" Target="https://www.facebook.com/Orena-Solutions-Development-106234737913372" TargetMode="External"/><Relationship Id="rId14" Type="http://schemas.openxmlformats.org/officeDocument/2006/relationships/hyperlink" Target="https://www.linkedin.com/in/orena-solutions-product-selling-3750931b8/"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951"/>
        </a:solidFill>
        <a:effectLst/>
      </p:bgPr>
    </p:bg>
    <p:spTree>
      <p:nvGrpSpPr>
        <p:cNvPr id="1" name=""/>
        <p:cNvGrpSpPr/>
        <p:nvPr/>
      </p:nvGrpSpPr>
      <p:grpSpPr>
        <a:xfrm>
          <a:off x="0" y="0"/>
          <a:ext cx="0" cy="0"/>
          <a:chOff x="0" y="0"/>
          <a:chExt cx="0" cy="0"/>
        </a:xfrm>
      </p:grpSpPr>
      <p:sp>
        <p:nvSpPr>
          <p:cNvPr id="19" name="Rectangle 18"/>
          <p:cNvSpPr/>
          <p:nvPr/>
        </p:nvSpPr>
        <p:spPr>
          <a:xfrm>
            <a:off x="2518970" y="4472837"/>
            <a:ext cx="7937244" cy="400110"/>
          </a:xfrm>
          <a:prstGeom prst="rect">
            <a:avLst/>
          </a:prstGeom>
          <a:noFill/>
        </p:spPr>
        <p:txBody>
          <a:bodyPr wrap="square">
            <a:spAutoFit/>
          </a:bodyPr>
          <a:lstStyle/>
          <a:p>
            <a:pPr algn="ctr"/>
            <a:r>
              <a:rPr lang="en-US" sz="2000" dirty="0">
                <a:solidFill>
                  <a:schemeClr val="bg1">
                    <a:lumMod val="95000"/>
                  </a:schemeClr>
                </a:solidFill>
                <a:latin typeface="Source Sans Pro Light" panose="020B0403030403020204" pitchFamily="34" charset="0"/>
              </a:rPr>
              <a:t>Bridging the Gap between Industry and Academia</a:t>
            </a:r>
            <a:endParaRPr lang="id-ID" sz="2000" dirty="0">
              <a:solidFill>
                <a:schemeClr val="accent2"/>
              </a:solidFill>
              <a:latin typeface="Source Sans Pro Light" panose="020B0403030403020204" pitchFamily="34" charset="0"/>
            </a:endParaRPr>
          </a:p>
        </p:txBody>
      </p:sp>
      <p:pic>
        <p:nvPicPr>
          <p:cNvPr id="18" name="Picture 17" descr="Orena_Logo_Final.png"/>
          <p:cNvPicPr>
            <a:picLocks noChangeAspect="1"/>
          </p:cNvPicPr>
          <p:nvPr/>
        </p:nvPicPr>
        <p:blipFill>
          <a:blip r:embed="rId2" cstate="screen"/>
          <a:stretch>
            <a:fillRect/>
          </a:stretch>
        </p:blipFill>
        <p:spPr>
          <a:xfrm>
            <a:off x="2908178" y="405516"/>
            <a:ext cx="5943370" cy="3713565"/>
          </a:xfrm>
          <a:prstGeom prst="rect">
            <a:avLst/>
          </a:prstGeom>
        </p:spPr>
      </p:pic>
      <p:sp>
        <p:nvSpPr>
          <p:cNvPr id="5" name="Rectangle 4"/>
          <p:cNvSpPr/>
          <p:nvPr/>
        </p:nvSpPr>
        <p:spPr>
          <a:xfrm>
            <a:off x="2515610" y="5074330"/>
            <a:ext cx="7937244" cy="400110"/>
          </a:xfrm>
          <a:prstGeom prst="rect">
            <a:avLst/>
          </a:prstGeom>
          <a:noFill/>
        </p:spPr>
        <p:txBody>
          <a:bodyPr wrap="square">
            <a:spAutoFit/>
          </a:bodyPr>
          <a:lstStyle/>
          <a:p>
            <a:pPr algn="ctr"/>
            <a:r>
              <a:rPr lang="en-US" sz="2000" dirty="0">
                <a:solidFill>
                  <a:schemeClr val="bg1">
                    <a:lumMod val="95000"/>
                  </a:schemeClr>
                </a:solidFill>
                <a:latin typeface="Source Sans Pro Light" panose="020B0403030403020204" pitchFamily="34" charset="0"/>
              </a:rPr>
              <a:t>Research Based Training</a:t>
            </a:r>
            <a:endParaRPr lang="id-ID" sz="2000" dirty="0">
              <a:solidFill>
                <a:schemeClr val="accent2"/>
              </a:solidFill>
              <a:latin typeface="Source Sans Pro Light" panose="020B0403030403020204" pitchFamily="34" charset="0"/>
            </a:endParaRPr>
          </a:p>
        </p:txBody>
      </p:sp>
      <p:sp>
        <p:nvSpPr>
          <p:cNvPr id="6" name="Rectangle 5"/>
          <p:cNvSpPr/>
          <p:nvPr/>
        </p:nvSpPr>
        <p:spPr>
          <a:xfrm rot="16200000">
            <a:off x="2671769" y="5465767"/>
            <a:ext cx="75246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p:cNvSpPr/>
          <p:nvPr/>
        </p:nvSpPr>
        <p:spPr>
          <a:xfrm rot="16200000">
            <a:off x="4703767" y="5465765"/>
            <a:ext cx="75246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p:cNvSpPr/>
          <p:nvPr/>
        </p:nvSpPr>
        <p:spPr>
          <a:xfrm rot="16200000">
            <a:off x="6735765" y="5465764"/>
            <a:ext cx="75247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 name="Rectangle 9"/>
          <p:cNvSpPr/>
          <p:nvPr/>
        </p:nvSpPr>
        <p:spPr>
          <a:xfrm rot="16200000">
            <a:off x="10799766" y="5465766"/>
            <a:ext cx="752468"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p:cNvSpPr/>
          <p:nvPr/>
        </p:nvSpPr>
        <p:spPr>
          <a:xfrm rot="16200000">
            <a:off x="639763" y="5465762"/>
            <a:ext cx="752475"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2" name="Group 11"/>
          <p:cNvGrpSpPr/>
          <p:nvPr/>
        </p:nvGrpSpPr>
        <p:grpSpPr>
          <a:xfrm>
            <a:off x="2" y="6736617"/>
            <a:ext cx="12191999" cy="134339"/>
            <a:chOff x="2" y="2110197"/>
            <a:chExt cx="12191999" cy="134339"/>
          </a:xfrm>
        </p:grpSpPr>
        <p:sp>
          <p:nvSpPr>
            <p:cNvPr id="13" name="Rectangle 12"/>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Rectangle 16"/>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Rectangle 19"/>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1" name="Rectangle 20"/>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Tree>
    <p:extLst>
      <p:ext uri="{BB962C8B-B14F-4D97-AF65-F5344CB8AC3E}">
        <p14:creationId xmlns:p14="http://schemas.microsoft.com/office/powerpoint/2010/main" val="240738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par>
                          <p:cTn id="16" fill="hold">
                            <p:stCondLst>
                              <p:cond delay="1500"/>
                            </p:stCondLst>
                            <p:childTnLst>
                              <p:par>
                                <p:cTn id="17" presetID="42"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anim calcmode="lin" valueType="num">
                                      <p:cBhvr>
                                        <p:cTn id="20" dur="500" fill="hold"/>
                                        <p:tgtEl>
                                          <p:spTgt spid="11"/>
                                        </p:tgtEl>
                                        <p:attrNameLst>
                                          <p:attrName>ppt_x</p:attrName>
                                        </p:attrNameLst>
                                      </p:cBhvr>
                                      <p:tavLst>
                                        <p:tav tm="0">
                                          <p:val>
                                            <p:strVal val="#ppt_x"/>
                                          </p:val>
                                        </p:tav>
                                        <p:tav tm="100000">
                                          <p:val>
                                            <p:strVal val="#ppt_x"/>
                                          </p:val>
                                        </p:tav>
                                      </p:tavLst>
                                    </p:anim>
                                    <p:anim calcmode="lin" valueType="num">
                                      <p:cBhvr>
                                        <p:cTn id="21" dur="500" fill="hold"/>
                                        <p:tgtEl>
                                          <p:spTgt spid="11"/>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42" presetClass="entr" presetSubtype="0"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ppt_y+.1"/>
                                          </p:val>
                                        </p:tav>
                                        <p:tav tm="100000">
                                          <p:val>
                                            <p:strVal val="#ppt_y"/>
                                          </p:val>
                                        </p:tav>
                                      </p:tavLst>
                                    </p:anim>
                                  </p:childTnLst>
                                </p:cTn>
                              </p:par>
                            </p:childTnLst>
                          </p:cTn>
                        </p:par>
                        <p:par>
                          <p:cTn id="28" fill="hold">
                            <p:stCondLst>
                              <p:cond delay="2500"/>
                            </p:stCondLst>
                            <p:childTnLst>
                              <p:par>
                                <p:cTn id="29" presetID="42" presetClass="entr" presetSubtype="0"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anim calcmode="lin" valueType="num">
                                      <p:cBhvr>
                                        <p:cTn id="32" dur="500" fill="hold"/>
                                        <p:tgtEl>
                                          <p:spTgt spid="7"/>
                                        </p:tgtEl>
                                        <p:attrNameLst>
                                          <p:attrName>ppt_x</p:attrName>
                                        </p:attrNameLst>
                                      </p:cBhvr>
                                      <p:tavLst>
                                        <p:tav tm="0">
                                          <p:val>
                                            <p:strVal val="#ppt_x"/>
                                          </p:val>
                                        </p:tav>
                                        <p:tav tm="100000">
                                          <p:val>
                                            <p:strVal val="#ppt_x"/>
                                          </p:val>
                                        </p:tav>
                                      </p:tavLst>
                                    </p:anim>
                                    <p:anim calcmode="lin" valueType="num">
                                      <p:cBhvr>
                                        <p:cTn id="33" dur="500" fill="hold"/>
                                        <p:tgtEl>
                                          <p:spTgt spid="7"/>
                                        </p:tgtEl>
                                        <p:attrNameLst>
                                          <p:attrName>ppt_y</p:attrName>
                                        </p:attrNameLst>
                                      </p:cBhvr>
                                      <p:tavLst>
                                        <p:tav tm="0">
                                          <p:val>
                                            <p:strVal val="#ppt_y+.1"/>
                                          </p:val>
                                        </p:tav>
                                        <p:tav tm="100000">
                                          <p:val>
                                            <p:strVal val="#ppt_y"/>
                                          </p:val>
                                        </p:tav>
                                      </p:tavLst>
                                    </p:anim>
                                  </p:childTnLst>
                                </p:cTn>
                              </p:par>
                            </p:childTnLst>
                          </p:cTn>
                        </p:par>
                        <p:par>
                          <p:cTn id="34" fill="hold">
                            <p:stCondLst>
                              <p:cond delay="3000"/>
                            </p:stCondLst>
                            <p:childTnLst>
                              <p:par>
                                <p:cTn id="35" presetID="42" presetClass="entr" presetSubtype="0" fill="hold" grpId="0" nodeType="after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anim calcmode="lin" valueType="num">
                                      <p:cBhvr>
                                        <p:cTn id="38" dur="500" fill="hold"/>
                                        <p:tgtEl>
                                          <p:spTgt spid="8"/>
                                        </p:tgtEl>
                                        <p:attrNameLst>
                                          <p:attrName>ppt_x</p:attrName>
                                        </p:attrNameLst>
                                      </p:cBhvr>
                                      <p:tavLst>
                                        <p:tav tm="0">
                                          <p:val>
                                            <p:strVal val="#ppt_x"/>
                                          </p:val>
                                        </p:tav>
                                        <p:tav tm="100000">
                                          <p:val>
                                            <p:strVal val="#ppt_x"/>
                                          </p:val>
                                        </p:tav>
                                      </p:tavLst>
                                    </p:anim>
                                    <p:anim calcmode="lin" valueType="num">
                                      <p:cBhvr>
                                        <p:cTn id="39" dur="500" fill="hold"/>
                                        <p:tgtEl>
                                          <p:spTgt spid="8"/>
                                        </p:tgtEl>
                                        <p:attrNameLst>
                                          <p:attrName>ppt_y</p:attrName>
                                        </p:attrNameLst>
                                      </p:cBhvr>
                                      <p:tavLst>
                                        <p:tav tm="0">
                                          <p:val>
                                            <p:strVal val="#ppt_y+.1"/>
                                          </p:val>
                                        </p:tav>
                                        <p:tav tm="100000">
                                          <p:val>
                                            <p:strVal val="#ppt_y"/>
                                          </p:val>
                                        </p:tav>
                                      </p:tavLst>
                                    </p:anim>
                                  </p:childTnLst>
                                </p:cTn>
                              </p:par>
                            </p:childTnLst>
                          </p:cTn>
                        </p:par>
                        <p:par>
                          <p:cTn id="40" fill="hold">
                            <p:stCondLst>
                              <p:cond delay="3500"/>
                            </p:stCondLst>
                            <p:childTnLst>
                              <p:par>
                                <p:cTn id="41" presetID="42" presetClass="entr" presetSubtype="0" fill="hold" grpId="0" nodeType="after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anim calcmode="lin" valueType="num">
                                      <p:cBhvr>
                                        <p:cTn id="44" dur="500" fill="hold"/>
                                        <p:tgtEl>
                                          <p:spTgt spid="9"/>
                                        </p:tgtEl>
                                        <p:attrNameLst>
                                          <p:attrName>ppt_x</p:attrName>
                                        </p:attrNameLst>
                                      </p:cBhvr>
                                      <p:tavLst>
                                        <p:tav tm="0">
                                          <p:val>
                                            <p:strVal val="#ppt_x"/>
                                          </p:val>
                                        </p:tav>
                                        <p:tav tm="100000">
                                          <p:val>
                                            <p:strVal val="#ppt_x"/>
                                          </p:val>
                                        </p:tav>
                                      </p:tavLst>
                                    </p:anim>
                                    <p:anim calcmode="lin" valueType="num">
                                      <p:cBhvr>
                                        <p:cTn id="45" dur="500" fill="hold"/>
                                        <p:tgtEl>
                                          <p:spTgt spid="9"/>
                                        </p:tgtEl>
                                        <p:attrNameLst>
                                          <p:attrName>ppt_y</p:attrName>
                                        </p:attrNameLst>
                                      </p:cBhvr>
                                      <p:tavLst>
                                        <p:tav tm="0">
                                          <p:val>
                                            <p:strVal val="#ppt_y+.1"/>
                                          </p:val>
                                        </p:tav>
                                        <p:tav tm="100000">
                                          <p:val>
                                            <p:strVal val="#ppt_y"/>
                                          </p:val>
                                        </p:tav>
                                      </p:tavLst>
                                    </p:anim>
                                  </p:childTnLst>
                                </p:cTn>
                              </p:par>
                            </p:childTnLst>
                          </p:cTn>
                        </p:par>
                        <p:par>
                          <p:cTn id="46" fill="hold">
                            <p:stCondLst>
                              <p:cond delay="4000"/>
                            </p:stCondLst>
                            <p:childTnLst>
                              <p:par>
                                <p:cTn id="47" presetID="42" presetClass="entr" presetSubtype="0" fill="hold" grpId="0" nodeType="after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anim calcmode="lin" valueType="num">
                                      <p:cBhvr>
                                        <p:cTn id="50" dur="500" fill="hold"/>
                                        <p:tgtEl>
                                          <p:spTgt spid="10"/>
                                        </p:tgtEl>
                                        <p:attrNameLst>
                                          <p:attrName>ppt_x</p:attrName>
                                        </p:attrNameLst>
                                      </p:cBhvr>
                                      <p:tavLst>
                                        <p:tav tm="0">
                                          <p:val>
                                            <p:strVal val="#ppt_x"/>
                                          </p:val>
                                        </p:tav>
                                        <p:tav tm="100000">
                                          <p:val>
                                            <p:strVal val="#ppt_x"/>
                                          </p:val>
                                        </p:tav>
                                      </p:tavLst>
                                    </p:anim>
                                    <p:anim calcmode="lin" valueType="num">
                                      <p:cBhvr>
                                        <p:cTn id="51"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5" grpId="0"/>
      <p:bldP spid="6" grpId="0" animBg="1"/>
      <p:bldP spid="7" grpId="0" animBg="1"/>
      <p:bldP spid="8" grpId="0" animBg="1"/>
      <p:bldP spid="9" grpId="0" animBg="1"/>
      <p:bldP spid="10" grpId="0" animBg="1"/>
      <p:bldP spid="1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Blue rectangle">
            <a:extLst>
              <a:ext uri="{FF2B5EF4-FFF2-40B4-BE49-F238E27FC236}">
                <a16:creationId xmlns:a16="http://schemas.microsoft.com/office/drawing/2014/main" id="{7D87B918-371C-4B31-9C7A-1D9A08C8A3BB}"/>
              </a:ext>
            </a:extLst>
          </p:cNvPr>
          <p:cNvPicPr>
            <a:picLocks noGrp="1" noChangeAspect="1"/>
          </p:cNvPicPr>
          <p:nvPr>
            <p:ph sz="half" idx="4294967295"/>
          </p:nvPr>
        </p:nvPicPr>
        <p:blipFill rotWithShape="1">
          <a:blip r:embed="rId3">
            <a:extLst>
              <a:ext uri="{28A0092B-C50C-407E-A947-70E740481C1C}">
                <a14:useLocalDpi xmlns:a14="http://schemas.microsoft.com/office/drawing/2010/main" val="0"/>
              </a:ext>
            </a:extLst>
          </a:blip>
          <a:srcRect/>
          <a:stretch/>
        </p:blipFill>
        <p:spPr>
          <a:xfrm>
            <a:off x="0" y="0"/>
            <a:ext cx="12192000" cy="6858000"/>
          </a:xfrm>
        </p:spPr>
      </p:pic>
      <p:sp>
        <p:nvSpPr>
          <p:cNvPr id="8" name="object 3" descr="Blue rectangle">
            <a:extLst>
              <a:ext uri="{FF2B5EF4-FFF2-40B4-BE49-F238E27FC236}">
                <a16:creationId xmlns:a16="http://schemas.microsoft.com/office/drawing/2014/main" id="{A277388B-76FD-44C4-B506-F8A157E57C65}"/>
              </a:ext>
            </a:extLst>
          </p:cNvPr>
          <p:cNvSpPr/>
          <p:nvPr/>
        </p:nvSpPr>
        <p:spPr>
          <a:xfrm>
            <a:off x="2400" y="9331"/>
            <a:ext cx="121896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
              <a:ea typeface="+mn-ea"/>
              <a:cs typeface="+mn-cs"/>
            </a:endParaRPr>
          </a:p>
        </p:txBody>
      </p:sp>
      <p:sp>
        <p:nvSpPr>
          <p:cNvPr id="9" name="Oval 8" descr="Beige oval">
            <a:extLst>
              <a:ext uri="{FF2B5EF4-FFF2-40B4-BE49-F238E27FC236}">
                <a16:creationId xmlns:a16="http://schemas.microsoft.com/office/drawing/2014/main" id="{1191A09B-8CB4-416A-B1F9-ABC3B476DE1F}"/>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
              <a:ea typeface="+mn-ea"/>
              <a:cs typeface="+mn-cs"/>
            </a:endParaRPr>
          </a:p>
        </p:txBody>
      </p:sp>
      <p:sp>
        <p:nvSpPr>
          <p:cNvPr id="2" name="Title 1">
            <a:extLst>
              <a:ext uri="{FF2B5EF4-FFF2-40B4-BE49-F238E27FC236}">
                <a16:creationId xmlns:a16="http://schemas.microsoft.com/office/drawing/2014/main" id="{04D00B79-44BB-4D5F-B51D-2270A854D77A}"/>
              </a:ext>
            </a:extLst>
          </p:cNvPr>
          <p:cNvSpPr>
            <a:spLocks noGrp="1"/>
          </p:cNvSpPr>
          <p:nvPr>
            <p:ph type="title"/>
          </p:nvPr>
        </p:nvSpPr>
        <p:spPr bwMode="white">
          <a:xfrm>
            <a:off x="838200" y="329956"/>
            <a:ext cx="10515600" cy="1325563"/>
          </a:xfrm>
        </p:spPr>
        <p:txBody>
          <a:bodyPr/>
          <a:lstStyle/>
          <a:p>
            <a:r>
              <a:rPr lang="en-US" dirty="0">
                <a:solidFill>
                  <a:schemeClr val="bg1"/>
                </a:solidFill>
              </a:rPr>
              <a:t>INDUSTRY OUTLOOK – Higher Education</a:t>
            </a:r>
            <a:endParaRPr lang="en-US" dirty="0"/>
          </a:p>
        </p:txBody>
      </p:sp>
      <p:sp>
        <p:nvSpPr>
          <p:cNvPr id="5" name="Slide Number Placeholder 4">
            <a:extLst>
              <a:ext uri="{FF2B5EF4-FFF2-40B4-BE49-F238E27FC236}">
                <a16:creationId xmlns:a16="http://schemas.microsoft.com/office/drawing/2014/main" id="{CDF3C1EE-D9A0-406A-9A3A-75C82527E0D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EE24B5-652C-4DB5-B7C3-B5BBEC1280B1}" type="slidenum">
              <a:rPr kumimoji="0" lang="en-US" sz="1000" b="0" i="1" u="none" strike="noStrike" kern="1200" cap="none" spc="0" normalizeH="0" baseline="0" noProof="0" smtClean="0">
                <a:ln>
                  <a:noFill/>
                </a:ln>
                <a:solidFill>
                  <a:srgbClr val="00292E">
                    <a:alpha val="70000"/>
                  </a:srgbClr>
                </a:solidFill>
                <a:effectLst/>
                <a:uLnTx/>
                <a:uFillTx/>
                <a:latin typeface="Arial "/>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000" b="0" i="1" u="none" strike="noStrike" kern="1200" cap="none" spc="0" normalizeH="0" baseline="0" noProof="0" dirty="0">
              <a:ln>
                <a:noFill/>
              </a:ln>
              <a:solidFill>
                <a:srgbClr val="00292E">
                  <a:alpha val="70000"/>
                </a:srgbClr>
              </a:solidFill>
              <a:effectLst/>
              <a:uLnTx/>
              <a:uFillTx/>
              <a:latin typeface="Arial "/>
              <a:ea typeface="+mn-ea"/>
              <a:cs typeface="+mn-cs"/>
            </a:endParaRPr>
          </a:p>
        </p:txBody>
      </p:sp>
      <p:graphicFrame>
        <p:nvGraphicFramePr>
          <p:cNvPr id="13" name="Content Placeholder 12" descr="Table">
            <a:extLst>
              <a:ext uri="{FF2B5EF4-FFF2-40B4-BE49-F238E27FC236}">
                <a16:creationId xmlns:a16="http://schemas.microsoft.com/office/drawing/2014/main" id="{1D6AB21B-0AB3-44DD-AD8E-D2EDD77DEA42}"/>
              </a:ext>
            </a:extLst>
          </p:cNvPr>
          <p:cNvGraphicFramePr>
            <a:graphicFrameLocks noGrp="1"/>
          </p:cNvGraphicFramePr>
          <p:nvPr>
            <p:ph sz="half" idx="4294967295"/>
            <p:extLst/>
          </p:nvPr>
        </p:nvGraphicFramePr>
        <p:xfrm>
          <a:off x="859454" y="2544763"/>
          <a:ext cx="10473092" cy="2468880"/>
        </p:xfrm>
        <a:graphic>
          <a:graphicData uri="http://schemas.openxmlformats.org/drawingml/2006/table">
            <a:tbl>
              <a:tblPr firstRow="1" bandRow="1">
                <a:tableStyleId>{5C22544A-7EE6-4342-B048-85BDC9FD1C3A}</a:tableStyleId>
              </a:tblPr>
              <a:tblGrid>
                <a:gridCol w="2094618">
                  <a:extLst>
                    <a:ext uri="{9D8B030D-6E8A-4147-A177-3AD203B41FA5}">
                      <a16:colId xmlns:a16="http://schemas.microsoft.com/office/drawing/2014/main" val="3572385518"/>
                    </a:ext>
                  </a:extLst>
                </a:gridCol>
                <a:gridCol w="2094618">
                  <a:extLst>
                    <a:ext uri="{9D8B030D-6E8A-4147-A177-3AD203B41FA5}">
                      <a16:colId xmlns:a16="http://schemas.microsoft.com/office/drawing/2014/main" val="1440817424"/>
                    </a:ext>
                  </a:extLst>
                </a:gridCol>
                <a:gridCol w="2094620">
                  <a:extLst>
                    <a:ext uri="{9D8B030D-6E8A-4147-A177-3AD203B41FA5}">
                      <a16:colId xmlns:a16="http://schemas.microsoft.com/office/drawing/2014/main" val="1835666774"/>
                    </a:ext>
                  </a:extLst>
                </a:gridCol>
                <a:gridCol w="2094618">
                  <a:extLst>
                    <a:ext uri="{9D8B030D-6E8A-4147-A177-3AD203B41FA5}">
                      <a16:colId xmlns:a16="http://schemas.microsoft.com/office/drawing/2014/main" val="3312468757"/>
                    </a:ext>
                  </a:extLst>
                </a:gridCol>
                <a:gridCol w="2094618">
                  <a:extLst>
                    <a:ext uri="{9D8B030D-6E8A-4147-A177-3AD203B41FA5}">
                      <a16:colId xmlns:a16="http://schemas.microsoft.com/office/drawing/2014/main" val="388103177"/>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3000" b="1" kern="1200" dirty="0">
                          <a:solidFill>
                            <a:schemeClr val="accent1"/>
                          </a:solidFill>
                          <a:latin typeface="+mn-lt"/>
                          <a:ea typeface="+mn-ea"/>
                          <a:cs typeface="+mn-cs"/>
                        </a:rPr>
                        <a:t>$319.167B</a:t>
                      </a:r>
                      <a:endParaRPr lang="en-US" sz="3000" b="1" kern="1200" dirty="0">
                        <a:solidFill>
                          <a:schemeClr val="accent1"/>
                        </a:solidFill>
                        <a:latin typeface="+mn-lt"/>
                        <a:ea typeface="+mn-ea"/>
                        <a:cs typeface="+mn-cs"/>
                      </a:endParaRPr>
                    </a:p>
                    <a:p>
                      <a:pPr algn="ctr"/>
                      <a:endParaRPr lang="en-US" sz="3000" b="1" dirty="0">
                        <a:solidFill>
                          <a:schemeClr val="accent1"/>
                        </a:solidFill>
                        <a:latin typeface="+mj-lt"/>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000" b="1" kern="1200" dirty="0">
                          <a:solidFill>
                            <a:schemeClr val="accent1"/>
                          </a:solidFill>
                          <a:latin typeface="+mn-lt"/>
                          <a:ea typeface="+mn-ea"/>
                          <a:cs typeface="+mn-cs"/>
                        </a:rPr>
                        <a:t>$70.62B</a:t>
                      </a:r>
                    </a:p>
                    <a:p>
                      <a:pPr algn="ctr"/>
                      <a:endParaRPr lang="en-US" sz="3000" b="1" dirty="0">
                        <a:solidFill>
                          <a:schemeClr val="accent1"/>
                        </a:solidFill>
                        <a:latin typeface="+mj-lt"/>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000" b="1" kern="1200" dirty="0">
                          <a:solidFill>
                            <a:schemeClr val="accent1"/>
                          </a:solidFill>
                          <a:latin typeface="+mn-lt"/>
                          <a:ea typeface="+mn-ea"/>
                          <a:cs typeface="+mn-cs"/>
                        </a:rPr>
                        <a:t>$247M</a:t>
                      </a:r>
                    </a:p>
                    <a:p>
                      <a:pPr algn="ctr"/>
                      <a:endParaRPr lang="en-US" sz="3000" b="1" dirty="0">
                        <a:solidFill>
                          <a:schemeClr val="accent1"/>
                        </a:solidFill>
                        <a:latin typeface="+mj-lt"/>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000" b="1" kern="1200" dirty="0">
                          <a:solidFill>
                            <a:schemeClr val="accent1"/>
                          </a:solidFill>
                          <a:latin typeface="+mn-lt"/>
                          <a:ea typeface="+mn-ea"/>
                          <a:cs typeface="+mn-cs"/>
                        </a:rPr>
                        <a:t>25%</a:t>
                      </a:r>
                    </a:p>
                    <a:p>
                      <a:pPr algn="ctr"/>
                      <a:endParaRPr lang="en-US" sz="3000" b="1" dirty="0">
                        <a:solidFill>
                          <a:schemeClr val="accent1"/>
                        </a:solidFill>
                        <a:latin typeface="+mj-lt"/>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2800" b="1" kern="1200" dirty="0">
                          <a:solidFill>
                            <a:schemeClr val="accent1"/>
                          </a:solidFill>
                          <a:latin typeface="+mn-lt"/>
                          <a:ea typeface="+mn-ea"/>
                          <a:cs typeface="+mn-cs"/>
                        </a:rPr>
                        <a:t>100%</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88120738"/>
                  </a:ext>
                </a:extLst>
              </a:tr>
              <a:tr h="100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800" i="1" kern="1200" spc="-25" dirty="0">
                          <a:solidFill>
                            <a:schemeClr val="bg2">
                              <a:lumMod val="20000"/>
                              <a:lumOff val="80000"/>
                            </a:schemeClr>
                          </a:solidFill>
                          <a:latin typeface="+mn-lt"/>
                          <a:ea typeface="+mn-ea"/>
                          <a:cs typeface="Arial"/>
                        </a:rPr>
                        <a:t>Entire World</a:t>
                      </a:r>
                      <a:r>
                        <a:rPr lang="da-DK" sz="1800" i="1" kern="1200" spc="-25" baseline="0" dirty="0">
                          <a:solidFill>
                            <a:schemeClr val="bg2">
                              <a:lumMod val="20000"/>
                              <a:lumOff val="80000"/>
                            </a:schemeClr>
                          </a:solidFill>
                          <a:latin typeface="+mn-lt"/>
                          <a:ea typeface="+mn-ea"/>
                          <a:cs typeface="Arial"/>
                        </a:rPr>
                        <a:t> Higher Education </a:t>
                      </a:r>
                      <a:endParaRPr lang="en-US" sz="1800" i="1" kern="1200" spc="-25" dirty="0">
                        <a:solidFill>
                          <a:schemeClr val="bg2">
                            <a:lumMod val="20000"/>
                            <a:lumOff val="80000"/>
                          </a:schemeClr>
                        </a:solidFill>
                        <a:latin typeface="+mn-lt"/>
                        <a:ea typeface="+mn-ea"/>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25" normalizeH="0" baseline="0" noProof="0" dirty="0">
                        <a:ln>
                          <a:noFill/>
                        </a:ln>
                        <a:solidFill>
                          <a:srgbClr val="64B2C1">
                            <a:lumMod val="20000"/>
                            <a:lumOff val="80000"/>
                          </a:srgbClr>
                        </a:solidFill>
                        <a:effectLst/>
                        <a:uLnTx/>
                        <a:uFillTx/>
                        <a:latin typeface="Arial "/>
                        <a:ea typeface="+mn-ea"/>
                        <a:cs typeface="Aria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800" b="0" i="1" u="none" strike="noStrike" kern="1200" cap="none" spc="-25" normalizeH="0" baseline="0" noProof="0" dirty="0">
                          <a:ln>
                            <a:noFill/>
                          </a:ln>
                          <a:solidFill>
                            <a:srgbClr val="64B2C1">
                              <a:lumMod val="20000"/>
                              <a:lumOff val="80000"/>
                            </a:srgbClr>
                          </a:solidFill>
                          <a:effectLst/>
                          <a:uLnTx/>
                          <a:uFillTx/>
                          <a:latin typeface="+mn-lt"/>
                          <a:ea typeface="+mn-ea"/>
                          <a:cs typeface="Arial"/>
                        </a:rPr>
                        <a:t>World level Online Market</a:t>
                      </a:r>
                      <a:endParaRPr kumimoji="0" lang="en-US" sz="1800" b="0" i="1" u="none" strike="noStrike" kern="1200" cap="none" spc="-25" normalizeH="0" baseline="0" noProof="0" dirty="0">
                        <a:ln>
                          <a:noFill/>
                        </a:ln>
                        <a:solidFill>
                          <a:srgbClr val="64B2C1">
                            <a:lumMod val="20000"/>
                            <a:lumOff val="80000"/>
                          </a:srgbClr>
                        </a:solidFill>
                        <a:effectLst/>
                        <a:uLnTx/>
                        <a:uFillTx/>
                        <a:latin typeface="+mn-lt"/>
                        <a:ea typeface="+mn-ea"/>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25" normalizeH="0" baseline="0" noProof="0" dirty="0">
                        <a:ln>
                          <a:noFill/>
                        </a:ln>
                        <a:solidFill>
                          <a:srgbClr val="64B2C1">
                            <a:lumMod val="20000"/>
                            <a:lumOff val="80000"/>
                          </a:srgbClr>
                        </a:solidFill>
                        <a:effectLst/>
                        <a:uLnTx/>
                        <a:uFillTx/>
                        <a:latin typeface="Arial "/>
                        <a:ea typeface="+mn-ea"/>
                        <a:cs typeface="Aria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800" b="0" i="1" u="none" strike="noStrike" kern="1200" cap="none" spc="-25" normalizeH="0" baseline="0" noProof="0" dirty="0">
                          <a:ln>
                            <a:noFill/>
                          </a:ln>
                          <a:solidFill>
                            <a:srgbClr val="64B2C1">
                              <a:lumMod val="20000"/>
                              <a:lumOff val="80000"/>
                            </a:srgbClr>
                          </a:solidFill>
                          <a:effectLst/>
                          <a:uLnTx/>
                          <a:uFillTx/>
                          <a:latin typeface="+mn-lt"/>
                          <a:ea typeface="+mn-ea"/>
                          <a:cs typeface="Arial"/>
                        </a:rPr>
                        <a:t>Current India Online Market</a:t>
                      </a:r>
                      <a:endParaRPr kumimoji="0" lang="en-US" sz="1800" b="0" i="1" u="none" strike="noStrike" kern="1200" cap="none" spc="-25" normalizeH="0" baseline="0" noProof="0" dirty="0">
                        <a:ln>
                          <a:noFill/>
                        </a:ln>
                        <a:solidFill>
                          <a:srgbClr val="64B2C1">
                            <a:lumMod val="20000"/>
                            <a:lumOff val="80000"/>
                          </a:srgbClr>
                        </a:solidFill>
                        <a:effectLst/>
                        <a:uLnTx/>
                        <a:uFillTx/>
                        <a:latin typeface="+mn-lt"/>
                        <a:ea typeface="+mn-ea"/>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i="1" kern="1200" spc="-25" dirty="0">
                        <a:solidFill>
                          <a:schemeClr val="bg2">
                            <a:lumMod val="20000"/>
                            <a:lumOff val="80000"/>
                          </a:schemeClr>
                        </a:solidFill>
                        <a:latin typeface="+mn-lt"/>
                        <a:ea typeface="+mn-ea"/>
                        <a:cs typeface="Aria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800" i="1" kern="1200" spc="-25" dirty="0">
                          <a:solidFill>
                            <a:schemeClr val="bg2">
                              <a:lumMod val="20000"/>
                              <a:lumOff val="80000"/>
                            </a:schemeClr>
                          </a:solidFill>
                          <a:latin typeface="+mn-lt"/>
                          <a:ea typeface="+mn-ea"/>
                          <a:cs typeface="Arial"/>
                        </a:rPr>
                        <a:t>Directly</a:t>
                      </a:r>
                      <a:r>
                        <a:rPr lang="da-DK" sz="1800" i="1" kern="1200" spc="-25" baseline="0" dirty="0">
                          <a:solidFill>
                            <a:schemeClr val="bg2">
                              <a:lumMod val="20000"/>
                              <a:lumOff val="80000"/>
                            </a:schemeClr>
                          </a:solidFill>
                          <a:latin typeface="+mn-lt"/>
                          <a:ea typeface="+mn-ea"/>
                          <a:cs typeface="Arial"/>
                        </a:rPr>
                        <a:t> Employable across Globe from University</a:t>
                      </a:r>
                      <a:endParaRPr lang="en-US" sz="1800" i="1" kern="1200" spc="-25" dirty="0">
                        <a:solidFill>
                          <a:schemeClr val="bg2">
                            <a:lumMod val="20000"/>
                            <a:lumOff val="80000"/>
                          </a:schemeClr>
                        </a:solidFill>
                        <a:latin typeface="+mn-lt"/>
                        <a:ea typeface="+mn-ea"/>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i="1" kern="1200" spc="-25" dirty="0">
                        <a:solidFill>
                          <a:schemeClr val="bg2">
                            <a:lumMod val="20000"/>
                            <a:lumOff val="80000"/>
                          </a:schemeClr>
                        </a:solidFill>
                        <a:latin typeface="+mn-lt"/>
                        <a:ea typeface="+mn-ea"/>
                        <a:cs typeface="Aria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i="1" kern="1200" spc="-25" dirty="0">
                          <a:solidFill>
                            <a:schemeClr val="bg2">
                              <a:lumMod val="20000"/>
                              <a:lumOff val="80000"/>
                            </a:schemeClr>
                          </a:solidFill>
                          <a:latin typeface="+mn-lt"/>
                          <a:ea typeface="+mn-ea"/>
                          <a:cs typeface="Arial"/>
                        </a:rPr>
                        <a:t>Job Role</a:t>
                      </a:r>
                      <a:r>
                        <a:rPr lang="en-US" sz="1800" i="1" kern="1200" spc="-25" baseline="0" dirty="0">
                          <a:solidFill>
                            <a:schemeClr val="bg2">
                              <a:lumMod val="20000"/>
                              <a:lumOff val="80000"/>
                            </a:schemeClr>
                          </a:solidFill>
                          <a:latin typeface="+mn-lt"/>
                          <a:ea typeface="+mn-ea"/>
                          <a:cs typeface="Arial"/>
                        </a:rPr>
                        <a:t> changes due to Technology Advancement and Pandemic</a:t>
                      </a:r>
                      <a:endParaRPr lang="en-US" sz="1800" i="1" kern="1200" spc="-25" dirty="0">
                        <a:solidFill>
                          <a:schemeClr val="bg2">
                            <a:lumMod val="20000"/>
                            <a:lumOff val="80000"/>
                          </a:schemeClr>
                        </a:solidFill>
                        <a:latin typeface="+mn-lt"/>
                        <a:ea typeface="+mn-ea"/>
                        <a:cs typeface="Aria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381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5001753"/>
                  </a:ext>
                </a:extLst>
              </a:tr>
            </a:tbl>
          </a:graphicData>
        </a:graphic>
      </p:graphicFrame>
      <p:sp>
        <p:nvSpPr>
          <p:cNvPr id="11" name="object 5" descr="Beige rectangle">
            <a:extLst>
              <a:ext uri="{FF2B5EF4-FFF2-40B4-BE49-F238E27FC236}">
                <a16:creationId xmlns:a16="http://schemas.microsoft.com/office/drawing/2014/main" id="{B07BA1F9-2C19-4C07-B29B-18B9FBCC4755}"/>
              </a:ext>
            </a:extLst>
          </p:cNvPr>
          <p:cNvSpPr/>
          <p:nvPr/>
        </p:nvSpPr>
        <p:spPr bwMode="white">
          <a:xfrm>
            <a:off x="947607" y="1324564"/>
            <a:ext cx="4536000" cy="0"/>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
              <a:ea typeface="+mn-ea"/>
              <a:cs typeface="+mn-cs"/>
            </a:endParaRPr>
          </a:p>
        </p:txBody>
      </p:sp>
      <p:cxnSp>
        <p:nvCxnSpPr>
          <p:cNvPr id="12" name="Straight Connector 11" descr="Line">
            <a:extLst>
              <a:ext uri="{FF2B5EF4-FFF2-40B4-BE49-F238E27FC236}">
                <a16:creationId xmlns:a16="http://schemas.microsoft.com/office/drawing/2014/main" id="{0D4D8421-B427-472B-95AE-FBBC914ACC5F}"/>
              </a:ext>
            </a:extLst>
          </p:cNvPr>
          <p:cNvCxnSpPr/>
          <p:nvPr/>
        </p:nvCxnSpPr>
        <p:spPr>
          <a:xfrm>
            <a:off x="6096000" y="4101403"/>
            <a:ext cx="0" cy="39600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C81554E6-FFC7-4D10-8E15-D72915B89452}"/>
              </a:ext>
            </a:extLst>
          </p:cNvPr>
          <p:cNvSpPr/>
          <p:nvPr/>
        </p:nvSpPr>
        <p:spPr>
          <a:xfrm>
            <a:off x="4648561" y="5579732"/>
            <a:ext cx="3024187" cy="647700"/>
          </a:xfrm>
          <a:prstGeom prst="rect">
            <a:avLst/>
          </a:prstGeom>
          <a:solidFill>
            <a:schemeClr val="accent1"/>
          </a:solidFill>
        </p:spPr>
        <p:txBody>
          <a:bodyPr wrap="square" anchor="ctr" anchorCtr="0">
            <a:noAutofit/>
          </a:bodyPr>
          <a:lstStyle/>
          <a:p>
            <a:pPr marL="0" marR="0" lvl="0" indent="0" algn="ctr" defTabSz="914400" rtl="0" eaLnBrk="1" fontAlgn="auto" latinLnBrk="0" hangingPunct="1">
              <a:lnSpc>
                <a:spcPct val="100000"/>
              </a:lnSpc>
              <a:spcBef>
                <a:spcPts val="1055"/>
              </a:spcBef>
              <a:spcAft>
                <a:spcPts val="0"/>
              </a:spcAft>
              <a:buClrTx/>
              <a:buSzTx/>
              <a:buFontTx/>
              <a:buNone/>
              <a:tabLst/>
              <a:defRPr/>
            </a:pPr>
            <a:r>
              <a:rPr kumimoji="0" lang="en-US" sz="3000" b="0" i="0" u="none" strike="noStrike" kern="1200" cap="none" spc="0" normalizeH="0" baseline="0" noProof="0" dirty="0">
                <a:ln>
                  <a:noFill/>
                </a:ln>
                <a:solidFill>
                  <a:srgbClr val="00292E"/>
                </a:solidFill>
                <a:effectLst/>
                <a:uLnTx/>
                <a:uFillTx/>
                <a:latin typeface="Gill Sans MT"/>
                <a:ea typeface="+mn-ea"/>
                <a:cs typeface="+mn-cs"/>
              </a:rPr>
              <a:t>SUCCESS</a:t>
            </a:r>
          </a:p>
        </p:txBody>
      </p:sp>
    </p:spTree>
    <p:extLst>
      <p:ext uri="{BB962C8B-B14F-4D97-AF65-F5344CB8AC3E}">
        <p14:creationId xmlns:p14="http://schemas.microsoft.com/office/powerpoint/2010/main" val="3072970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2951"/>
        </a:solidFill>
        <a:effectLst/>
      </p:bgPr>
    </p:bg>
    <p:spTree>
      <p:nvGrpSpPr>
        <p:cNvPr id="1" name=""/>
        <p:cNvGrpSpPr/>
        <p:nvPr/>
      </p:nvGrpSpPr>
      <p:grpSpPr>
        <a:xfrm>
          <a:off x="0" y="0"/>
          <a:ext cx="0" cy="0"/>
          <a:chOff x="0" y="0"/>
          <a:chExt cx="0" cy="0"/>
        </a:xfrm>
      </p:grpSpPr>
      <p:sp>
        <p:nvSpPr>
          <p:cNvPr id="12" name="Rectangle 11"/>
          <p:cNvSpPr/>
          <p:nvPr/>
        </p:nvSpPr>
        <p:spPr>
          <a:xfrm rot="16200000">
            <a:off x="2671769" y="5465767"/>
            <a:ext cx="75246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p:cNvSpPr/>
          <p:nvPr/>
        </p:nvSpPr>
        <p:spPr>
          <a:xfrm rot="16200000">
            <a:off x="4703767" y="5478828"/>
            <a:ext cx="75246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p:cNvSpPr/>
          <p:nvPr/>
        </p:nvSpPr>
        <p:spPr>
          <a:xfrm rot="16200000">
            <a:off x="6735765" y="5465764"/>
            <a:ext cx="75247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Rectangle 16"/>
          <p:cNvSpPr/>
          <p:nvPr/>
        </p:nvSpPr>
        <p:spPr>
          <a:xfrm rot="16200000">
            <a:off x="633290" y="5459288"/>
            <a:ext cx="765422" cy="20319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grpSp>
        <p:nvGrpSpPr>
          <p:cNvPr id="2" name="Group 17"/>
          <p:cNvGrpSpPr/>
          <p:nvPr/>
        </p:nvGrpSpPr>
        <p:grpSpPr>
          <a:xfrm>
            <a:off x="2" y="6736617"/>
            <a:ext cx="12191999" cy="134339"/>
            <a:chOff x="2" y="2110197"/>
            <a:chExt cx="12191999" cy="134339"/>
          </a:xfrm>
        </p:grpSpPr>
        <p:sp>
          <p:nvSpPr>
            <p:cNvPr id="19" name="Rectangle 18"/>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Rectangle 19"/>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1" name="Rectangle 20"/>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Rectangle 21"/>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Rectangle 23"/>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36" name="Straight Connector 35"/>
          <p:cNvCxnSpPr/>
          <p:nvPr/>
        </p:nvCxnSpPr>
        <p:spPr>
          <a:xfrm>
            <a:off x="1009487" y="4752975"/>
            <a:ext cx="0" cy="438149"/>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708255" y="204896"/>
            <a:ext cx="6518366" cy="646331"/>
          </a:xfrm>
          <a:prstGeom prst="rect">
            <a:avLst/>
          </a:prstGeom>
          <a:noFill/>
        </p:spPr>
        <p:txBody>
          <a:bodyPr wrap="square" lIns="91440" tIns="45720" rIns="91440" bIns="45720" rtlCol="0" anchor="t">
            <a:spAutoFit/>
          </a:bodyPr>
          <a:lstStyle/>
          <a:p>
            <a:pPr algn="ctr"/>
            <a:r>
              <a:rPr lang="en-US" sz="3600" b="1" dirty="0">
                <a:solidFill>
                  <a:schemeClr val="bg1"/>
                </a:solidFill>
                <a:latin typeface="Segoe UI"/>
                <a:cs typeface="Segoe UI"/>
              </a:rPr>
              <a:t>Our Vision</a:t>
            </a:r>
            <a:endParaRPr lang="id-ID" sz="3600" b="1" dirty="0">
              <a:solidFill>
                <a:schemeClr val="bg1"/>
              </a:solidFill>
              <a:latin typeface="Segoe UI"/>
              <a:cs typeface="Segoe UI"/>
            </a:endParaRPr>
          </a:p>
        </p:txBody>
      </p:sp>
      <p:pic>
        <p:nvPicPr>
          <p:cNvPr id="26" name="Content Placeholder 26">
            <a:extLst>
              <a:ext uri="{FF2B5EF4-FFF2-40B4-BE49-F238E27FC236}">
                <a16:creationId xmlns:a16="http://schemas.microsoft.com/office/drawing/2014/main" id="{C14D4766-CEEE-4A80-BE89-3E1975ED8FE4}"/>
              </a:ext>
            </a:extLst>
          </p:cNvPr>
          <p:cNvPicPr>
            <a:picLocks noChangeAspect="1"/>
          </p:cNvPicPr>
          <p:nvPr/>
        </p:nvPicPr>
        <p:blipFill>
          <a:blip r:embed="rId2"/>
          <a:stretch>
            <a:fillRect/>
          </a:stretch>
        </p:blipFill>
        <p:spPr>
          <a:xfrm>
            <a:off x="2607871" y="2060759"/>
            <a:ext cx="6231330" cy="3715040"/>
          </a:xfrm>
          <a:prstGeom prst="rect">
            <a:avLst/>
          </a:prstGeom>
        </p:spPr>
        <p:style>
          <a:lnRef idx="1">
            <a:schemeClr val="accent2"/>
          </a:lnRef>
          <a:fillRef idx="3">
            <a:schemeClr val="accent2"/>
          </a:fillRef>
          <a:effectRef idx="2">
            <a:schemeClr val="accent2"/>
          </a:effectRef>
          <a:fontRef idx="minor">
            <a:schemeClr val="lt1"/>
          </a:fontRef>
        </p:style>
      </p:pic>
      <p:sp>
        <p:nvSpPr>
          <p:cNvPr id="29" name="Rectangle 28"/>
          <p:cNvSpPr/>
          <p:nvPr/>
        </p:nvSpPr>
        <p:spPr>
          <a:xfrm>
            <a:off x="616132" y="862265"/>
            <a:ext cx="10959736" cy="923330"/>
          </a:xfrm>
          <a:prstGeom prst="rect">
            <a:avLst/>
          </a:prstGeom>
        </p:spPr>
        <p:txBody>
          <a:bodyPr wrap="square">
            <a:spAutoFit/>
          </a:bodyPr>
          <a:lstStyle/>
          <a:p>
            <a:r>
              <a:rPr lang="en-IN" dirty="0">
                <a:solidFill>
                  <a:schemeClr val="bg1"/>
                </a:solidFill>
              </a:rPr>
              <a:t>Our vision is to create an ecosystem to equip, empower and encourage the Human Talent for companies to contribute towards their growth through finding right talent and developing specific, customized and relevant research based training &amp; mentoring programs using Technology+.</a:t>
            </a:r>
          </a:p>
        </p:txBody>
      </p:sp>
      <p:pic>
        <p:nvPicPr>
          <p:cNvPr id="37" name="Picture 36" descr="Orena_Logo_Final.png"/>
          <p:cNvPicPr>
            <a:picLocks noChangeAspect="1"/>
          </p:cNvPicPr>
          <p:nvPr/>
        </p:nvPicPr>
        <p:blipFill>
          <a:blip r:embed="rId3" cstate="screen"/>
          <a:stretch>
            <a:fillRect/>
          </a:stretch>
        </p:blipFill>
        <p:spPr>
          <a:xfrm>
            <a:off x="10206471" y="5518372"/>
            <a:ext cx="1932071" cy="1207206"/>
          </a:xfrm>
          <a:prstGeom prst="rect">
            <a:avLst/>
          </a:prstGeom>
        </p:spPr>
      </p:pic>
    </p:spTree>
    <p:extLst>
      <p:ext uri="{BB962C8B-B14F-4D97-AF65-F5344CB8AC3E}">
        <p14:creationId xmlns:p14="http://schemas.microsoft.com/office/powerpoint/2010/main" val="1597517895"/>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anim calcmode="lin" valueType="num">
                                      <p:cBhvr>
                                        <p:cTn id="12" dur="500" fill="hold"/>
                                        <p:tgtEl>
                                          <p:spTgt spid="17"/>
                                        </p:tgtEl>
                                        <p:attrNameLst>
                                          <p:attrName>ppt_x</p:attrName>
                                        </p:attrNameLst>
                                      </p:cBhvr>
                                      <p:tavLst>
                                        <p:tav tm="0">
                                          <p:val>
                                            <p:strVal val="#ppt_x"/>
                                          </p:val>
                                        </p:tav>
                                        <p:tav tm="100000">
                                          <p:val>
                                            <p:strVal val="#ppt_x"/>
                                          </p:val>
                                        </p:tav>
                                      </p:tavLst>
                                    </p:anim>
                                    <p:anim calcmode="lin" valueType="num">
                                      <p:cBhvr>
                                        <p:cTn id="13" dur="500" fill="hold"/>
                                        <p:tgtEl>
                                          <p:spTgt spid="17"/>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anim calcmode="lin" valueType="num">
                                      <p:cBhvr>
                                        <p:cTn id="18" dur="500" fill="hold"/>
                                        <p:tgtEl>
                                          <p:spTgt spid="12"/>
                                        </p:tgtEl>
                                        <p:attrNameLst>
                                          <p:attrName>ppt_x</p:attrName>
                                        </p:attrNameLst>
                                      </p:cBhvr>
                                      <p:tavLst>
                                        <p:tav tm="0">
                                          <p:val>
                                            <p:strVal val="#ppt_x"/>
                                          </p:val>
                                        </p:tav>
                                        <p:tav tm="100000">
                                          <p:val>
                                            <p:strVal val="#ppt_x"/>
                                          </p:val>
                                        </p:tav>
                                      </p:tavLst>
                                    </p:anim>
                                    <p:anim calcmode="lin" valueType="num">
                                      <p:cBhvr>
                                        <p:cTn id="19" dur="500" fill="hold"/>
                                        <p:tgtEl>
                                          <p:spTgt spid="12"/>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42"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anim calcmode="lin" valueType="num">
                                      <p:cBhvr>
                                        <p:cTn id="24" dur="500" fill="hold"/>
                                        <p:tgtEl>
                                          <p:spTgt spid="13"/>
                                        </p:tgtEl>
                                        <p:attrNameLst>
                                          <p:attrName>ppt_x</p:attrName>
                                        </p:attrNameLst>
                                      </p:cBhvr>
                                      <p:tavLst>
                                        <p:tav tm="0">
                                          <p:val>
                                            <p:strVal val="#ppt_x"/>
                                          </p:val>
                                        </p:tav>
                                        <p:tav tm="100000">
                                          <p:val>
                                            <p:strVal val="#ppt_x"/>
                                          </p:val>
                                        </p:tav>
                                      </p:tavLst>
                                    </p:anim>
                                    <p:anim calcmode="lin" valueType="num">
                                      <p:cBhvr>
                                        <p:cTn id="25" dur="500" fill="hold"/>
                                        <p:tgtEl>
                                          <p:spTgt spid="13"/>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42"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anim calcmode="lin" valueType="num">
                                      <p:cBhvr>
                                        <p:cTn id="30" dur="500" fill="hold"/>
                                        <p:tgtEl>
                                          <p:spTgt spid="14"/>
                                        </p:tgtEl>
                                        <p:attrNameLst>
                                          <p:attrName>ppt_x</p:attrName>
                                        </p:attrNameLst>
                                      </p:cBhvr>
                                      <p:tavLst>
                                        <p:tav tm="0">
                                          <p:val>
                                            <p:strVal val="#ppt_x"/>
                                          </p:val>
                                        </p:tav>
                                        <p:tav tm="100000">
                                          <p:val>
                                            <p:strVal val="#ppt_x"/>
                                          </p:val>
                                        </p:tav>
                                      </p:tavLst>
                                    </p:anim>
                                    <p:anim calcmode="lin" valueType="num">
                                      <p:cBhvr>
                                        <p:cTn id="31" dur="500" fill="hold"/>
                                        <p:tgtEl>
                                          <p:spTgt spid="14"/>
                                        </p:tgtEl>
                                        <p:attrNameLst>
                                          <p:attrName>ppt_y</p:attrName>
                                        </p:attrNameLst>
                                      </p:cBhvr>
                                      <p:tavLst>
                                        <p:tav tm="0">
                                          <p:val>
                                            <p:strVal val="#ppt_y+.1"/>
                                          </p:val>
                                        </p:tav>
                                        <p:tav tm="100000">
                                          <p:val>
                                            <p:strVal val="#ppt_y"/>
                                          </p:val>
                                        </p:tav>
                                      </p:tavLst>
                                    </p:anim>
                                  </p:childTnLst>
                                </p:cTn>
                              </p:par>
                            </p:childTnLst>
                          </p:cTn>
                        </p:par>
                        <p:par>
                          <p:cTn id="32" fill="hold">
                            <p:stCondLst>
                              <p:cond delay="2500"/>
                            </p:stCondLst>
                            <p:childTnLst>
                              <p:par>
                                <p:cTn id="33" presetID="42"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anim calcmode="lin" valueType="num">
                                      <p:cBhvr>
                                        <p:cTn id="36" dur="500" fill="hold"/>
                                        <p:tgtEl>
                                          <p:spTgt spid="15"/>
                                        </p:tgtEl>
                                        <p:attrNameLst>
                                          <p:attrName>ppt_x</p:attrName>
                                        </p:attrNameLst>
                                      </p:cBhvr>
                                      <p:tavLst>
                                        <p:tav tm="0">
                                          <p:val>
                                            <p:strVal val="#ppt_x"/>
                                          </p:val>
                                        </p:tav>
                                        <p:tav tm="100000">
                                          <p:val>
                                            <p:strVal val="#ppt_x"/>
                                          </p:val>
                                        </p:tav>
                                      </p:tavLst>
                                    </p:anim>
                                    <p:anim calcmode="lin" valueType="num">
                                      <p:cBhvr>
                                        <p:cTn id="37" dur="500" fill="hold"/>
                                        <p:tgtEl>
                                          <p:spTgt spid="15"/>
                                        </p:tgtEl>
                                        <p:attrNameLst>
                                          <p:attrName>ppt_y</p:attrName>
                                        </p:attrNameLst>
                                      </p:cBhvr>
                                      <p:tavLst>
                                        <p:tav tm="0">
                                          <p:val>
                                            <p:strVal val="#ppt_y+.1"/>
                                          </p:val>
                                        </p:tav>
                                        <p:tav tm="100000">
                                          <p:val>
                                            <p:strVal val="#ppt_y"/>
                                          </p:val>
                                        </p:tav>
                                      </p:tavLst>
                                    </p:anim>
                                  </p:childTnLst>
                                </p:cTn>
                              </p:par>
                            </p:childTnLst>
                          </p:cTn>
                        </p:par>
                        <p:par>
                          <p:cTn id="38" fill="hold">
                            <p:stCondLst>
                              <p:cond delay="3000"/>
                            </p:stCondLst>
                            <p:childTnLst>
                              <p:par>
                                <p:cTn id="39" presetID="22" presetClass="entr" presetSubtype="4" fill="hold" nodeType="after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wipe(down)">
                                      <p:cBhvr>
                                        <p:cTn id="41" dur="500"/>
                                        <p:tgtEl>
                                          <p:spTgt spid="36"/>
                                        </p:tgtEl>
                                      </p:cBhvr>
                                    </p:animEffect>
                                  </p:childTnLst>
                                </p:cTn>
                              </p:par>
                            </p:childTnLst>
                          </p:cTn>
                        </p:par>
                        <p:par>
                          <p:cTn id="42" fill="hold">
                            <p:stCondLst>
                              <p:cond delay="3500"/>
                            </p:stCondLst>
                            <p:childTnLst>
                              <p:par>
                                <p:cTn id="43" presetID="42" presetClass="entr" presetSubtype="0" fill="hold" grpId="0" nodeType="afterEffect">
                                  <p:stCondLst>
                                    <p:cond delay="0"/>
                                  </p:stCondLst>
                                  <p:childTnLst>
                                    <p:set>
                                      <p:cBhvr>
                                        <p:cTn id="44" dur="1" fill="hold">
                                          <p:stCondLst>
                                            <p:cond delay="0"/>
                                          </p:stCondLst>
                                        </p:cTn>
                                        <p:tgtEl>
                                          <p:spTgt spid="40"/>
                                        </p:tgtEl>
                                        <p:attrNameLst>
                                          <p:attrName>style.visibility</p:attrName>
                                        </p:attrNameLst>
                                      </p:cBhvr>
                                      <p:to>
                                        <p:strVal val="visible"/>
                                      </p:to>
                                    </p:set>
                                    <p:animEffect transition="in" filter="fade">
                                      <p:cBhvr>
                                        <p:cTn id="45" dur="1000"/>
                                        <p:tgtEl>
                                          <p:spTgt spid="40"/>
                                        </p:tgtEl>
                                      </p:cBhvr>
                                    </p:animEffect>
                                    <p:anim calcmode="lin" valueType="num">
                                      <p:cBhvr>
                                        <p:cTn id="46" dur="1000" fill="hold"/>
                                        <p:tgtEl>
                                          <p:spTgt spid="40"/>
                                        </p:tgtEl>
                                        <p:attrNameLst>
                                          <p:attrName>ppt_x</p:attrName>
                                        </p:attrNameLst>
                                      </p:cBhvr>
                                      <p:tavLst>
                                        <p:tav tm="0">
                                          <p:val>
                                            <p:strVal val="#ppt_x"/>
                                          </p:val>
                                        </p:tav>
                                        <p:tav tm="100000">
                                          <p:val>
                                            <p:strVal val="#ppt_x"/>
                                          </p:val>
                                        </p:tav>
                                      </p:tavLst>
                                    </p:anim>
                                    <p:anim calcmode="lin" valueType="num">
                                      <p:cBhvr>
                                        <p:cTn id="47"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7" grpId="0" animBg="1"/>
      <p:bldP spid="4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379341" y="278193"/>
            <a:ext cx="5360838" cy="646331"/>
          </a:xfrm>
          <a:prstGeom prst="rect">
            <a:avLst/>
          </a:prstGeom>
          <a:noFill/>
          <a:ln w="57150">
            <a:solidFill>
              <a:schemeClr val="bg1"/>
            </a:solidFill>
          </a:ln>
        </p:spPr>
        <p:txBody>
          <a:bodyPr wrap="square" lIns="91440" tIns="45720" rIns="91440" bIns="45720" rtlCol="0" anchor="t">
            <a:spAutoFit/>
          </a:bodyPr>
          <a:lstStyle/>
          <a:p>
            <a:pPr algn="ctr"/>
            <a:r>
              <a:rPr lang="en-US" sz="3600" b="1" dirty="0">
                <a:solidFill>
                  <a:srgbClr val="44546A"/>
                </a:solidFill>
                <a:latin typeface="Segoe UI"/>
                <a:cs typeface="Segoe UI"/>
              </a:rPr>
              <a:t>Our core values</a:t>
            </a:r>
          </a:p>
        </p:txBody>
      </p:sp>
      <p:grpSp>
        <p:nvGrpSpPr>
          <p:cNvPr id="5" name="Group 4"/>
          <p:cNvGrpSpPr/>
          <p:nvPr/>
        </p:nvGrpSpPr>
        <p:grpSpPr>
          <a:xfrm>
            <a:off x="2828417" y="1775343"/>
            <a:ext cx="4458527" cy="910522"/>
            <a:chOff x="6217425" y="2329621"/>
            <a:chExt cx="4458527" cy="910522"/>
          </a:xfrm>
        </p:grpSpPr>
        <p:sp>
          <p:nvSpPr>
            <p:cNvPr id="190" name="TextBox 189"/>
            <p:cNvSpPr txBox="1"/>
            <p:nvPr/>
          </p:nvSpPr>
          <p:spPr>
            <a:xfrm>
              <a:off x="6340931" y="2329621"/>
              <a:ext cx="2672526" cy="369332"/>
            </a:xfrm>
            <a:prstGeom prst="rect">
              <a:avLst/>
            </a:prstGeom>
            <a:noFill/>
          </p:spPr>
          <p:txBody>
            <a:bodyPr wrap="none" lIns="91440" tIns="45720" rIns="91440" bIns="45720" rtlCol="0" anchor="t">
              <a:spAutoFit/>
            </a:bodyPr>
            <a:lstStyle/>
            <a:p>
              <a:r>
                <a:rPr lang="en-US" b="1" dirty="0">
                  <a:solidFill>
                    <a:schemeClr val="bg1">
                      <a:lumMod val="50000"/>
                    </a:schemeClr>
                  </a:solidFill>
                  <a:latin typeface="+mj-lt"/>
                </a:rPr>
                <a:t>Embracing Challenges</a:t>
              </a:r>
              <a:endParaRPr lang="en-US" dirty="0">
                <a:solidFill>
                  <a:schemeClr val="bg1">
                    <a:lumMod val="50000"/>
                  </a:schemeClr>
                </a:solidFill>
              </a:endParaRPr>
            </a:p>
          </p:txBody>
        </p:sp>
        <p:sp>
          <p:nvSpPr>
            <p:cNvPr id="191" name="TextBox 190"/>
            <p:cNvSpPr txBox="1"/>
            <p:nvPr/>
          </p:nvSpPr>
          <p:spPr>
            <a:xfrm>
              <a:off x="6217425" y="2622410"/>
              <a:ext cx="4458527" cy="617733"/>
            </a:xfrm>
            <a:prstGeom prst="rect">
              <a:avLst/>
            </a:prstGeom>
            <a:noFill/>
          </p:spPr>
          <p:txBody>
            <a:bodyPr wrap="square" lIns="91440" tIns="45720" rIns="91440" bIns="45720" rtlCol="0" anchor="t">
              <a:spAutoFit/>
            </a:bodyPr>
            <a:lstStyle/>
            <a:p>
              <a:pPr>
                <a:lnSpc>
                  <a:spcPct val="150000"/>
                </a:lnSpc>
              </a:pPr>
              <a:endParaRPr lang="en-US" sz="1200" dirty="0">
                <a:solidFill>
                  <a:schemeClr val="bg1">
                    <a:lumMod val="65000"/>
                  </a:schemeClr>
                </a:solidFill>
                <a:cs typeface="Calibri"/>
              </a:endParaRPr>
            </a:p>
            <a:p>
              <a:pPr>
                <a:lnSpc>
                  <a:spcPct val="150000"/>
                </a:lnSpc>
              </a:pPr>
              <a:endParaRPr lang="en-US" sz="1200" dirty="0">
                <a:solidFill>
                  <a:schemeClr val="bg1">
                    <a:lumMod val="65000"/>
                  </a:schemeClr>
                </a:solidFill>
              </a:endParaRPr>
            </a:p>
          </p:txBody>
        </p:sp>
      </p:grpSp>
      <p:grpSp>
        <p:nvGrpSpPr>
          <p:cNvPr id="6" name="Group 5"/>
          <p:cNvGrpSpPr/>
          <p:nvPr/>
        </p:nvGrpSpPr>
        <p:grpSpPr>
          <a:xfrm>
            <a:off x="2851913" y="2684155"/>
            <a:ext cx="4458527" cy="872018"/>
            <a:chOff x="6217425" y="3372457"/>
            <a:chExt cx="4458527" cy="872018"/>
          </a:xfrm>
        </p:grpSpPr>
        <p:sp>
          <p:nvSpPr>
            <p:cNvPr id="192" name="TextBox 191"/>
            <p:cNvSpPr txBox="1"/>
            <p:nvPr/>
          </p:nvSpPr>
          <p:spPr>
            <a:xfrm>
              <a:off x="6222450" y="3372457"/>
              <a:ext cx="2198038" cy="369332"/>
            </a:xfrm>
            <a:prstGeom prst="rect">
              <a:avLst/>
            </a:prstGeom>
            <a:noFill/>
          </p:spPr>
          <p:txBody>
            <a:bodyPr wrap="none" lIns="91440" tIns="45720" rIns="91440" bIns="45720" rtlCol="0" anchor="t">
              <a:spAutoFit/>
            </a:bodyPr>
            <a:lstStyle/>
            <a:p>
              <a:r>
                <a:rPr lang="en-US" b="1" dirty="0">
                  <a:solidFill>
                    <a:schemeClr val="bg1">
                      <a:lumMod val="50000"/>
                    </a:schemeClr>
                  </a:solidFill>
                  <a:latin typeface="+mj-lt"/>
                </a:rPr>
                <a:t>Ethics and Dignity</a:t>
              </a:r>
              <a:endParaRPr lang="id-ID" b="1" dirty="0">
                <a:solidFill>
                  <a:schemeClr val="bg1">
                    <a:lumMod val="50000"/>
                  </a:schemeClr>
                </a:solidFill>
                <a:latin typeface="+mj-lt"/>
                <a:ea typeface="Source Sans Pro Light"/>
              </a:endParaRPr>
            </a:p>
          </p:txBody>
        </p:sp>
        <p:sp>
          <p:nvSpPr>
            <p:cNvPr id="193" name="TextBox 192"/>
            <p:cNvSpPr txBox="1"/>
            <p:nvPr/>
          </p:nvSpPr>
          <p:spPr>
            <a:xfrm>
              <a:off x="6217425" y="3626742"/>
              <a:ext cx="4458527" cy="617733"/>
            </a:xfrm>
            <a:prstGeom prst="rect">
              <a:avLst/>
            </a:prstGeom>
            <a:noFill/>
          </p:spPr>
          <p:txBody>
            <a:bodyPr wrap="square" lIns="91440" tIns="45720" rIns="91440" bIns="45720" rtlCol="0" anchor="t">
              <a:spAutoFit/>
            </a:bodyPr>
            <a:lstStyle/>
            <a:p>
              <a:pPr>
                <a:lnSpc>
                  <a:spcPct val="150000"/>
                </a:lnSpc>
              </a:pPr>
              <a:endParaRPr lang="en-US" sz="1200" dirty="0">
                <a:solidFill>
                  <a:schemeClr val="bg1">
                    <a:lumMod val="65000"/>
                  </a:schemeClr>
                </a:solidFill>
                <a:cs typeface="Calibri"/>
              </a:endParaRPr>
            </a:p>
            <a:p>
              <a:pPr>
                <a:lnSpc>
                  <a:spcPct val="150000"/>
                </a:lnSpc>
              </a:pPr>
              <a:endParaRPr lang="en-US" sz="1200" dirty="0">
                <a:solidFill>
                  <a:schemeClr val="bg1">
                    <a:lumMod val="65000"/>
                  </a:schemeClr>
                </a:solidFill>
              </a:endParaRPr>
            </a:p>
          </p:txBody>
        </p:sp>
      </p:grpSp>
      <p:grpSp>
        <p:nvGrpSpPr>
          <p:cNvPr id="7" name="Group 6"/>
          <p:cNvGrpSpPr/>
          <p:nvPr/>
        </p:nvGrpSpPr>
        <p:grpSpPr>
          <a:xfrm>
            <a:off x="2945945" y="3741173"/>
            <a:ext cx="1936488" cy="157891"/>
            <a:chOff x="6217425" y="4297735"/>
            <a:chExt cx="4458527" cy="911156"/>
          </a:xfrm>
        </p:grpSpPr>
        <p:sp>
          <p:nvSpPr>
            <p:cNvPr id="194" name="TextBox 193"/>
            <p:cNvSpPr txBox="1"/>
            <p:nvPr/>
          </p:nvSpPr>
          <p:spPr>
            <a:xfrm>
              <a:off x="6217426" y="4297735"/>
              <a:ext cx="1159292" cy="369332"/>
            </a:xfrm>
            <a:prstGeom prst="rect">
              <a:avLst/>
            </a:prstGeom>
            <a:noFill/>
          </p:spPr>
          <p:txBody>
            <a:bodyPr wrap="none" lIns="91440" tIns="45720" rIns="91440" bIns="45720" rtlCol="0" anchor="t">
              <a:spAutoFit/>
            </a:bodyPr>
            <a:lstStyle/>
            <a:p>
              <a:r>
                <a:rPr lang="en-US" b="1" dirty="0">
                  <a:solidFill>
                    <a:schemeClr val="bg1">
                      <a:lumMod val="50000"/>
                    </a:schemeClr>
                  </a:solidFill>
                  <a:latin typeface="+mj-lt"/>
                </a:rPr>
                <a:t>Diversity</a:t>
              </a:r>
              <a:endParaRPr lang="id-ID" b="1" dirty="0">
                <a:solidFill>
                  <a:schemeClr val="bg1">
                    <a:lumMod val="50000"/>
                  </a:schemeClr>
                </a:solidFill>
                <a:latin typeface="+mj-lt"/>
                <a:ea typeface="Source Sans Pro Light"/>
              </a:endParaRPr>
            </a:p>
          </p:txBody>
        </p:sp>
        <p:sp>
          <p:nvSpPr>
            <p:cNvPr id="195" name="TextBox 194"/>
            <p:cNvSpPr txBox="1"/>
            <p:nvPr/>
          </p:nvSpPr>
          <p:spPr>
            <a:xfrm>
              <a:off x="6217425" y="4591158"/>
              <a:ext cx="4458527" cy="617733"/>
            </a:xfrm>
            <a:prstGeom prst="rect">
              <a:avLst/>
            </a:prstGeom>
            <a:noFill/>
          </p:spPr>
          <p:txBody>
            <a:bodyPr wrap="square" lIns="91440" tIns="45720" rIns="91440" bIns="45720" rtlCol="0" anchor="t">
              <a:spAutoFit/>
            </a:bodyPr>
            <a:lstStyle/>
            <a:p>
              <a:pPr>
                <a:lnSpc>
                  <a:spcPct val="150000"/>
                </a:lnSpc>
              </a:pPr>
              <a:endParaRPr lang="en-US" sz="1200" dirty="0">
                <a:solidFill>
                  <a:schemeClr val="bg1">
                    <a:lumMod val="65000"/>
                  </a:schemeClr>
                </a:solidFill>
                <a:cs typeface="Calibri"/>
              </a:endParaRPr>
            </a:p>
            <a:p>
              <a:pPr>
                <a:lnSpc>
                  <a:spcPct val="150000"/>
                </a:lnSpc>
              </a:pPr>
              <a:endParaRPr lang="en-US" sz="1200" dirty="0">
                <a:solidFill>
                  <a:schemeClr val="bg1">
                    <a:lumMod val="65000"/>
                  </a:schemeClr>
                </a:solidFill>
              </a:endParaRPr>
            </a:p>
          </p:txBody>
        </p:sp>
      </p:grpSp>
      <p:grpSp>
        <p:nvGrpSpPr>
          <p:cNvPr id="206" name="Group 205"/>
          <p:cNvGrpSpPr/>
          <p:nvPr/>
        </p:nvGrpSpPr>
        <p:grpSpPr>
          <a:xfrm>
            <a:off x="1827719" y="3698907"/>
            <a:ext cx="275495" cy="400314"/>
            <a:chOff x="-1587" y="-1587"/>
            <a:chExt cx="4211637" cy="6119812"/>
          </a:xfrm>
          <a:solidFill>
            <a:schemeClr val="bg1"/>
          </a:solidFill>
        </p:grpSpPr>
        <p:sp>
          <p:nvSpPr>
            <p:cNvPr id="207" name="Freeform 39"/>
            <p:cNvSpPr>
              <a:spLocks noEditPoints="1"/>
            </p:cNvSpPr>
            <p:nvPr/>
          </p:nvSpPr>
          <p:spPr bwMode="auto">
            <a:xfrm>
              <a:off x="-1587" y="-1587"/>
              <a:ext cx="4211637" cy="6119812"/>
            </a:xfrm>
            <a:custGeom>
              <a:avLst/>
              <a:gdLst>
                <a:gd name="T0" fmla="*/ 560 w 1120"/>
                <a:gd name="T1" fmla="*/ 0 h 1629"/>
                <a:gd name="T2" fmla="*/ 0 w 1120"/>
                <a:gd name="T3" fmla="*/ 560 h 1629"/>
                <a:gd name="T4" fmla="*/ 256 w 1120"/>
                <a:gd name="T5" fmla="*/ 1174 h 1629"/>
                <a:gd name="T6" fmla="*/ 560 w 1120"/>
                <a:gd name="T7" fmla="*/ 1629 h 1629"/>
                <a:gd name="T8" fmla="*/ 864 w 1120"/>
                <a:gd name="T9" fmla="*/ 1175 h 1629"/>
                <a:gd name="T10" fmla="*/ 1120 w 1120"/>
                <a:gd name="T11" fmla="*/ 560 h 1629"/>
                <a:gd name="T12" fmla="*/ 560 w 1120"/>
                <a:gd name="T13" fmla="*/ 0 h 1629"/>
                <a:gd name="T14" fmla="*/ 692 w 1120"/>
                <a:gd name="T15" fmla="*/ 1383 h 1629"/>
                <a:gd name="T16" fmla="*/ 440 w 1120"/>
                <a:gd name="T17" fmla="*/ 1415 h 1629"/>
                <a:gd name="T18" fmla="*/ 409 w 1120"/>
                <a:gd name="T19" fmla="*/ 1319 h 1629"/>
                <a:gd name="T20" fmla="*/ 409 w 1120"/>
                <a:gd name="T21" fmla="*/ 1317 h 1629"/>
                <a:gd name="T22" fmla="*/ 724 w 1120"/>
                <a:gd name="T23" fmla="*/ 1278 h 1629"/>
                <a:gd name="T24" fmla="*/ 710 w 1120"/>
                <a:gd name="T25" fmla="*/ 1323 h 1629"/>
                <a:gd name="T26" fmla="*/ 692 w 1120"/>
                <a:gd name="T27" fmla="*/ 1383 h 1629"/>
                <a:gd name="T28" fmla="*/ 394 w 1120"/>
                <a:gd name="T29" fmla="*/ 1268 h 1629"/>
                <a:gd name="T30" fmla="*/ 363 w 1120"/>
                <a:gd name="T31" fmla="*/ 1171 h 1629"/>
                <a:gd name="T32" fmla="*/ 758 w 1120"/>
                <a:gd name="T33" fmla="*/ 1171 h 1629"/>
                <a:gd name="T34" fmla="*/ 740 w 1120"/>
                <a:gd name="T35" fmla="*/ 1225 h 1629"/>
                <a:gd name="T36" fmla="*/ 394 w 1120"/>
                <a:gd name="T37" fmla="*/ 1268 h 1629"/>
                <a:gd name="T38" fmla="*/ 560 w 1120"/>
                <a:gd name="T39" fmla="*/ 1527 h 1629"/>
                <a:gd name="T40" fmla="*/ 458 w 1120"/>
                <a:gd name="T41" fmla="*/ 1464 h 1629"/>
                <a:gd name="T42" fmla="*/ 674 w 1120"/>
                <a:gd name="T43" fmla="*/ 1437 h 1629"/>
                <a:gd name="T44" fmla="*/ 560 w 1120"/>
                <a:gd name="T45" fmla="*/ 1527 h 1629"/>
                <a:gd name="T46" fmla="*/ 798 w 1120"/>
                <a:gd name="T47" fmla="*/ 1069 h 1629"/>
                <a:gd name="T48" fmla="*/ 323 w 1120"/>
                <a:gd name="T49" fmla="*/ 1069 h 1629"/>
                <a:gd name="T50" fmla="*/ 237 w 1120"/>
                <a:gd name="T51" fmla="*/ 905 h 1629"/>
                <a:gd name="T52" fmla="*/ 102 w 1120"/>
                <a:gd name="T53" fmla="*/ 560 h 1629"/>
                <a:gd name="T54" fmla="*/ 560 w 1120"/>
                <a:gd name="T55" fmla="*/ 102 h 1629"/>
                <a:gd name="T56" fmla="*/ 1018 w 1120"/>
                <a:gd name="T57" fmla="*/ 560 h 1629"/>
                <a:gd name="T58" fmla="*/ 883 w 1120"/>
                <a:gd name="T59" fmla="*/ 906 h 1629"/>
                <a:gd name="T60" fmla="*/ 798 w 1120"/>
                <a:gd name="T61" fmla="*/ 1069 h 1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20" h="1629">
                  <a:moveTo>
                    <a:pt x="560" y="0"/>
                  </a:moveTo>
                  <a:cubicBezTo>
                    <a:pt x="251" y="0"/>
                    <a:pt x="0" y="251"/>
                    <a:pt x="0" y="560"/>
                  </a:cubicBezTo>
                  <a:cubicBezTo>
                    <a:pt x="0" y="765"/>
                    <a:pt x="188" y="983"/>
                    <a:pt x="256" y="1174"/>
                  </a:cubicBezTo>
                  <a:cubicBezTo>
                    <a:pt x="358" y="1459"/>
                    <a:pt x="347" y="1629"/>
                    <a:pt x="560" y="1629"/>
                  </a:cubicBezTo>
                  <a:cubicBezTo>
                    <a:pt x="776" y="1629"/>
                    <a:pt x="762" y="1459"/>
                    <a:pt x="864" y="1175"/>
                  </a:cubicBezTo>
                  <a:cubicBezTo>
                    <a:pt x="932" y="983"/>
                    <a:pt x="1120" y="764"/>
                    <a:pt x="1120" y="560"/>
                  </a:cubicBezTo>
                  <a:cubicBezTo>
                    <a:pt x="1120" y="251"/>
                    <a:pt x="869" y="0"/>
                    <a:pt x="560" y="0"/>
                  </a:cubicBezTo>
                  <a:close/>
                  <a:moveTo>
                    <a:pt x="692" y="1383"/>
                  </a:moveTo>
                  <a:cubicBezTo>
                    <a:pt x="440" y="1415"/>
                    <a:pt x="440" y="1415"/>
                    <a:pt x="440" y="1415"/>
                  </a:cubicBezTo>
                  <a:cubicBezTo>
                    <a:pt x="431" y="1389"/>
                    <a:pt x="421" y="1358"/>
                    <a:pt x="409" y="1319"/>
                  </a:cubicBezTo>
                  <a:cubicBezTo>
                    <a:pt x="409" y="1318"/>
                    <a:pt x="409" y="1318"/>
                    <a:pt x="409" y="1317"/>
                  </a:cubicBezTo>
                  <a:cubicBezTo>
                    <a:pt x="724" y="1278"/>
                    <a:pt x="724" y="1278"/>
                    <a:pt x="724" y="1278"/>
                  </a:cubicBezTo>
                  <a:cubicBezTo>
                    <a:pt x="719" y="1293"/>
                    <a:pt x="714" y="1309"/>
                    <a:pt x="710" y="1323"/>
                  </a:cubicBezTo>
                  <a:cubicBezTo>
                    <a:pt x="704" y="1346"/>
                    <a:pt x="698" y="1365"/>
                    <a:pt x="692" y="1383"/>
                  </a:cubicBezTo>
                  <a:close/>
                  <a:moveTo>
                    <a:pt x="394" y="1268"/>
                  </a:moveTo>
                  <a:cubicBezTo>
                    <a:pt x="385" y="1237"/>
                    <a:pt x="374" y="1205"/>
                    <a:pt x="363" y="1171"/>
                  </a:cubicBezTo>
                  <a:cubicBezTo>
                    <a:pt x="758" y="1171"/>
                    <a:pt x="758" y="1171"/>
                    <a:pt x="758" y="1171"/>
                  </a:cubicBezTo>
                  <a:cubicBezTo>
                    <a:pt x="752" y="1189"/>
                    <a:pt x="745" y="1208"/>
                    <a:pt x="740" y="1225"/>
                  </a:cubicBezTo>
                  <a:lnTo>
                    <a:pt x="394" y="1268"/>
                  </a:lnTo>
                  <a:close/>
                  <a:moveTo>
                    <a:pt x="560" y="1527"/>
                  </a:moveTo>
                  <a:cubicBezTo>
                    <a:pt x="508" y="1527"/>
                    <a:pt x="485" y="1521"/>
                    <a:pt x="458" y="1464"/>
                  </a:cubicBezTo>
                  <a:cubicBezTo>
                    <a:pt x="674" y="1437"/>
                    <a:pt x="674" y="1437"/>
                    <a:pt x="674" y="1437"/>
                  </a:cubicBezTo>
                  <a:cubicBezTo>
                    <a:pt x="643" y="1521"/>
                    <a:pt x="620" y="1527"/>
                    <a:pt x="560" y="1527"/>
                  </a:cubicBezTo>
                  <a:close/>
                  <a:moveTo>
                    <a:pt x="798" y="1069"/>
                  </a:moveTo>
                  <a:cubicBezTo>
                    <a:pt x="323" y="1069"/>
                    <a:pt x="323" y="1069"/>
                    <a:pt x="323" y="1069"/>
                  </a:cubicBezTo>
                  <a:cubicBezTo>
                    <a:pt x="297" y="1014"/>
                    <a:pt x="267" y="959"/>
                    <a:pt x="237" y="905"/>
                  </a:cubicBezTo>
                  <a:cubicBezTo>
                    <a:pt x="170" y="786"/>
                    <a:pt x="102" y="664"/>
                    <a:pt x="102" y="560"/>
                  </a:cubicBezTo>
                  <a:cubicBezTo>
                    <a:pt x="102" y="307"/>
                    <a:pt x="307" y="102"/>
                    <a:pt x="560" y="102"/>
                  </a:cubicBezTo>
                  <a:cubicBezTo>
                    <a:pt x="813" y="102"/>
                    <a:pt x="1018" y="307"/>
                    <a:pt x="1018" y="560"/>
                  </a:cubicBezTo>
                  <a:cubicBezTo>
                    <a:pt x="1018" y="663"/>
                    <a:pt x="949" y="786"/>
                    <a:pt x="883" y="906"/>
                  </a:cubicBezTo>
                  <a:cubicBezTo>
                    <a:pt x="853" y="960"/>
                    <a:pt x="823" y="1014"/>
                    <a:pt x="798" y="106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08" name="Freeform 40"/>
            <p:cNvSpPr>
              <a:spLocks/>
            </p:cNvSpPr>
            <p:nvPr/>
          </p:nvSpPr>
          <p:spPr bwMode="auto">
            <a:xfrm>
              <a:off x="957263" y="955675"/>
              <a:ext cx="1239837" cy="1239837"/>
            </a:xfrm>
            <a:custGeom>
              <a:avLst/>
              <a:gdLst>
                <a:gd name="T0" fmla="*/ 305 w 330"/>
                <a:gd name="T1" fmla="*/ 0 h 330"/>
                <a:gd name="T2" fmla="*/ 0 w 330"/>
                <a:gd name="T3" fmla="*/ 305 h 330"/>
                <a:gd name="T4" fmla="*/ 25 w 330"/>
                <a:gd name="T5" fmla="*/ 330 h 330"/>
                <a:gd name="T6" fmla="*/ 50 w 330"/>
                <a:gd name="T7" fmla="*/ 305 h 330"/>
                <a:gd name="T8" fmla="*/ 305 w 330"/>
                <a:gd name="T9" fmla="*/ 50 h 330"/>
                <a:gd name="T10" fmla="*/ 330 w 330"/>
                <a:gd name="T11" fmla="*/ 25 h 330"/>
                <a:gd name="T12" fmla="*/ 305 w 330"/>
                <a:gd name="T13" fmla="*/ 0 h 330"/>
              </a:gdLst>
              <a:ahLst/>
              <a:cxnLst>
                <a:cxn ang="0">
                  <a:pos x="T0" y="T1"/>
                </a:cxn>
                <a:cxn ang="0">
                  <a:pos x="T2" y="T3"/>
                </a:cxn>
                <a:cxn ang="0">
                  <a:pos x="T4" y="T5"/>
                </a:cxn>
                <a:cxn ang="0">
                  <a:pos x="T6" y="T7"/>
                </a:cxn>
                <a:cxn ang="0">
                  <a:pos x="T8" y="T9"/>
                </a:cxn>
                <a:cxn ang="0">
                  <a:pos x="T10" y="T11"/>
                </a:cxn>
                <a:cxn ang="0">
                  <a:pos x="T12" y="T13"/>
                </a:cxn>
              </a:cxnLst>
              <a:rect l="0" t="0" r="r" b="b"/>
              <a:pathLst>
                <a:path w="330" h="330">
                  <a:moveTo>
                    <a:pt x="305" y="0"/>
                  </a:moveTo>
                  <a:cubicBezTo>
                    <a:pt x="137" y="0"/>
                    <a:pt x="0" y="137"/>
                    <a:pt x="0" y="305"/>
                  </a:cubicBezTo>
                  <a:cubicBezTo>
                    <a:pt x="0" y="319"/>
                    <a:pt x="11" y="330"/>
                    <a:pt x="25" y="330"/>
                  </a:cubicBezTo>
                  <a:cubicBezTo>
                    <a:pt x="39" y="330"/>
                    <a:pt x="50" y="319"/>
                    <a:pt x="50" y="305"/>
                  </a:cubicBezTo>
                  <a:cubicBezTo>
                    <a:pt x="50" y="165"/>
                    <a:pt x="165" y="50"/>
                    <a:pt x="305" y="50"/>
                  </a:cubicBezTo>
                  <a:cubicBezTo>
                    <a:pt x="319" y="50"/>
                    <a:pt x="330" y="39"/>
                    <a:pt x="330" y="25"/>
                  </a:cubicBezTo>
                  <a:cubicBezTo>
                    <a:pt x="330" y="11"/>
                    <a:pt x="319" y="0"/>
                    <a:pt x="305"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212" name="Group 211"/>
          <p:cNvGrpSpPr/>
          <p:nvPr/>
        </p:nvGrpSpPr>
        <p:grpSpPr>
          <a:xfrm>
            <a:off x="1746378" y="1747077"/>
            <a:ext cx="436919" cy="376876"/>
            <a:chOff x="-122237" y="-128588"/>
            <a:chExt cx="4632324" cy="3995738"/>
          </a:xfrm>
          <a:solidFill>
            <a:schemeClr val="bg1"/>
          </a:solidFill>
        </p:grpSpPr>
        <p:sp>
          <p:nvSpPr>
            <p:cNvPr id="213" name="Freeform 34"/>
            <p:cNvSpPr>
              <a:spLocks noEditPoints="1"/>
            </p:cNvSpPr>
            <p:nvPr/>
          </p:nvSpPr>
          <p:spPr bwMode="auto">
            <a:xfrm>
              <a:off x="-122237" y="-128588"/>
              <a:ext cx="4632324" cy="3995738"/>
            </a:xfrm>
            <a:custGeom>
              <a:avLst/>
              <a:gdLst>
                <a:gd name="T0" fmla="*/ 1096 w 1232"/>
                <a:gd name="T1" fmla="*/ 134 h 1062"/>
                <a:gd name="T2" fmla="*/ 616 w 1232"/>
                <a:gd name="T3" fmla="*/ 123 h 1062"/>
                <a:gd name="T4" fmla="*/ 136 w 1232"/>
                <a:gd name="T5" fmla="*/ 134 h 1062"/>
                <a:gd name="T6" fmla="*/ 136 w 1232"/>
                <a:gd name="T7" fmla="*/ 622 h 1062"/>
                <a:gd name="T8" fmla="*/ 538 w 1232"/>
                <a:gd name="T9" fmla="*/ 1020 h 1062"/>
                <a:gd name="T10" fmla="*/ 694 w 1232"/>
                <a:gd name="T11" fmla="*/ 1020 h 1062"/>
                <a:gd name="T12" fmla="*/ 1096 w 1232"/>
                <a:gd name="T13" fmla="*/ 622 h 1062"/>
                <a:gd name="T14" fmla="*/ 1096 w 1232"/>
                <a:gd name="T15" fmla="*/ 134 h 1062"/>
                <a:gd name="T16" fmla="*/ 1044 w 1232"/>
                <a:gd name="T17" fmla="*/ 570 h 1062"/>
                <a:gd name="T18" fmla="*/ 642 w 1232"/>
                <a:gd name="T19" fmla="*/ 968 h 1062"/>
                <a:gd name="T20" fmla="*/ 590 w 1232"/>
                <a:gd name="T21" fmla="*/ 968 h 1062"/>
                <a:gd name="T22" fmla="*/ 188 w 1232"/>
                <a:gd name="T23" fmla="*/ 570 h 1062"/>
                <a:gd name="T24" fmla="*/ 188 w 1232"/>
                <a:gd name="T25" fmla="*/ 185 h 1062"/>
                <a:gd name="T26" fmla="*/ 567 w 1232"/>
                <a:gd name="T27" fmla="*/ 177 h 1062"/>
                <a:gd name="T28" fmla="*/ 616 w 1232"/>
                <a:gd name="T29" fmla="*/ 221 h 1062"/>
                <a:gd name="T30" fmla="*/ 665 w 1232"/>
                <a:gd name="T31" fmla="*/ 177 h 1062"/>
                <a:gd name="T32" fmla="*/ 1044 w 1232"/>
                <a:gd name="T33" fmla="*/ 185 h 1062"/>
                <a:gd name="T34" fmla="*/ 1044 w 1232"/>
                <a:gd name="T35" fmla="*/ 570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32" h="1062">
                  <a:moveTo>
                    <a:pt x="1096" y="134"/>
                  </a:moveTo>
                  <a:cubicBezTo>
                    <a:pt x="964" y="3"/>
                    <a:pt x="753" y="0"/>
                    <a:pt x="616" y="123"/>
                  </a:cubicBezTo>
                  <a:cubicBezTo>
                    <a:pt x="479" y="0"/>
                    <a:pt x="268" y="3"/>
                    <a:pt x="136" y="134"/>
                  </a:cubicBezTo>
                  <a:cubicBezTo>
                    <a:pt x="0" y="268"/>
                    <a:pt x="0" y="487"/>
                    <a:pt x="136" y="622"/>
                  </a:cubicBezTo>
                  <a:cubicBezTo>
                    <a:pt x="175" y="660"/>
                    <a:pt x="538" y="1020"/>
                    <a:pt x="538" y="1020"/>
                  </a:cubicBezTo>
                  <a:cubicBezTo>
                    <a:pt x="581" y="1062"/>
                    <a:pt x="651" y="1062"/>
                    <a:pt x="694" y="1020"/>
                  </a:cubicBezTo>
                  <a:cubicBezTo>
                    <a:pt x="694" y="1020"/>
                    <a:pt x="1092" y="626"/>
                    <a:pt x="1096" y="622"/>
                  </a:cubicBezTo>
                  <a:cubicBezTo>
                    <a:pt x="1232" y="487"/>
                    <a:pt x="1232" y="268"/>
                    <a:pt x="1096" y="134"/>
                  </a:cubicBezTo>
                  <a:close/>
                  <a:moveTo>
                    <a:pt x="1044" y="570"/>
                  </a:moveTo>
                  <a:cubicBezTo>
                    <a:pt x="642" y="968"/>
                    <a:pt x="642" y="968"/>
                    <a:pt x="642" y="968"/>
                  </a:cubicBezTo>
                  <a:cubicBezTo>
                    <a:pt x="628" y="982"/>
                    <a:pt x="604" y="982"/>
                    <a:pt x="590" y="968"/>
                  </a:cubicBezTo>
                  <a:cubicBezTo>
                    <a:pt x="188" y="570"/>
                    <a:pt x="188" y="570"/>
                    <a:pt x="188" y="570"/>
                  </a:cubicBezTo>
                  <a:cubicBezTo>
                    <a:pt x="81" y="464"/>
                    <a:pt x="81" y="291"/>
                    <a:pt x="188" y="185"/>
                  </a:cubicBezTo>
                  <a:cubicBezTo>
                    <a:pt x="291" y="82"/>
                    <a:pt x="458" y="79"/>
                    <a:pt x="567" y="177"/>
                  </a:cubicBezTo>
                  <a:cubicBezTo>
                    <a:pt x="616" y="221"/>
                    <a:pt x="616" y="221"/>
                    <a:pt x="616" y="221"/>
                  </a:cubicBezTo>
                  <a:cubicBezTo>
                    <a:pt x="665" y="177"/>
                    <a:pt x="665" y="177"/>
                    <a:pt x="665" y="177"/>
                  </a:cubicBezTo>
                  <a:cubicBezTo>
                    <a:pt x="774" y="79"/>
                    <a:pt x="941" y="82"/>
                    <a:pt x="1044" y="185"/>
                  </a:cubicBezTo>
                  <a:cubicBezTo>
                    <a:pt x="1151" y="291"/>
                    <a:pt x="1151" y="464"/>
                    <a:pt x="1044" y="57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14" name="Freeform 35"/>
            <p:cNvSpPr>
              <a:spLocks/>
            </p:cNvSpPr>
            <p:nvPr/>
          </p:nvSpPr>
          <p:spPr bwMode="auto">
            <a:xfrm>
              <a:off x="688975" y="681038"/>
              <a:ext cx="650875" cy="650875"/>
            </a:xfrm>
            <a:custGeom>
              <a:avLst/>
              <a:gdLst>
                <a:gd name="T0" fmla="*/ 154 w 173"/>
                <a:gd name="T1" fmla="*/ 0 h 173"/>
                <a:gd name="T2" fmla="*/ 154 w 173"/>
                <a:gd name="T3" fmla="*/ 0 h 173"/>
                <a:gd name="T4" fmla="*/ 0 w 173"/>
                <a:gd name="T5" fmla="*/ 154 h 173"/>
                <a:gd name="T6" fmla="*/ 0 w 173"/>
                <a:gd name="T7" fmla="*/ 154 h 173"/>
                <a:gd name="T8" fmla="*/ 18 w 173"/>
                <a:gd name="T9" fmla="*/ 173 h 173"/>
                <a:gd name="T10" fmla="*/ 36 w 173"/>
                <a:gd name="T11" fmla="*/ 154 h 173"/>
                <a:gd name="T12" fmla="*/ 36 w 173"/>
                <a:gd name="T13" fmla="*/ 154 h 173"/>
                <a:gd name="T14" fmla="*/ 154 w 173"/>
                <a:gd name="T15" fmla="*/ 36 h 173"/>
                <a:gd name="T16" fmla="*/ 154 w 173"/>
                <a:gd name="T17" fmla="*/ 36 h 173"/>
                <a:gd name="T18" fmla="*/ 173 w 173"/>
                <a:gd name="T19" fmla="*/ 18 h 173"/>
                <a:gd name="T20" fmla="*/ 154 w 173"/>
                <a:gd name="T21" fmla="*/ 0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173">
                  <a:moveTo>
                    <a:pt x="154" y="0"/>
                  </a:moveTo>
                  <a:cubicBezTo>
                    <a:pt x="154" y="0"/>
                    <a:pt x="154" y="0"/>
                    <a:pt x="154" y="0"/>
                  </a:cubicBezTo>
                  <a:cubicBezTo>
                    <a:pt x="69" y="0"/>
                    <a:pt x="0" y="69"/>
                    <a:pt x="0" y="154"/>
                  </a:cubicBezTo>
                  <a:cubicBezTo>
                    <a:pt x="0" y="154"/>
                    <a:pt x="0" y="154"/>
                    <a:pt x="0" y="154"/>
                  </a:cubicBezTo>
                  <a:cubicBezTo>
                    <a:pt x="0" y="165"/>
                    <a:pt x="8" y="173"/>
                    <a:pt x="18" y="173"/>
                  </a:cubicBezTo>
                  <a:cubicBezTo>
                    <a:pt x="28" y="173"/>
                    <a:pt x="36" y="165"/>
                    <a:pt x="36" y="154"/>
                  </a:cubicBezTo>
                  <a:cubicBezTo>
                    <a:pt x="36" y="154"/>
                    <a:pt x="36" y="154"/>
                    <a:pt x="36" y="154"/>
                  </a:cubicBezTo>
                  <a:cubicBezTo>
                    <a:pt x="36" y="89"/>
                    <a:pt x="89" y="36"/>
                    <a:pt x="154" y="36"/>
                  </a:cubicBezTo>
                  <a:cubicBezTo>
                    <a:pt x="154" y="36"/>
                    <a:pt x="154" y="36"/>
                    <a:pt x="154" y="36"/>
                  </a:cubicBezTo>
                  <a:cubicBezTo>
                    <a:pt x="165" y="36"/>
                    <a:pt x="173" y="28"/>
                    <a:pt x="173" y="18"/>
                  </a:cubicBezTo>
                  <a:cubicBezTo>
                    <a:pt x="173" y="8"/>
                    <a:pt x="165" y="0"/>
                    <a:pt x="154"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sp>
        <p:nvSpPr>
          <p:cNvPr id="215" name="Freeform 44"/>
          <p:cNvSpPr>
            <a:spLocks noEditPoints="1"/>
          </p:cNvSpPr>
          <p:nvPr/>
        </p:nvSpPr>
        <p:spPr bwMode="auto">
          <a:xfrm>
            <a:off x="1746379" y="2850631"/>
            <a:ext cx="413397" cy="310281"/>
          </a:xfrm>
          <a:custGeom>
            <a:avLst/>
            <a:gdLst>
              <a:gd name="T0" fmla="*/ 925 w 1124"/>
              <a:gd name="T1" fmla="*/ 21 h 843"/>
              <a:gd name="T2" fmla="*/ 249 w 1124"/>
              <a:gd name="T3" fmla="*/ 0 h 843"/>
              <a:gd name="T4" fmla="*/ 21 w 1124"/>
              <a:gd name="T5" fmla="*/ 199 h 843"/>
              <a:gd name="T6" fmla="*/ 18 w 1124"/>
              <a:gd name="T7" fmla="*/ 295 h 843"/>
              <a:gd name="T8" fmla="*/ 562 w 1124"/>
              <a:gd name="T9" fmla="*/ 843 h 843"/>
              <a:gd name="T10" fmla="*/ 1106 w 1124"/>
              <a:gd name="T11" fmla="*/ 295 h 843"/>
              <a:gd name="T12" fmla="*/ 1103 w 1124"/>
              <a:gd name="T13" fmla="*/ 199 h 843"/>
              <a:gd name="T14" fmla="*/ 484 w 1124"/>
              <a:gd name="T15" fmla="*/ 246 h 843"/>
              <a:gd name="T16" fmla="*/ 640 w 1124"/>
              <a:gd name="T17" fmla="*/ 246 h 843"/>
              <a:gd name="T18" fmla="*/ 685 w 1124"/>
              <a:gd name="T19" fmla="*/ 78 h 843"/>
              <a:gd name="T20" fmla="*/ 667 w 1124"/>
              <a:gd name="T21" fmla="*/ 223 h 843"/>
              <a:gd name="T22" fmla="*/ 457 w 1124"/>
              <a:gd name="T23" fmla="*/ 223 h 843"/>
              <a:gd name="T24" fmla="*/ 439 w 1124"/>
              <a:gd name="T25" fmla="*/ 78 h 843"/>
              <a:gd name="T26" fmla="*/ 457 w 1124"/>
              <a:gd name="T27" fmla="*/ 223 h 843"/>
              <a:gd name="T28" fmla="*/ 562 w 1124"/>
              <a:gd name="T29" fmla="*/ 718 h 843"/>
              <a:gd name="T30" fmla="*/ 649 w 1124"/>
              <a:gd name="T31" fmla="*/ 281 h 843"/>
              <a:gd name="T32" fmla="*/ 858 w 1124"/>
              <a:gd name="T33" fmla="*/ 281 h 843"/>
              <a:gd name="T34" fmla="*/ 685 w 1124"/>
              <a:gd name="T35" fmla="*/ 281 h 843"/>
              <a:gd name="T36" fmla="*/ 781 w 1124"/>
              <a:gd name="T37" fmla="*/ 174 h 843"/>
              <a:gd name="T38" fmla="*/ 695 w 1124"/>
              <a:gd name="T39" fmla="*/ 246 h 843"/>
              <a:gd name="T40" fmla="*/ 851 w 1124"/>
              <a:gd name="T41" fmla="*/ 70 h 843"/>
              <a:gd name="T42" fmla="*/ 727 w 1124"/>
              <a:gd name="T43" fmla="*/ 70 h 843"/>
              <a:gd name="T44" fmla="*/ 484 w 1124"/>
              <a:gd name="T45" fmla="*/ 70 h 843"/>
              <a:gd name="T46" fmla="*/ 562 w 1124"/>
              <a:gd name="T47" fmla="*/ 135 h 843"/>
              <a:gd name="T48" fmla="*/ 273 w 1124"/>
              <a:gd name="T49" fmla="*/ 70 h 843"/>
              <a:gd name="T50" fmla="*/ 341 w 1124"/>
              <a:gd name="T51" fmla="*/ 126 h 843"/>
              <a:gd name="T52" fmla="*/ 429 w 1124"/>
              <a:gd name="T53" fmla="*/ 246 h 843"/>
              <a:gd name="T54" fmla="*/ 343 w 1124"/>
              <a:gd name="T55" fmla="*/ 174 h 843"/>
              <a:gd name="T56" fmla="*/ 525 w 1124"/>
              <a:gd name="T57" fmla="*/ 712 h 843"/>
              <a:gd name="T58" fmla="*/ 439 w 1124"/>
              <a:gd name="T59" fmla="*/ 281 h 843"/>
              <a:gd name="T60" fmla="*/ 101 w 1124"/>
              <a:gd name="T61" fmla="*/ 281 h 843"/>
              <a:gd name="T62" fmla="*/ 446 w 1124"/>
              <a:gd name="T63" fmla="*/ 649 h 843"/>
              <a:gd name="T64" fmla="*/ 1023 w 1124"/>
              <a:gd name="T65" fmla="*/ 281 h 843"/>
              <a:gd name="T66" fmla="*/ 899 w 1124"/>
              <a:gd name="T67" fmla="*/ 281 h 843"/>
              <a:gd name="T68" fmla="*/ 808 w 1124"/>
              <a:gd name="T69" fmla="*/ 151 h 843"/>
              <a:gd name="T70" fmla="*/ 1051 w 1124"/>
              <a:gd name="T71" fmla="*/ 246 h 843"/>
              <a:gd name="T72" fmla="*/ 235 w 1124"/>
              <a:gd name="T73" fmla="*/ 84 h 843"/>
              <a:gd name="T74" fmla="*/ 221 w 1124"/>
              <a:gd name="T75" fmla="*/ 246 h 843"/>
              <a:gd name="T76" fmla="*/ 235 w 1124"/>
              <a:gd name="T77" fmla="*/ 84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24" h="843">
                <a:moveTo>
                  <a:pt x="1103" y="199"/>
                </a:moveTo>
                <a:cubicBezTo>
                  <a:pt x="925" y="21"/>
                  <a:pt x="925" y="21"/>
                  <a:pt x="925" y="21"/>
                </a:cubicBezTo>
                <a:cubicBezTo>
                  <a:pt x="912" y="7"/>
                  <a:pt x="894" y="0"/>
                  <a:pt x="875" y="0"/>
                </a:cubicBezTo>
                <a:cubicBezTo>
                  <a:pt x="249" y="0"/>
                  <a:pt x="249" y="0"/>
                  <a:pt x="249" y="0"/>
                </a:cubicBezTo>
                <a:cubicBezTo>
                  <a:pt x="230" y="0"/>
                  <a:pt x="212" y="7"/>
                  <a:pt x="199" y="21"/>
                </a:cubicBezTo>
                <a:cubicBezTo>
                  <a:pt x="21" y="199"/>
                  <a:pt x="21" y="199"/>
                  <a:pt x="21" y="199"/>
                </a:cubicBezTo>
                <a:cubicBezTo>
                  <a:pt x="7" y="213"/>
                  <a:pt x="0" y="231"/>
                  <a:pt x="0" y="249"/>
                </a:cubicBezTo>
                <a:cubicBezTo>
                  <a:pt x="0" y="266"/>
                  <a:pt x="6" y="282"/>
                  <a:pt x="18" y="295"/>
                </a:cubicBezTo>
                <a:cubicBezTo>
                  <a:pt x="509" y="819"/>
                  <a:pt x="509" y="819"/>
                  <a:pt x="509" y="819"/>
                </a:cubicBezTo>
                <a:cubicBezTo>
                  <a:pt x="523" y="834"/>
                  <a:pt x="542" y="843"/>
                  <a:pt x="562" y="843"/>
                </a:cubicBezTo>
                <a:cubicBezTo>
                  <a:pt x="582" y="843"/>
                  <a:pt x="601" y="834"/>
                  <a:pt x="615" y="819"/>
                </a:cubicBezTo>
                <a:cubicBezTo>
                  <a:pt x="1106" y="295"/>
                  <a:pt x="1106" y="295"/>
                  <a:pt x="1106" y="295"/>
                </a:cubicBezTo>
                <a:cubicBezTo>
                  <a:pt x="1118" y="282"/>
                  <a:pt x="1124" y="265"/>
                  <a:pt x="1124" y="248"/>
                </a:cubicBezTo>
                <a:cubicBezTo>
                  <a:pt x="1124" y="230"/>
                  <a:pt x="1117" y="213"/>
                  <a:pt x="1103" y="199"/>
                </a:cubicBezTo>
                <a:close/>
                <a:moveTo>
                  <a:pt x="640" y="246"/>
                </a:moveTo>
                <a:cubicBezTo>
                  <a:pt x="484" y="246"/>
                  <a:pt x="484" y="246"/>
                  <a:pt x="484" y="246"/>
                </a:cubicBezTo>
                <a:cubicBezTo>
                  <a:pt x="562" y="181"/>
                  <a:pt x="562" y="181"/>
                  <a:pt x="562" y="181"/>
                </a:cubicBezTo>
                <a:lnTo>
                  <a:pt x="640" y="246"/>
                </a:lnTo>
                <a:close/>
                <a:moveTo>
                  <a:pt x="589" y="158"/>
                </a:moveTo>
                <a:cubicBezTo>
                  <a:pt x="685" y="78"/>
                  <a:pt x="685" y="78"/>
                  <a:pt x="685" y="78"/>
                </a:cubicBezTo>
                <a:cubicBezTo>
                  <a:pt x="756" y="149"/>
                  <a:pt x="756" y="149"/>
                  <a:pt x="756" y="149"/>
                </a:cubicBezTo>
                <a:cubicBezTo>
                  <a:pt x="667" y="223"/>
                  <a:pt x="667" y="223"/>
                  <a:pt x="667" y="223"/>
                </a:cubicBezTo>
                <a:lnTo>
                  <a:pt x="589" y="158"/>
                </a:lnTo>
                <a:close/>
                <a:moveTo>
                  <a:pt x="457" y="223"/>
                </a:moveTo>
                <a:cubicBezTo>
                  <a:pt x="368" y="149"/>
                  <a:pt x="368" y="149"/>
                  <a:pt x="368" y="149"/>
                </a:cubicBezTo>
                <a:cubicBezTo>
                  <a:pt x="439" y="78"/>
                  <a:pt x="439" y="78"/>
                  <a:pt x="439" y="78"/>
                </a:cubicBezTo>
                <a:cubicBezTo>
                  <a:pt x="535" y="158"/>
                  <a:pt x="535" y="158"/>
                  <a:pt x="535" y="158"/>
                </a:cubicBezTo>
                <a:lnTo>
                  <a:pt x="457" y="223"/>
                </a:lnTo>
                <a:close/>
                <a:moveTo>
                  <a:pt x="649" y="281"/>
                </a:moveTo>
                <a:cubicBezTo>
                  <a:pt x="562" y="718"/>
                  <a:pt x="562" y="718"/>
                  <a:pt x="562" y="718"/>
                </a:cubicBezTo>
                <a:cubicBezTo>
                  <a:pt x="475" y="281"/>
                  <a:pt x="475" y="281"/>
                  <a:pt x="475" y="281"/>
                </a:cubicBezTo>
                <a:lnTo>
                  <a:pt x="649" y="281"/>
                </a:lnTo>
                <a:close/>
                <a:moveTo>
                  <a:pt x="685" y="281"/>
                </a:moveTo>
                <a:cubicBezTo>
                  <a:pt x="858" y="281"/>
                  <a:pt x="858" y="281"/>
                  <a:pt x="858" y="281"/>
                </a:cubicBezTo>
                <a:cubicBezTo>
                  <a:pt x="599" y="712"/>
                  <a:pt x="599" y="712"/>
                  <a:pt x="599" y="712"/>
                </a:cubicBezTo>
                <a:lnTo>
                  <a:pt x="685" y="281"/>
                </a:lnTo>
                <a:close/>
                <a:moveTo>
                  <a:pt x="695" y="246"/>
                </a:moveTo>
                <a:cubicBezTo>
                  <a:pt x="781" y="174"/>
                  <a:pt x="781" y="174"/>
                  <a:pt x="781" y="174"/>
                </a:cubicBezTo>
                <a:cubicBezTo>
                  <a:pt x="853" y="246"/>
                  <a:pt x="853" y="246"/>
                  <a:pt x="853" y="246"/>
                </a:cubicBezTo>
                <a:lnTo>
                  <a:pt x="695" y="246"/>
                </a:lnTo>
                <a:close/>
                <a:moveTo>
                  <a:pt x="727" y="70"/>
                </a:moveTo>
                <a:cubicBezTo>
                  <a:pt x="851" y="70"/>
                  <a:pt x="851" y="70"/>
                  <a:pt x="851" y="70"/>
                </a:cubicBezTo>
                <a:cubicBezTo>
                  <a:pt x="783" y="126"/>
                  <a:pt x="783" y="126"/>
                  <a:pt x="783" y="126"/>
                </a:cubicBezTo>
                <a:lnTo>
                  <a:pt x="727" y="70"/>
                </a:lnTo>
                <a:close/>
                <a:moveTo>
                  <a:pt x="562" y="135"/>
                </a:moveTo>
                <a:cubicBezTo>
                  <a:pt x="484" y="70"/>
                  <a:pt x="484" y="70"/>
                  <a:pt x="484" y="70"/>
                </a:cubicBezTo>
                <a:cubicBezTo>
                  <a:pt x="640" y="70"/>
                  <a:pt x="640" y="70"/>
                  <a:pt x="640" y="70"/>
                </a:cubicBezTo>
                <a:lnTo>
                  <a:pt x="562" y="135"/>
                </a:lnTo>
                <a:close/>
                <a:moveTo>
                  <a:pt x="341" y="126"/>
                </a:moveTo>
                <a:cubicBezTo>
                  <a:pt x="273" y="70"/>
                  <a:pt x="273" y="70"/>
                  <a:pt x="273" y="70"/>
                </a:cubicBezTo>
                <a:cubicBezTo>
                  <a:pt x="397" y="70"/>
                  <a:pt x="397" y="70"/>
                  <a:pt x="397" y="70"/>
                </a:cubicBezTo>
                <a:lnTo>
                  <a:pt x="341" y="126"/>
                </a:lnTo>
                <a:close/>
                <a:moveTo>
                  <a:pt x="343" y="174"/>
                </a:moveTo>
                <a:cubicBezTo>
                  <a:pt x="429" y="246"/>
                  <a:pt x="429" y="246"/>
                  <a:pt x="429" y="246"/>
                </a:cubicBezTo>
                <a:cubicBezTo>
                  <a:pt x="271" y="246"/>
                  <a:pt x="271" y="246"/>
                  <a:pt x="271" y="246"/>
                </a:cubicBezTo>
                <a:lnTo>
                  <a:pt x="343" y="174"/>
                </a:lnTo>
                <a:close/>
                <a:moveTo>
                  <a:pt x="439" y="281"/>
                </a:moveTo>
                <a:cubicBezTo>
                  <a:pt x="525" y="712"/>
                  <a:pt x="525" y="712"/>
                  <a:pt x="525" y="712"/>
                </a:cubicBezTo>
                <a:cubicBezTo>
                  <a:pt x="266" y="281"/>
                  <a:pt x="266" y="281"/>
                  <a:pt x="266" y="281"/>
                </a:cubicBezTo>
                <a:lnTo>
                  <a:pt x="439" y="281"/>
                </a:lnTo>
                <a:close/>
                <a:moveTo>
                  <a:pt x="446" y="649"/>
                </a:moveTo>
                <a:cubicBezTo>
                  <a:pt x="101" y="281"/>
                  <a:pt x="101" y="281"/>
                  <a:pt x="101" y="281"/>
                </a:cubicBezTo>
                <a:cubicBezTo>
                  <a:pt x="225" y="281"/>
                  <a:pt x="225" y="281"/>
                  <a:pt x="225" y="281"/>
                </a:cubicBezTo>
                <a:lnTo>
                  <a:pt x="446" y="649"/>
                </a:lnTo>
                <a:close/>
                <a:moveTo>
                  <a:pt x="899" y="281"/>
                </a:moveTo>
                <a:cubicBezTo>
                  <a:pt x="1023" y="281"/>
                  <a:pt x="1023" y="281"/>
                  <a:pt x="1023" y="281"/>
                </a:cubicBezTo>
                <a:cubicBezTo>
                  <a:pt x="678" y="649"/>
                  <a:pt x="678" y="649"/>
                  <a:pt x="678" y="649"/>
                </a:cubicBezTo>
                <a:lnTo>
                  <a:pt x="899" y="281"/>
                </a:lnTo>
                <a:close/>
                <a:moveTo>
                  <a:pt x="903" y="246"/>
                </a:moveTo>
                <a:cubicBezTo>
                  <a:pt x="808" y="151"/>
                  <a:pt x="808" y="151"/>
                  <a:pt x="808" y="151"/>
                </a:cubicBezTo>
                <a:cubicBezTo>
                  <a:pt x="889" y="84"/>
                  <a:pt x="889" y="84"/>
                  <a:pt x="889" y="84"/>
                </a:cubicBezTo>
                <a:cubicBezTo>
                  <a:pt x="1051" y="246"/>
                  <a:pt x="1051" y="246"/>
                  <a:pt x="1051" y="246"/>
                </a:cubicBezTo>
                <a:lnTo>
                  <a:pt x="903" y="246"/>
                </a:lnTo>
                <a:close/>
                <a:moveTo>
                  <a:pt x="235" y="84"/>
                </a:moveTo>
                <a:cubicBezTo>
                  <a:pt x="316" y="151"/>
                  <a:pt x="316" y="151"/>
                  <a:pt x="316" y="151"/>
                </a:cubicBezTo>
                <a:cubicBezTo>
                  <a:pt x="221" y="246"/>
                  <a:pt x="221" y="246"/>
                  <a:pt x="221" y="246"/>
                </a:cubicBezTo>
                <a:cubicBezTo>
                  <a:pt x="70" y="246"/>
                  <a:pt x="70" y="246"/>
                  <a:pt x="70" y="246"/>
                </a:cubicBezTo>
                <a:lnTo>
                  <a:pt x="235" y="8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3" name="Rectangle 2">
            <a:extLst>
              <a:ext uri="{FF2B5EF4-FFF2-40B4-BE49-F238E27FC236}">
                <a16:creationId xmlns:a16="http://schemas.microsoft.com/office/drawing/2014/main" id="{8554C9D2-2D54-47B0-A34B-BF7F296E523E}"/>
              </a:ext>
            </a:extLst>
          </p:cNvPr>
          <p:cNvSpPr/>
          <p:nvPr/>
        </p:nvSpPr>
        <p:spPr>
          <a:xfrm rot="16200000">
            <a:off x="2749375" y="5543374"/>
            <a:ext cx="583143" cy="20461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FF979D3F-EAFA-44A6-B8AE-8FD66D73C70D}"/>
              </a:ext>
            </a:extLst>
          </p:cNvPr>
          <p:cNvSpPr/>
          <p:nvPr/>
        </p:nvSpPr>
        <p:spPr>
          <a:xfrm rot="16200000">
            <a:off x="4781373" y="5543372"/>
            <a:ext cx="583142" cy="20461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38F381B2-4A69-4AD9-BDED-63544A7E707E}"/>
              </a:ext>
            </a:extLst>
          </p:cNvPr>
          <p:cNvSpPr/>
          <p:nvPr/>
        </p:nvSpPr>
        <p:spPr>
          <a:xfrm rot="16200000">
            <a:off x="6813372" y="5543372"/>
            <a:ext cx="583144" cy="204611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00625D5D-D43E-4EC6-9ED7-63D80CA688DF}"/>
              </a:ext>
            </a:extLst>
          </p:cNvPr>
          <p:cNvSpPr/>
          <p:nvPr/>
        </p:nvSpPr>
        <p:spPr>
          <a:xfrm rot="16200000">
            <a:off x="8860894" y="5530671"/>
            <a:ext cx="580324" cy="204611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352CFE51-BD67-4A29-AB17-ACE61ACB60A4}"/>
              </a:ext>
            </a:extLst>
          </p:cNvPr>
          <p:cNvSpPr/>
          <p:nvPr/>
        </p:nvSpPr>
        <p:spPr>
          <a:xfrm rot="16200000">
            <a:off x="687256" y="5567400"/>
            <a:ext cx="648584" cy="204091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5" name="Group 17">
            <a:extLst>
              <a:ext uri="{FF2B5EF4-FFF2-40B4-BE49-F238E27FC236}">
                <a16:creationId xmlns:a16="http://schemas.microsoft.com/office/drawing/2014/main" id="{1F7F21C0-499A-434E-A3B4-4D08B336970B}"/>
              </a:ext>
            </a:extLst>
          </p:cNvPr>
          <p:cNvGrpSpPr/>
          <p:nvPr/>
        </p:nvGrpSpPr>
        <p:grpSpPr>
          <a:xfrm>
            <a:off x="-28220" y="6764839"/>
            <a:ext cx="12262554" cy="106117"/>
            <a:chOff x="2" y="2110197"/>
            <a:chExt cx="12191999" cy="134339"/>
          </a:xfrm>
        </p:grpSpPr>
        <p:sp>
          <p:nvSpPr>
            <p:cNvPr id="39" name="Rectangle 38">
              <a:extLst>
                <a:ext uri="{FF2B5EF4-FFF2-40B4-BE49-F238E27FC236}">
                  <a16:creationId xmlns:a16="http://schemas.microsoft.com/office/drawing/2014/main" id="{F30FE74E-8A3B-47AC-BF68-873D1EF1B56E}"/>
                </a:ext>
              </a:extLst>
            </p:cNvPr>
            <p:cNvSpPr/>
            <p:nvPr/>
          </p:nvSpPr>
          <p:spPr>
            <a:xfrm rot="16200000">
              <a:off x="2980836" y="1161370"/>
              <a:ext cx="134333"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0" name="Rectangle 39">
              <a:extLst>
                <a:ext uri="{FF2B5EF4-FFF2-40B4-BE49-F238E27FC236}">
                  <a16:creationId xmlns:a16="http://schemas.microsoft.com/office/drawing/2014/main" id="{543B0E59-9BD0-4772-B46A-EE1970F0CFFE}"/>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1" name="Rectangle 40">
              <a:extLst>
                <a:ext uri="{FF2B5EF4-FFF2-40B4-BE49-F238E27FC236}">
                  <a16:creationId xmlns:a16="http://schemas.microsoft.com/office/drawing/2014/main" id="{3523B672-4F5B-434D-8EBB-C65648F5B500}"/>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2" name="Rectangle 41">
              <a:extLst>
                <a:ext uri="{FF2B5EF4-FFF2-40B4-BE49-F238E27FC236}">
                  <a16:creationId xmlns:a16="http://schemas.microsoft.com/office/drawing/2014/main" id="{85C4029A-9EC3-492E-8E84-3FB6832A5735}"/>
                </a:ext>
              </a:extLst>
            </p:cNvPr>
            <p:cNvSpPr/>
            <p:nvPr/>
          </p:nvSpPr>
          <p:spPr>
            <a:xfrm rot="16200000">
              <a:off x="9076834" y="1161367"/>
              <a:ext cx="134336" cy="2032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3" name="Rectangle 42">
              <a:extLst>
                <a:ext uri="{FF2B5EF4-FFF2-40B4-BE49-F238E27FC236}">
                  <a16:creationId xmlns:a16="http://schemas.microsoft.com/office/drawing/2014/main" id="{82D07C0D-1EF9-41E0-8F20-FA5B88D4C110}"/>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4" name="Rectangle 43">
              <a:extLst>
                <a:ext uri="{FF2B5EF4-FFF2-40B4-BE49-F238E27FC236}">
                  <a16:creationId xmlns:a16="http://schemas.microsoft.com/office/drawing/2014/main" id="{BFD89639-DA69-483F-9680-92152416833A}"/>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21" name="Group 20">
            <a:extLst>
              <a:ext uri="{FF2B5EF4-FFF2-40B4-BE49-F238E27FC236}">
                <a16:creationId xmlns:a16="http://schemas.microsoft.com/office/drawing/2014/main" id="{B22AE5F2-8411-439D-B459-EE5DB17E8E7D}"/>
              </a:ext>
            </a:extLst>
          </p:cNvPr>
          <p:cNvGrpSpPr/>
          <p:nvPr/>
        </p:nvGrpSpPr>
        <p:grpSpPr>
          <a:xfrm>
            <a:off x="6454126" y="1610205"/>
            <a:ext cx="539085" cy="608407"/>
            <a:chOff x="2788833" y="3007204"/>
            <a:chExt cx="2320925" cy="2619375"/>
          </a:xfrm>
          <a:solidFill>
            <a:schemeClr val="bg1"/>
          </a:solidFill>
        </p:grpSpPr>
        <p:sp>
          <p:nvSpPr>
            <p:cNvPr id="48" name="Freeform 5">
              <a:extLst>
                <a:ext uri="{FF2B5EF4-FFF2-40B4-BE49-F238E27FC236}">
                  <a16:creationId xmlns:a16="http://schemas.microsoft.com/office/drawing/2014/main" id="{4D0B56BD-0BC4-448D-AFBD-1002ADFF3783}"/>
                </a:ext>
              </a:extLst>
            </p:cNvPr>
            <p:cNvSpPr>
              <a:spLocks noEditPoints="1"/>
            </p:cNvSpPr>
            <p:nvPr/>
          </p:nvSpPr>
          <p:spPr bwMode="auto">
            <a:xfrm>
              <a:off x="2953933" y="3007204"/>
              <a:ext cx="1990725" cy="1990725"/>
            </a:xfrm>
            <a:custGeom>
              <a:avLst/>
              <a:gdLst>
                <a:gd name="T0" fmla="*/ 264 w 528"/>
                <a:gd name="T1" fmla="*/ 528 h 528"/>
                <a:gd name="T2" fmla="*/ 528 w 528"/>
                <a:gd name="T3" fmla="*/ 264 h 528"/>
                <a:gd name="T4" fmla="*/ 264 w 528"/>
                <a:gd name="T5" fmla="*/ 0 h 528"/>
                <a:gd name="T6" fmla="*/ 0 w 528"/>
                <a:gd name="T7" fmla="*/ 264 h 528"/>
                <a:gd name="T8" fmla="*/ 264 w 528"/>
                <a:gd name="T9" fmla="*/ 528 h 528"/>
                <a:gd name="T10" fmla="*/ 264 w 528"/>
                <a:gd name="T11" fmla="*/ 484 h 528"/>
                <a:gd name="T12" fmla="*/ 71 w 528"/>
                <a:gd name="T13" fmla="*/ 370 h 528"/>
                <a:gd name="T14" fmla="*/ 73 w 528"/>
                <a:gd name="T15" fmla="*/ 369 h 528"/>
                <a:gd name="T16" fmla="*/ 92 w 528"/>
                <a:gd name="T17" fmla="*/ 352 h 528"/>
                <a:gd name="T18" fmla="*/ 104 w 528"/>
                <a:gd name="T19" fmla="*/ 312 h 528"/>
                <a:gd name="T20" fmla="*/ 304 w 528"/>
                <a:gd name="T21" fmla="*/ 385 h 528"/>
                <a:gd name="T22" fmla="*/ 321 w 528"/>
                <a:gd name="T23" fmla="*/ 385 h 528"/>
                <a:gd name="T24" fmla="*/ 461 w 528"/>
                <a:gd name="T25" fmla="*/ 361 h 528"/>
                <a:gd name="T26" fmla="*/ 264 w 528"/>
                <a:gd name="T27" fmla="*/ 484 h 528"/>
                <a:gd name="T28" fmla="*/ 264 w 528"/>
                <a:gd name="T29" fmla="*/ 44 h 528"/>
                <a:gd name="T30" fmla="*/ 484 w 528"/>
                <a:gd name="T31" fmla="*/ 264 h 528"/>
                <a:gd name="T32" fmla="*/ 472 w 528"/>
                <a:gd name="T33" fmla="*/ 334 h 528"/>
                <a:gd name="T34" fmla="*/ 305 w 528"/>
                <a:gd name="T35" fmla="*/ 363 h 528"/>
                <a:gd name="T36" fmla="*/ 107 w 528"/>
                <a:gd name="T37" fmla="*/ 283 h 528"/>
                <a:gd name="T38" fmla="*/ 95 w 528"/>
                <a:gd name="T39" fmla="*/ 279 h 528"/>
                <a:gd name="T40" fmla="*/ 87 w 528"/>
                <a:gd name="T41" fmla="*/ 287 h 528"/>
                <a:gd name="T42" fmla="*/ 72 w 528"/>
                <a:gd name="T43" fmla="*/ 343 h 528"/>
                <a:gd name="T44" fmla="*/ 67 w 528"/>
                <a:gd name="T45" fmla="*/ 348 h 528"/>
                <a:gd name="T46" fmla="*/ 60 w 528"/>
                <a:gd name="T47" fmla="*/ 347 h 528"/>
                <a:gd name="T48" fmla="*/ 44 w 528"/>
                <a:gd name="T49" fmla="*/ 264 h 528"/>
                <a:gd name="T50" fmla="*/ 264 w 528"/>
                <a:gd name="T51" fmla="*/ 44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8" h="528">
                  <a:moveTo>
                    <a:pt x="264" y="528"/>
                  </a:moveTo>
                  <a:cubicBezTo>
                    <a:pt x="410" y="528"/>
                    <a:pt x="528" y="410"/>
                    <a:pt x="528" y="264"/>
                  </a:cubicBezTo>
                  <a:cubicBezTo>
                    <a:pt x="528" y="118"/>
                    <a:pt x="410" y="0"/>
                    <a:pt x="264" y="0"/>
                  </a:cubicBezTo>
                  <a:cubicBezTo>
                    <a:pt x="118" y="0"/>
                    <a:pt x="0" y="118"/>
                    <a:pt x="0" y="264"/>
                  </a:cubicBezTo>
                  <a:cubicBezTo>
                    <a:pt x="0" y="410"/>
                    <a:pt x="118" y="528"/>
                    <a:pt x="264" y="528"/>
                  </a:cubicBezTo>
                  <a:close/>
                  <a:moveTo>
                    <a:pt x="264" y="484"/>
                  </a:moveTo>
                  <a:cubicBezTo>
                    <a:pt x="181" y="484"/>
                    <a:pt x="108" y="438"/>
                    <a:pt x="71" y="370"/>
                  </a:cubicBezTo>
                  <a:cubicBezTo>
                    <a:pt x="72" y="369"/>
                    <a:pt x="72" y="369"/>
                    <a:pt x="73" y="369"/>
                  </a:cubicBezTo>
                  <a:cubicBezTo>
                    <a:pt x="79" y="367"/>
                    <a:pt x="87" y="363"/>
                    <a:pt x="92" y="352"/>
                  </a:cubicBezTo>
                  <a:cubicBezTo>
                    <a:pt x="97" y="340"/>
                    <a:pt x="101" y="324"/>
                    <a:pt x="104" y="312"/>
                  </a:cubicBezTo>
                  <a:cubicBezTo>
                    <a:pt x="130" y="335"/>
                    <a:pt x="191" y="377"/>
                    <a:pt x="304" y="385"/>
                  </a:cubicBezTo>
                  <a:cubicBezTo>
                    <a:pt x="309" y="385"/>
                    <a:pt x="315" y="385"/>
                    <a:pt x="321" y="385"/>
                  </a:cubicBezTo>
                  <a:cubicBezTo>
                    <a:pt x="371" y="385"/>
                    <a:pt x="426" y="372"/>
                    <a:pt x="461" y="361"/>
                  </a:cubicBezTo>
                  <a:cubicBezTo>
                    <a:pt x="425" y="434"/>
                    <a:pt x="350" y="484"/>
                    <a:pt x="264" y="484"/>
                  </a:cubicBezTo>
                  <a:close/>
                  <a:moveTo>
                    <a:pt x="264" y="44"/>
                  </a:moveTo>
                  <a:cubicBezTo>
                    <a:pt x="385" y="44"/>
                    <a:pt x="484" y="143"/>
                    <a:pt x="484" y="264"/>
                  </a:cubicBezTo>
                  <a:cubicBezTo>
                    <a:pt x="484" y="289"/>
                    <a:pt x="480" y="312"/>
                    <a:pt x="472" y="334"/>
                  </a:cubicBezTo>
                  <a:cubicBezTo>
                    <a:pt x="438" y="345"/>
                    <a:pt x="364" y="367"/>
                    <a:pt x="305" y="363"/>
                  </a:cubicBezTo>
                  <a:cubicBezTo>
                    <a:pt x="161" y="352"/>
                    <a:pt x="107" y="283"/>
                    <a:pt x="107" y="283"/>
                  </a:cubicBezTo>
                  <a:cubicBezTo>
                    <a:pt x="104" y="279"/>
                    <a:pt x="99" y="278"/>
                    <a:pt x="95" y="279"/>
                  </a:cubicBezTo>
                  <a:cubicBezTo>
                    <a:pt x="91" y="280"/>
                    <a:pt x="88" y="283"/>
                    <a:pt x="87" y="287"/>
                  </a:cubicBezTo>
                  <a:cubicBezTo>
                    <a:pt x="87" y="288"/>
                    <a:pt x="81" y="323"/>
                    <a:pt x="72" y="343"/>
                  </a:cubicBezTo>
                  <a:cubicBezTo>
                    <a:pt x="70" y="347"/>
                    <a:pt x="68" y="348"/>
                    <a:pt x="67" y="348"/>
                  </a:cubicBezTo>
                  <a:cubicBezTo>
                    <a:pt x="65" y="348"/>
                    <a:pt x="63" y="348"/>
                    <a:pt x="60" y="347"/>
                  </a:cubicBezTo>
                  <a:cubicBezTo>
                    <a:pt x="50" y="322"/>
                    <a:pt x="44" y="294"/>
                    <a:pt x="44" y="264"/>
                  </a:cubicBezTo>
                  <a:cubicBezTo>
                    <a:pt x="44" y="143"/>
                    <a:pt x="142" y="44"/>
                    <a:pt x="264" y="44"/>
                  </a:cubicBezTo>
                  <a:close/>
                </a:path>
              </a:pathLst>
            </a:custGeom>
            <a:grpFill/>
            <a:ln>
              <a:noFill/>
            </a:ln>
            <a:extLst>
              <a:ext uri="{91240B29-F687-4f45-9708-019B960494DF}">
                <a14:hiddenLine xmlns:lc="http://schemas.openxmlformats.org/drawingml/2006/lockedCanvas"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49" name="Freeform 6">
              <a:extLst>
                <a:ext uri="{FF2B5EF4-FFF2-40B4-BE49-F238E27FC236}">
                  <a16:creationId xmlns:a16="http://schemas.microsoft.com/office/drawing/2014/main" id="{3C880D43-57EE-42E1-9157-5A51BA77CC41}"/>
                </a:ext>
              </a:extLst>
            </p:cNvPr>
            <p:cNvSpPr>
              <a:spLocks/>
            </p:cNvSpPr>
            <p:nvPr/>
          </p:nvSpPr>
          <p:spPr bwMode="auto">
            <a:xfrm>
              <a:off x="2788833" y="4702654"/>
              <a:ext cx="2320925" cy="923925"/>
            </a:xfrm>
            <a:custGeom>
              <a:avLst/>
              <a:gdLst>
                <a:gd name="T0" fmla="*/ 541 w 616"/>
                <a:gd name="T1" fmla="*/ 7 h 245"/>
                <a:gd name="T2" fmla="*/ 510 w 616"/>
                <a:gd name="T3" fmla="*/ 12 h 245"/>
                <a:gd name="T4" fmla="*/ 515 w 616"/>
                <a:gd name="T5" fmla="*/ 43 h 245"/>
                <a:gd name="T6" fmla="*/ 572 w 616"/>
                <a:gd name="T7" fmla="*/ 113 h 245"/>
                <a:gd name="T8" fmla="*/ 308 w 616"/>
                <a:gd name="T9" fmla="*/ 201 h 245"/>
                <a:gd name="T10" fmla="*/ 44 w 616"/>
                <a:gd name="T11" fmla="*/ 113 h 245"/>
                <a:gd name="T12" fmla="*/ 101 w 616"/>
                <a:gd name="T13" fmla="*/ 43 h 245"/>
                <a:gd name="T14" fmla="*/ 105 w 616"/>
                <a:gd name="T15" fmla="*/ 12 h 245"/>
                <a:gd name="T16" fmla="*/ 75 w 616"/>
                <a:gd name="T17" fmla="*/ 7 h 245"/>
                <a:gd name="T18" fmla="*/ 0 w 616"/>
                <a:gd name="T19" fmla="*/ 113 h 245"/>
                <a:gd name="T20" fmla="*/ 308 w 616"/>
                <a:gd name="T21" fmla="*/ 245 h 245"/>
                <a:gd name="T22" fmla="*/ 616 w 616"/>
                <a:gd name="T23" fmla="*/ 113 h 245"/>
                <a:gd name="T24" fmla="*/ 541 w 616"/>
                <a:gd name="T25" fmla="*/ 7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16" h="245">
                  <a:moveTo>
                    <a:pt x="541" y="7"/>
                  </a:moveTo>
                  <a:cubicBezTo>
                    <a:pt x="531" y="0"/>
                    <a:pt x="517" y="2"/>
                    <a:pt x="510" y="12"/>
                  </a:cubicBezTo>
                  <a:cubicBezTo>
                    <a:pt x="503" y="22"/>
                    <a:pt x="505" y="36"/>
                    <a:pt x="515" y="43"/>
                  </a:cubicBezTo>
                  <a:cubicBezTo>
                    <a:pt x="555" y="72"/>
                    <a:pt x="572" y="88"/>
                    <a:pt x="572" y="113"/>
                  </a:cubicBezTo>
                  <a:cubicBezTo>
                    <a:pt x="572" y="177"/>
                    <a:pt x="498" y="201"/>
                    <a:pt x="308" y="201"/>
                  </a:cubicBezTo>
                  <a:cubicBezTo>
                    <a:pt x="118" y="201"/>
                    <a:pt x="44" y="177"/>
                    <a:pt x="44" y="113"/>
                  </a:cubicBezTo>
                  <a:cubicBezTo>
                    <a:pt x="44" y="88"/>
                    <a:pt x="60" y="72"/>
                    <a:pt x="101" y="43"/>
                  </a:cubicBezTo>
                  <a:cubicBezTo>
                    <a:pt x="110" y="36"/>
                    <a:pt x="113" y="22"/>
                    <a:pt x="105" y="12"/>
                  </a:cubicBezTo>
                  <a:cubicBezTo>
                    <a:pt x="98" y="2"/>
                    <a:pt x="85" y="0"/>
                    <a:pt x="75" y="7"/>
                  </a:cubicBezTo>
                  <a:cubicBezTo>
                    <a:pt x="40" y="33"/>
                    <a:pt x="0" y="62"/>
                    <a:pt x="0" y="113"/>
                  </a:cubicBezTo>
                  <a:cubicBezTo>
                    <a:pt x="0" y="235"/>
                    <a:pt x="159" y="245"/>
                    <a:pt x="308" y="245"/>
                  </a:cubicBezTo>
                  <a:cubicBezTo>
                    <a:pt x="457" y="245"/>
                    <a:pt x="616" y="235"/>
                    <a:pt x="616" y="113"/>
                  </a:cubicBezTo>
                  <a:cubicBezTo>
                    <a:pt x="616" y="62"/>
                    <a:pt x="576" y="33"/>
                    <a:pt x="541" y="7"/>
                  </a:cubicBezTo>
                  <a:close/>
                </a:path>
              </a:pathLst>
            </a:custGeom>
            <a:grpFill/>
            <a:ln>
              <a:noFill/>
            </a:ln>
            <a:extLst>
              <a:ext uri="{91240B29-F687-4f45-9708-019B960494DF}">
                <a14:hiddenLine xmlns:lc="http://schemas.openxmlformats.org/drawingml/2006/lockedCanvas"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grpSp>
      <p:sp>
        <p:nvSpPr>
          <p:cNvPr id="22" name="TextBox 21">
            <a:extLst>
              <a:ext uri="{FF2B5EF4-FFF2-40B4-BE49-F238E27FC236}">
                <a16:creationId xmlns:a16="http://schemas.microsoft.com/office/drawing/2014/main" id="{8D46D9C1-7A67-4E23-825D-E63192263978}"/>
              </a:ext>
            </a:extLst>
          </p:cNvPr>
          <p:cNvSpPr txBox="1"/>
          <p:nvPr/>
        </p:nvSpPr>
        <p:spPr>
          <a:xfrm>
            <a:off x="2945945" y="4623736"/>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lumMod val="50000"/>
                  </a:schemeClr>
                </a:solidFill>
                <a:latin typeface="+mj-lt"/>
              </a:rPr>
              <a:t>Maintaining Quality </a:t>
            </a:r>
          </a:p>
        </p:txBody>
      </p:sp>
      <p:sp>
        <p:nvSpPr>
          <p:cNvPr id="53" name="Freeform 78">
            <a:extLst>
              <a:ext uri="{FF2B5EF4-FFF2-40B4-BE49-F238E27FC236}">
                <a16:creationId xmlns:a16="http://schemas.microsoft.com/office/drawing/2014/main" id="{5452EC9F-98AF-4A49-8353-B25AE52A767A}"/>
              </a:ext>
            </a:extLst>
          </p:cNvPr>
          <p:cNvSpPr>
            <a:spLocks noEditPoints="1"/>
          </p:cNvSpPr>
          <p:nvPr/>
        </p:nvSpPr>
        <p:spPr bwMode="auto">
          <a:xfrm>
            <a:off x="6567693" y="2753912"/>
            <a:ext cx="431778" cy="418923"/>
          </a:xfrm>
          <a:custGeom>
            <a:avLst/>
            <a:gdLst>
              <a:gd name="T0" fmla="*/ 172 w 241"/>
              <a:gd name="T1" fmla="*/ 0 h 234"/>
              <a:gd name="T2" fmla="*/ 102 w 241"/>
              <a:gd name="T3" fmla="*/ 50 h 234"/>
              <a:gd name="T4" fmla="*/ 102 w 241"/>
              <a:gd name="T5" fmla="*/ 50 h 234"/>
              <a:gd name="T6" fmla="*/ 26 w 241"/>
              <a:gd name="T7" fmla="*/ 126 h 234"/>
              <a:gd name="T8" fmla="*/ 2 w 241"/>
              <a:gd name="T9" fmla="*/ 201 h 234"/>
              <a:gd name="T10" fmla="*/ 26 w 241"/>
              <a:gd name="T11" fmla="*/ 234 h 234"/>
              <a:gd name="T12" fmla="*/ 96 w 241"/>
              <a:gd name="T13" fmla="*/ 216 h 234"/>
              <a:gd name="T14" fmla="*/ 220 w 241"/>
              <a:gd name="T15" fmla="*/ 97 h 234"/>
              <a:gd name="T16" fmla="*/ 117 w 241"/>
              <a:gd name="T17" fmla="*/ 174 h 234"/>
              <a:gd name="T18" fmla="*/ 181 w 241"/>
              <a:gd name="T19" fmla="*/ 86 h 234"/>
              <a:gd name="T20" fmla="*/ 174 w 241"/>
              <a:gd name="T21" fmla="*/ 123 h 234"/>
              <a:gd name="T22" fmla="*/ 117 w 241"/>
              <a:gd name="T23" fmla="*/ 180 h 234"/>
              <a:gd name="T24" fmla="*/ 108 w 241"/>
              <a:gd name="T25" fmla="*/ 148 h 234"/>
              <a:gd name="T26" fmla="*/ 84 w 241"/>
              <a:gd name="T27" fmla="*/ 125 h 234"/>
              <a:gd name="T28" fmla="*/ 169 w 241"/>
              <a:gd name="T29" fmla="*/ 66 h 234"/>
              <a:gd name="T30" fmla="*/ 108 w 241"/>
              <a:gd name="T31" fmla="*/ 148 h 234"/>
              <a:gd name="T32" fmla="*/ 56 w 241"/>
              <a:gd name="T33" fmla="*/ 117 h 234"/>
              <a:gd name="T34" fmla="*/ 146 w 241"/>
              <a:gd name="T35" fmla="*/ 53 h 234"/>
              <a:gd name="T36" fmla="*/ 31 w 241"/>
              <a:gd name="T37" fmla="*/ 219 h 234"/>
              <a:gd name="T38" fmla="*/ 15 w 241"/>
              <a:gd name="T39" fmla="*/ 209 h 234"/>
              <a:gd name="T40" fmla="*/ 23 w 241"/>
              <a:gd name="T41" fmla="*/ 177 h 234"/>
              <a:gd name="T42" fmla="*/ 58 w 241"/>
              <a:gd name="T43" fmla="*/ 211 h 234"/>
              <a:gd name="T44" fmla="*/ 65 w 241"/>
              <a:gd name="T45" fmla="*/ 210 h 234"/>
              <a:gd name="T46" fmla="*/ 26 w 241"/>
              <a:gd name="T47" fmla="*/ 169 h 234"/>
              <a:gd name="T48" fmla="*/ 36 w 241"/>
              <a:gd name="T49" fmla="*/ 138 h 234"/>
              <a:gd name="T50" fmla="*/ 95 w 241"/>
              <a:gd name="T51" fmla="*/ 201 h 234"/>
              <a:gd name="T52" fmla="*/ 65 w 241"/>
              <a:gd name="T53" fmla="*/ 210 h 234"/>
              <a:gd name="T54" fmla="*/ 198 w 241"/>
              <a:gd name="T55" fmla="*/ 99 h 234"/>
              <a:gd name="T56" fmla="*/ 179 w 241"/>
              <a:gd name="T57" fmla="*/ 55 h 234"/>
              <a:gd name="T58" fmla="*/ 148 w 241"/>
              <a:gd name="T59" fmla="*/ 24 h 234"/>
              <a:gd name="T60" fmla="*/ 205 w 241"/>
              <a:gd name="T61" fmla="*/ 30 h 234"/>
              <a:gd name="T62" fmla="*/ 210 w 241"/>
              <a:gd name="T63" fmla="*/ 86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1" h="234">
                <a:moveTo>
                  <a:pt x="215" y="19"/>
                </a:moveTo>
                <a:cubicBezTo>
                  <a:pt x="203" y="7"/>
                  <a:pt x="187" y="0"/>
                  <a:pt x="172" y="0"/>
                </a:cubicBezTo>
                <a:cubicBezTo>
                  <a:pt x="159" y="0"/>
                  <a:pt x="146" y="5"/>
                  <a:pt x="138" y="14"/>
                </a:cubicBezTo>
                <a:cubicBezTo>
                  <a:pt x="102" y="50"/>
                  <a:pt x="102" y="50"/>
                  <a:pt x="102" y="50"/>
                </a:cubicBezTo>
                <a:cubicBezTo>
                  <a:pt x="102" y="50"/>
                  <a:pt x="102" y="50"/>
                  <a:pt x="102" y="50"/>
                </a:cubicBezTo>
                <a:cubicBezTo>
                  <a:pt x="102" y="50"/>
                  <a:pt x="102" y="50"/>
                  <a:pt x="102" y="50"/>
                </a:cubicBezTo>
                <a:cubicBezTo>
                  <a:pt x="102" y="50"/>
                  <a:pt x="102" y="50"/>
                  <a:pt x="102" y="50"/>
                </a:cubicBezTo>
                <a:cubicBezTo>
                  <a:pt x="26" y="126"/>
                  <a:pt x="26" y="126"/>
                  <a:pt x="26" y="126"/>
                </a:cubicBezTo>
                <a:cubicBezTo>
                  <a:pt x="23" y="130"/>
                  <a:pt x="20" y="134"/>
                  <a:pt x="19" y="139"/>
                </a:cubicBezTo>
                <a:cubicBezTo>
                  <a:pt x="2" y="201"/>
                  <a:pt x="2" y="201"/>
                  <a:pt x="2" y="201"/>
                </a:cubicBezTo>
                <a:cubicBezTo>
                  <a:pt x="2" y="201"/>
                  <a:pt x="0" y="206"/>
                  <a:pt x="0" y="209"/>
                </a:cubicBezTo>
                <a:cubicBezTo>
                  <a:pt x="0" y="223"/>
                  <a:pt x="12" y="234"/>
                  <a:pt x="26" y="234"/>
                </a:cubicBezTo>
                <a:cubicBezTo>
                  <a:pt x="29" y="234"/>
                  <a:pt x="34" y="233"/>
                  <a:pt x="34" y="233"/>
                </a:cubicBezTo>
                <a:cubicBezTo>
                  <a:pt x="96" y="216"/>
                  <a:pt x="96" y="216"/>
                  <a:pt x="96" y="216"/>
                </a:cubicBezTo>
                <a:cubicBezTo>
                  <a:pt x="101" y="215"/>
                  <a:pt x="105" y="213"/>
                  <a:pt x="109" y="209"/>
                </a:cubicBezTo>
                <a:cubicBezTo>
                  <a:pt x="220" y="97"/>
                  <a:pt x="220" y="97"/>
                  <a:pt x="220" y="97"/>
                </a:cubicBezTo>
                <a:cubicBezTo>
                  <a:pt x="241" y="76"/>
                  <a:pt x="238" y="42"/>
                  <a:pt x="215" y="19"/>
                </a:cubicBezTo>
                <a:close/>
                <a:moveTo>
                  <a:pt x="117" y="174"/>
                </a:moveTo>
                <a:cubicBezTo>
                  <a:pt x="117" y="168"/>
                  <a:pt x="115" y="161"/>
                  <a:pt x="112" y="155"/>
                </a:cubicBezTo>
                <a:cubicBezTo>
                  <a:pt x="181" y="86"/>
                  <a:pt x="181" y="86"/>
                  <a:pt x="181" y="86"/>
                </a:cubicBezTo>
                <a:cubicBezTo>
                  <a:pt x="185" y="99"/>
                  <a:pt x="183" y="113"/>
                  <a:pt x="174" y="123"/>
                </a:cubicBezTo>
                <a:cubicBezTo>
                  <a:pt x="174" y="123"/>
                  <a:pt x="174" y="123"/>
                  <a:pt x="174" y="123"/>
                </a:cubicBezTo>
                <a:cubicBezTo>
                  <a:pt x="174" y="123"/>
                  <a:pt x="174" y="123"/>
                  <a:pt x="174" y="123"/>
                </a:cubicBezTo>
                <a:cubicBezTo>
                  <a:pt x="117" y="180"/>
                  <a:pt x="117" y="180"/>
                  <a:pt x="117" y="180"/>
                </a:cubicBezTo>
                <a:cubicBezTo>
                  <a:pt x="117" y="178"/>
                  <a:pt x="118" y="176"/>
                  <a:pt x="117" y="174"/>
                </a:cubicBezTo>
                <a:close/>
                <a:moveTo>
                  <a:pt x="108" y="148"/>
                </a:moveTo>
                <a:cubicBezTo>
                  <a:pt x="106" y="144"/>
                  <a:pt x="103" y="140"/>
                  <a:pt x="99" y="136"/>
                </a:cubicBezTo>
                <a:cubicBezTo>
                  <a:pt x="94" y="131"/>
                  <a:pt x="89" y="128"/>
                  <a:pt x="84" y="125"/>
                </a:cubicBezTo>
                <a:cubicBezTo>
                  <a:pt x="154" y="55"/>
                  <a:pt x="154" y="55"/>
                  <a:pt x="154" y="55"/>
                </a:cubicBezTo>
                <a:cubicBezTo>
                  <a:pt x="159" y="58"/>
                  <a:pt x="164" y="61"/>
                  <a:pt x="169" y="66"/>
                </a:cubicBezTo>
                <a:cubicBezTo>
                  <a:pt x="173" y="70"/>
                  <a:pt x="176" y="74"/>
                  <a:pt x="178" y="79"/>
                </a:cubicBezTo>
                <a:lnTo>
                  <a:pt x="108" y="148"/>
                </a:lnTo>
                <a:close/>
                <a:moveTo>
                  <a:pt x="77" y="121"/>
                </a:moveTo>
                <a:cubicBezTo>
                  <a:pt x="70" y="119"/>
                  <a:pt x="63" y="117"/>
                  <a:pt x="56" y="117"/>
                </a:cubicBezTo>
                <a:cubicBezTo>
                  <a:pt x="112" y="60"/>
                  <a:pt x="112" y="60"/>
                  <a:pt x="112" y="60"/>
                </a:cubicBezTo>
                <a:cubicBezTo>
                  <a:pt x="121" y="52"/>
                  <a:pt x="133" y="50"/>
                  <a:pt x="146" y="53"/>
                </a:cubicBezTo>
                <a:lnTo>
                  <a:pt x="77" y="121"/>
                </a:lnTo>
                <a:close/>
                <a:moveTo>
                  <a:pt x="31" y="219"/>
                </a:moveTo>
                <a:cubicBezTo>
                  <a:pt x="30" y="219"/>
                  <a:pt x="28" y="219"/>
                  <a:pt x="26" y="220"/>
                </a:cubicBezTo>
                <a:cubicBezTo>
                  <a:pt x="20" y="219"/>
                  <a:pt x="15" y="215"/>
                  <a:pt x="15" y="209"/>
                </a:cubicBezTo>
                <a:cubicBezTo>
                  <a:pt x="15" y="207"/>
                  <a:pt x="16" y="205"/>
                  <a:pt x="16" y="204"/>
                </a:cubicBezTo>
                <a:cubicBezTo>
                  <a:pt x="23" y="177"/>
                  <a:pt x="23" y="177"/>
                  <a:pt x="23" y="177"/>
                </a:cubicBezTo>
                <a:cubicBezTo>
                  <a:pt x="32" y="176"/>
                  <a:pt x="41" y="180"/>
                  <a:pt x="48" y="187"/>
                </a:cubicBezTo>
                <a:cubicBezTo>
                  <a:pt x="55" y="194"/>
                  <a:pt x="58" y="203"/>
                  <a:pt x="58" y="211"/>
                </a:cubicBezTo>
                <a:lnTo>
                  <a:pt x="31" y="219"/>
                </a:lnTo>
                <a:close/>
                <a:moveTo>
                  <a:pt x="65" y="210"/>
                </a:moveTo>
                <a:cubicBezTo>
                  <a:pt x="65" y="200"/>
                  <a:pt x="61" y="190"/>
                  <a:pt x="53" y="182"/>
                </a:cubicBezTo>
                <a:cubicBezTo>
                  <a:pt x="45" y="174"/>
                  <a:pt x="35" y="170"/>
                  <a:pt x="26" y="169"/>
                </a:cubicBezTo>
                <a:cubicBezTo>
                  <a:pt x="33" y="143"/>
                  <a:pt x="33" y="143"/>
                  <a:pt x="33" y="143"/>
                </a:cubicBezTo>
                <a:cubicBezTo>
                  <a:pt x="33" y="141"/>
                  <a:pt x="34" y="139"/>
                  <a:pt x="36" y="138"/>
                </a:cubicBezTo>
                <a:cubicBezTo>
                  <a:pt x="50" y="127"/>
                  <a:pt x="73" y="130"/>
                  <a:pt x="88" y="146"/>
                </a:cubicBezTo>
                <a:cubicBezTo>
                  <a:pt x="105" y="163"/>
                  <a:pt x="108" y="187"/>
                  <a:pt x="95" y="201"/>
                </a:cubicBezTo>
                <a:cubicBezTo>
                  <a:pt x="94" y="202"/>
                  <a:pt x="93" y="202"/>
                  <a:pt x="92" y="202"/>
                </a:cubicBezTo>
                <a:lnTo>
                  <a:pt x="65" y="210"/>
                </a:lnTo>
                <a:close/>
                <a:moveTo>
                  <a:pt x="210" y="86"/>
                </a:moveTo>
                <a:cubicBezTo>
                  <a:pt x="198" y="99"/>
                  <a:pt x="198" y="99"/>
                  <a:pt x="198" y="99"/>
                </a:cubicBezTo>
                <a:cubicBezTo>
                  <a:pt x="198" y="97"/>
                  <a:pt x="198" y="96"/>
                  <a:pt x="198" y="94"/>
                </a:cubicBezTo>
                <a:cubicBezTo>
                  <a:pt x="196" y="80"/>
                  <a:pt x="190" y="66"/>
                  <a:pt x="179" y="55"/>
                </a:cubicBezTo>
                <a:cubicBezTo>
                  <a:pt x="167" y="44"/>
                  <a:pt x="151" y="37"/>
                  <a:pt x="136" y="37"/>
                </a:cubicBezTo>
                <a:cubicBezTo>
                  <a:pt x="148" y="24"/>
                  <a:pt x="148" y="24"/>
                  <a:pt x="148" y="24"/>
                </a:cubicBezTo>
                <a:cubicBezTo>
                  <a:pt x="154" y="18"/>
                  <a:pt x="162" y="15"/>
                  <a:pt x="172" y="15"/>
                </a:cubicBezTo>
                <a:cubicBezTo>
                  <a:pt x="183" y="15"/>
                  <a:pt x="196" y="20"/>
                  <a:pt x="205" y="30"/>
                </a:cubicBezTo>
                <a:cubicBezTo>
                  <a:pt x="214" y="38"/>
                  <a:pt x="219" y="49"/>
                  <a:pt x="219" y="60"/>
                </a:cubicBezTo>
                <a:cubicBezTo>
                  <a:pt x="220" y="70"/>
                  <a:pt x="217" y="80"/>
                  <a:pt x="210" y="8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grpSp>
        <p:nvGrpSpPr>
          <p:cNvPr id="54" name="Group 53">
            <a:extLst>
              <a:ext uri="{FF2B5EF4-FFF2-40B4-BE49-F238E27FC236}">
                <a16:creationId xmlns:a16="http://schemas.microsoft.com/office/drawing/2014/main" id="{052023A1-884E-4AF9-92EE-DA9342EA4B87}"/>
              </a:ext>
            </a:extLst>
          </p:cNvPr>
          <p:cNvGrpSpPr/>
          <p:nvPr/>
        </p:nvGrpSpPr>
        <p:grpSpPr>
          <a:xfrm>
            <a:off x="6526379" y="3708884"/>
            <a:ext cx="419680" cy="391700"/>
            <a:chOff x="8350307" y="2071995"/>
            <a:chExt cx="256867" cy="239742"/>
          </a:xfrm>
          <a:solidFill>
            <a:schemeClr val="bg1"/>
          </a:solidFill>
        </p:grpSpPr>
        <p:sp>
          <p:nvSpPr>
            <p:cNvPr id="57" name="Freeform 76">
              <a:extLst>
                <a:ext uri="{FF2B5EF4-FFF2-40B4-BE49-F238E27FC236}">
                  <a16:creationId xmlns:a16="http://schemas.microsoft.com/office/drawing/2014/main" id="{A94FD3E7-DC2E-481F-91FC-AAC38D9BC385}"/>
                </a:ext>
              </a:extLst>
            </p:cNvPr>
            <p:cNvSpPr>
              <a:spLocks noEditPoints="1"/>
            </p:cNvSpPr>
            <p:nvPr/>
          </p:nvSpPr>
          <p:spPr bwMode="auto">
            <a:xfrm>
              <a:off x="8382242" y="2103929"/>
              <a:ext cx="191609" cy="127739"/>
            </a:xfrm>
            <a:custGeom>
              <a:avLst/>
              <a:gdLst>
                <a:gd name="T0" fmla="*/ 168 w 175"/>
                <a:gd name="T1" fmla="*/ 0 h 117"/>
                <a:gd name="T2" fmla="*/ 7 w 175"/>
                <a:gd name="T3" fmla="*/ 0 h 117"/>
                <a:gd name="T4" fmla="*/ 0 w 175"/>
                <a:gd name="T5" fmla="*/ 8 h 117"/>
                <a:gd name="T6" fmla="*/ 0 w 175"/>
                <a:gd name="T7" fmla="*/ 110 h 117"/>
                <a:gd name="T8" fmla="*/ 7 w 175"/>
                <a:gd name="T9" fmla="*/ 117 h 117"/>
                <a:gd name="T10" fmla="*/ 168 w 175"/>
                <a:gd name="T11" fmla="*/ 117 h 117"/>
                <a:gd name="T12" fmla="*/ 175 w 175"/>
                <a:gd name="T13" fmla="*/ 110 h 117"/>
                <a:gd name="T14" fmla="*/ 175 w 175"/>
                <a:gd name="T15" fmla="*/ 8 h 117"/>
                <a:gd name="T16" fmla="*/ 168 w 175"/>
                <a:gd name="T17" fmla="*/ 0 h 117"/>
                <a:gd name="T18" fmla="*/ 168 w 175"/>
                <a:gd name="T19" fmla="*/ 110 h 117"/>
                <a:gd name="T20" fmla="*/ 7 w 175"/>
                <a:gd name="T21" fmla="*/ 110 h 117"/>
                <a:gd name="T22" fmla="*/ 7 w 175"/>
                <a:gd name="T23" fmla="*/ 8 h 117"/>
                <a:gd name="T24" fmla="*/ 168 w 175"/>
                <a:gd name="T25" fmla="*/ 8 h 117"/>
                <a:gd name="T26" fmla="*/ 168 w 175"/>
                <a:gd name="T27" fmla="*/ 11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5" h="117">
                  <a:moveTo>
                    <a:pt x="168" y="0"/>
                  </a:moveTo>
                  <a:cubicBezTo>
                    <a:pt x="7" y="0"/>
                    <a:pt x="7" y="0"/>
                    <a:pt x="7" y="0"/>
                  </a:cubicBezTo>
                  <a:cubicBezTo>
                    <a:pt x="3" y="0"/>
                    <a:pt x="0" y="3"/>
                    <a:pt x="0" y="8"/>
                  </a:cubicBezTo>
                  <a:cubicBezTo>
                    <a:pt x="0" y="110"/>
                    <a:pt x="0" y="110"/>
                    <a:pt x="0" y="110"/>
                  </a:cubicBezTo>
                  <a:cubicBezTo>
                    <a:pt x="0" y="114"/>
                    <a:pt x="3" y="117"/>
                    <a:pt x="7" y="117"/>
                  </a:cubicBezTo>
                  <a:cubicBezTo>
                    <a:pt x="168" y="117"/>
                    <a:pt x="168" y="117"/>
                    <a:pt x="168" y="117"/>
                  </a:cubicBezTo>
                  <a:cubicBezTo>
                    <a:pt x="172" y="117"/>
                    <a:pt x="175" y="114"/>
                    <a:pt x="175" y="110"/>
                  </a:cubicBezTo>
                  <a:cubicBezTo>
                    <a:pt x="175" y="8"/>
                    <a:pt x="175" y="8"/>
                    <a:pt x="175" y="8"/>
                  </a:cubicBezTo>
                  <a:cubicBezTo>
                    <a:pt x="175" y="3"/>
                    <a:pt x="172" y="0"/>
                    <a:pt x="168" y="0"/>
                  </a:cubicBezTo>
                  <a:close/>
                  <a:moveTo>
                    <a:pt x="168" y="110"/>
                  </a:moveTo>
                  <a:cubicBezTo>
                    <a:pt x="7" y="110"/>
                    <a:pt x="7" y="110"/>
                    <a:pt x="7" y="110"/>
                  </a:cubicBezTo>
                  <a:cubicBezTo>
                    <a:pt x="7" y="8"/>
                    <a:pt x="7" y="8"/>
                    <a:pt x="7" y="8"/>
                  </a:cubicBezTo>
                  <a:cubicBezTo>
                    <a:pt x="168" y="8"/>
                    <a:pt x="168" y="8"/>
                    <a:pt x="168" y="8"/>
                  </a:cubicBezTo>
                  <a:lnTo>
                    <a:pt x="168" y="110"/>
                  </a:lnTo>
                  <a:close/>
                </a:path>
              </a:pathLst>
            </a:custGeom>
            <a:grpFill/>
            <a:ln>
              <a:noFill/>
            </a:ln>
            <a:extLst>
              <a:ext uri="{91240B29-F687-4f45-9708-019B960494DF}">
                <a14:hiddenLine xmlns:lc="http://schemas.openxmlformats.org/drawingml/2006/lockedCanvas"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58" name="Freeform 77">
              <a:extLst>
                <a:ext uri="{FF2B5EF4-FFF2-40B4-BE49-F238E27FC236}">
                  <a16:creationId xmlns:a16="http://schemas.microsoft.com/office/drawing/2014/main" id="{F10D2A0A-1D31-4503-A12E-53D0699CB685}"/>
                </a:ext>
              </a:extLst>
            </p:cNvPr>
            <p:cNvSpPr>
              <a:spLocks noEditPoints="1"/>
            </p:cNvSpPr>
            <p:nvPr/>
          </p:nvSpPr>
          <p:spPr bwMode="auto">
            <a:xfrm>
              <a:off x="8350307" y="2071995"/>
              <a:ext cx="256867" cy="239742"/>
            </a:xfrm>
            <a:custGeom>
              <a:avLst/>
              <a:gdLst>
                <a:gd name="T0" fmla="*/ 212 w 234"/>
                <a:gd name="T1" fmla="*/ 0 h 219"/>
                <a:gd name="T2" fmla="*/ 22 w 234"/>
                <a:gd name="T3" fmla="*/ 0 h 219"/>
                <a:gd name="T4" fmla="*/ 0 w 234"/>
                <a:gd name="T5" fmla="*/ 22 h 219"/>
                <a:gd name="T6" fmla="*/ 0 w 234"/>
                <a:gd name="T7" fmla="*/ 168 h 219"/>
                <a:gd name="T8" fmla="*/ 22 w 234"/>
                <a:gd name="T9" fmla="*/ 190 h 219"/>
                <a:gd name="T10" fmla="*/ 95 w 234"/>
                <a:gd name="T11" fmla="*/ 190 h 219"/>
                <a:gd name="T12" fmla="*/ 95 w 234"/>
                <a:gd name="T13" fmla="*/ 199 h 219"/>
                <a:gd name="T14" fmla="*/ 49 w 234"/>
                <a:gd name="T15" fmla="*/ 205 h 219"/>
                <a:gd name="T16" fmla="*/ 44 w 234"/>
                <a:gd name="T17" fmla="*/ 212 h 219"/>
                <a:gd name="T18" fmla="*/ 51 w 234"/>
                <a:gd name="T19" fmla="*/ 219 h 219"/>
                <a:gd name="T20" fmla="*/ 182 w 234"/>
                <a:gd name="T21" fmla="*/ 219 h 219"/>
                <a:gd name="T22" fmla="*/ 190 w 234"/>
                <a:gd name="T23" fmla="*/ 212 h 219"/>
                <a:gd name="T24" fmla="*/ 184 w 234"/>
                <a:gd name="T25" fmla="*/ 205 h 219"/>
                <a:gd name="T26" fmla="*/ 139 w 234"/>
                <a:gd name="T27" fmla="*/ 199 h 219"/>
                <a:gd name="T28" fmla="*/ 139 w 234"/>
                <a:gd name="T29" fmla="*/ 190 h 219"/>
                <a:gd name="T30" fmla="*/ 212 w 234"/>
                <a:gd name="T31" fmla="*/ 190 h 219"/>
                <a:gd name="T32" fmla="*/ 234 w 234"/>
                <a:gd name="T33" fmla="*/ 168 h 219"/>
                <a:gd name="T34" fmla="*/ 234 w 234"/>
                <a:gd name="T35" fmla="*/ 22 h 219"/>
                <a:gd name="T36" fmla="*/ 212 w 234"/>
                <a:gd name="T37" fmla="*/ 0 h 219"/>
                <a:gd name="T38" fmla="*/ 219 w 234"/>
                <a:gd name="T39" fmla="*/ 168 h 219"/>
                <a:gd name="T40" fmla="*/ 212 w 234"/>
                <a:gd name="T41" fmla="*/ 175 h 219"/>
                <a:gd name="T42" fmla="*/ 146 w 234"/>
                <a:gd name="T43" fmla="*/ 175 h 219"/>
                <a:gd name="T44" fmla="*/ 88 w 234"/>
                <a:gd name="T45" fmla="*/ 175 h 219"/>
                <a:gd name="T46" fmla="*/ 22 w 234"/>
                <a:gd name="T47" fmla="*/ 175 h 219"/>
                <a:gd name="T48" fmla="*/ 14 w 234"/>
                <a:gd name="T49" fmla="*/ 168 h 219"/>
                <a:gd name="T50" fmla="*/ 14 w 234"/>
                <a:gd name="T51" fmla="*/ 22 h 219"/>
                <a:gd name="T52" fmla="*/ 22 w 234"/>
                <a:gd name="T53" fmla="*/ 15 h 219"/>
                <a:gd name="T54" fmla="*/ 212 w 234"/>
                <a:gd name="T55" fmla="*/ 15 h 219"/>
                <a:gd name="T56" fmla="*/ 219 w 234"/>
                <a:gd name="T57" fmla="*/ 22 h 219"/>
                <a:gd name="T58" fmla="*/ 219 w 234"/>
                <a:gd name="T59" fmla="*/ 168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4" h="219">
                  <a:moveTo>
                    <a:pt x="212" y="0"/>
                  </a:moveTo>
                  <a:cubicBezTo>
                    <a:pt x="22" y="0"/>
                    <a:pt x="22" y="0"/>
                    <a:pt x="22" y="0"/>
                  </a:cubicBezTo>
                  <a:cubicBezTo>
                    <a:pt x="10" y="0"/>
                    <a:pt x="0" y="10"/>
                    <a:pt x="0" y="22"/>
                  </a:cubicBezTo>
                  <a:cubicBezTo>
                    <a:pt x="0" y="168"/>
                    <a:pt x="0" y="168"/>
                    <a:pt x="0" y="168"/>
                  </a:cubicBezTo>
                  <a:cubicBezTo>
                    <a:pt x="0" y="180"/>
                    <a:pt x="10" y="190"/>
                    <a:pt x="22" y="190"/>
                  </a:cubicBezTo>
                  <a:cubicBezTo>
                    <a:pt x="95" y="190"/>
                    <a:pt x="95" y="190"/>
                    <a:pt x="95" y="190"/>
                  </a:cubicBezTo>
                  <a:cubicBezTo>
                    <a:pt x="95" y="199"/>
                    <a:pt x="95" y="199"/>
                    <a:pt x="95" y="199"/>
                  </a:cubicBezTo>
                  <a:cubicBezTo>
                    <a:pt x="49" y="205"/>
                    <a:pt x="49" y="205"/>
                    <a:pt x="49" y="205"/>
                  </a:cubicBezTo>
                  <a:cubicBezTo>
                    <a:pt x="46" y="206"/>
                    <a:pt x="44" y="208"/>
                    <a:pt x="44" y="212"/>
                  </a:cubicBezTo>
                  <a:cubicBezTo>
                    <a:pt x="44" y="216"/>
                    <a:pt x="47" y="219"/>
                    <a:pt x="51" y="219"/>
                  </a:cubicBezTo>
                  <a:cubicBezTo>
                    <a:pt x="182" y="219"/>
                    <a:pt x="182" y="219"/>
                    <a:pt x="182" y="219"/>
                  </a:cubicBezTo>
                  <a:cubicBezTo>
                    <a:pt x="186" y="219"/>
                    <a:pt x="190" y="216"/>
                    <a:pt x="190" y="212"/>
                  </a:cubicBezTo>
                  <a:cubicBezTo>
                    <a:pt x="190" y="208"/>
                    <a:pt x="187" y="206"/>
                    <a:pt x="184" y="205"/>
                  </a:cubicBezTo>
                  <a:cubicBezTo>
                    <a:pt x="139" y="199"/>
                    <a:pt x="139" y="199"/>
                    <a:pt x="139" y="199"/>
                  </a:cubicBezTo>
                  <a:cubicBezTo>
                    <a:pt x="139" y="190"/>
                    <a:pt x="139" y="190"/>
                    <a:pt x="139" y="190"/>
                  </a:cubicBezTo>
                  <a:cubicBezTo>
                    <a:pt x="212" y="190"/>
                    <a:pt x="212" y="190"/>
                    <a:pt x="212" y="190"/>
                  </a:cubicBezTo>
                  <a:cubicBezTo>
                    <a:pt x="224" y="190"/>
                    <a:pt x="234" y="180"/>
                    <a:pt x="234" y="168"/>
                  </a:cubicBezTo>
                  <a:cubicBezTo>
                    <a:pt x="234" y="22"/>
                    <a:pt x="234" y="22"/>
                    <a:pt x="234" y="22"/>
                  </a:cubicBezTo>
                  <a:cubicBezTo>
                    <a:pt x="234" y="10"/>
                    <a:pt x="224" y="0"/>
                    <a:pt x="212" y="0"/>
                  </a:cubicBezTo>
                  <a:close/>
                  <a:moveTo>
                    <a:pt x="219" y="168"/>
                  </a:moveTo>
                  <a:cubicBezTo>
                    <a:pt x="219" y="172"/>
                    <a:pt x="216" y="175"/>
                    <a:pt x="212" y="175"/>
                  </a:cubicBezTo>
                  <a:cubicBezTo>
                    <a:pt x="146" y="175"/>
                    <a:pt x="146" y="175"/>
                    <a:pt x="146" y="175"/>
                  </a:cubicBezTo>
                  <a:cubicBezTo>
                    <a:pt x="88" y="175"/>
                    <a:pt x="88" y="175"/>
                    <a:pt x="88" y="175"/>
                  </a:cubicBezTo>
                  <a:cubicBezTo>
                    <a:pt x="22" y="175"/>
                    <a:pt x="22" y="175"/>
                    <a:pt x="22" y="175"/>
                  </a:cubicBezTo>
                  <a:cubicBezTo>
                    <a:pt x="18" y="175"/>
                    <a:pt x="14" y="172"/>
                    <a:pt x="14" y="168"/>
                  </a:cubicBezTo>
                  <a:cubicBezTo>
                    <a:pt x="14" y="22"/>
                    <a:pt x="14" y="22"/>
                    <a:pt x="14" y="22"/>
                  </a:cubicBezTo>
                  <a:cubicBezTo>
                    <a:pt x="14" y="18"/>
                    <a:pt x="18" y="15"/>
                    <a:pt x="22" y="15"/>
                  </a:cubicBezTo>
                  <a:cubicBezTo>
                    <a:pt x="212" y="15"/>
                    <a:pt x="212" y="15"/>
                    <a:pt x="212" y="15"/>
                  </a:cubicBezTo>
                  <a:cubicBezTo>
                    <a:pt x="216" y="15"/>
                    <a:pt x="219" y="18"/>
                    <a:pt x="219" y="22"/>
                  </a:cubicBezTo>
                  <a:lnTo>
                    <a:pt x="219" y="168"/>
                  </a:lnTo>
                  <a:close/>
                </a:path>
              </a:pathLst>
            </a:custGeom>
            <a:grpFill/>
            <a:ln>
              <a:noFill/>
            </a:ln>
            <a:extLst>
              <a:ext uri="{91240B29-F687-4f45-9708-019B960494DF}">
                <a14:hiddenLine xmlns:lc="http://schemas.openxmlformats.org/drawingml/2006/lockedCanvas"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grpSp>
      <p:grpSp>
        <p:nvGrpSpPr>
          <p:cNvPr id="26" name="Group 25">
            <a:extLst>
              <a:ext uri="{FF2B5EF4-FFF2-40B4-BE49-F238E27FC236}">
                <a16:creationId xmlns:a16="http://schemas.microsoft.com/office/drawing/2014/main" id="{201833A1-3C12-48A4-B599-13C6862D4FA5}"/>
              </a:ext>
            </a:extLst>
          </p:cNvPr>
          <p:cNvGrpSpPr/>
          <p:nvPr/>
        </p:nvGrpSpPr>
        <p:grpSpPr>
          <a:xfrm>
            <a:off x="1662018" y="4614692"/>
            <a:ext cx="539504" cy="539505"/>
            <a:chOff x="-2771775" y="66675"/>
            <a:chExt cx="827087" cy="827088"/>
          </a:xfrm>
          <a:solidFill>
            <a:schemeClr val="bg1"/>
          </a:solidFill>
        </p:grpSpPr>
        <p:sp>
          <p:nvSpPr>
            <p:cNvPr id="65" name="Freeform 19">
              <a:extLst>
                <a:ext uri="{FF2B5EF4-FFF2-40B4-BE49-F238E27FC236}">
                  <a16:creationId xmlns:a16="http://schemas.microsoft.com/office/drawing/2014/main" id="{0FA95BCE-2EF2-4DD9-9C7F-28E6648CDD1A}"/>
                </a:ext>
              </a:extLst>
            </p:cNvPr>
            <p:cNvSpPr>
              <a:spLocks noEditPoints="1"/>
            </p:cNvSpPr>
            <p:nvPr/>
          </p:nvSpPr>
          <p:spPr bwMode="auto">
            <a:xfrm>
              <a:off x="-2771775" y="66675"/>
              <a:ext cx="827087" cy="827088"/>
            </a:xfrm>
            <a:custGeom>
              <a:avLst/>
              <a:gdLst>
                <a:gd name="T0" fmla="*/ 188 w 220"/>
                <a:gd name="T1" fmla="*/ 83 h 220"/>
                <a:gd name="T2" fmla="*/ 196 w 220"/>
                <a:gd name="T3" fmla="*/ 56 h 220"/>
                <a:gd name="T4" fmla="*/ 181 w 220"/>
                <a:gd name="T5" fmla="*/ 26 h 220"/>
                <a:gd name="T6" fmla="*/ 164 w 220"/>
                <a:gd name="T7" fmla="*/ 24 h 220"/>
                <a:gd name="T8" fmla="*/ 137 w 220"/>
                <a:gd name="T9" fmla="*/ 32 h 220"/>
                <a:gd name="T10" fmla="*/ 119 w 220"/>
                <a:gd name="T11" fmla="*/ 0 h 220"/>
                <a:gd name="T12" fmla="*/ 87 w 220"/>
                <a:gd name="T13" fmla="*/ 11 h 220"/>
                <a:gd name="T14" fmla="*/ 74 w 220"/>
                <a:gd name="T15" fmla="*/ 36 h 220"/>
                <a:gd name="T16" fmla="*/ 49 w 220"/>
                <a:gd name="T17" fmla="*/ 22 h 220"/>
                <a:gd name="T18" fmla="*/ 26 w 220"/>
                <a:gd name="T19" fmla="*/ 39 h 220"/>
                <a:gd name="T20" fmla="*/ 36 w 220"/>
                <a:gd name="T21" fmla="*/ 74 h 220"/>
                <a:gd name="T22" fmla="*/ 11 w 220"/>
                <a:gd name="T23" fmla="*/ 87 h 220"/>
                <a:gd name="T24" fmla="*/ 0 w 220"/>
                <a:gd name="T25" fmla="*/ 119 h 220"/>
                <a:gd name="T26" fmla="*/ 32 w 220"/>
                <a:gd name="T27" fmla="*/ 137 h 220"/>
                <a:gd name="T28" fmla="*/ 24 w 220"/>
                <a:gd name="T29" fmla="*/ 164 h 220"/>
                <a:gd name="T30" fmla="*/ 39 w 220"/>
                <a:gd name="T31" fmla="*/ 194 h 220"/>
                <a:gd name="T32" fmla="*/ 56 w 220"/>
                <a:gd name="T33" fmla="*/ 196 h 220"/>
                <a:gd name="T34" fmla="*/ 83 w 220"/>
                <a:gd name="T35" fmla="*/ 188 h 220"/>
                <a:gd name="T36" fmla="*/ 101 w 220"/>
                <a:gd name="T37" fmla="*/ 220 h 220"/>
                <a:gd name="T38" fmla="*/ 133 w 220"/>
                <a:gd name="T39" fmla="*/ 209 h 220"/>
                <a:gd name="T40" fmla="*/ 146 w 220"/>
                <a:gd name="T41" fmla="*/ 184 h 220"/>
                <a:gd name="T42" fmla="*/ 171 w 220"/>
                <a:gd name="T43" fmla="*/ 198 h 220"/>
                <a:gd name="T44" fmla="*/ 194 w 220"/>
                <a:gd name="T45" fmla="*/ 181 h 220"/>
                <a:gd name="T46" fmla="*/ 184 w 220"/>
                <a:gd name="T47" fmla="*/ 146 h 220"/>
                <a:gd name="T48" fmla="*/ 209 w 220"/>
                <a:gd name="T49" fmla="*/ 133 h 220"/>
                <a:gd name="T50" fmla="*/ 220 w 220"/>
                <a:gd name="T51" fmla="*/ 101 h 220"/>
                <a:gd name="T52" fmla="*/ 185 w 220"/>
                <a:gd name="T53" fmla="*/ 124 h 220"/>
                <a:gd name="T54" fmla="*/ 172 w 220"/>
                <a:gd name="T55" fmla="*/ 140 h 220"/>
                <a:gd name="T56" fmla="*/ 185 w 220"/>
                <a:gd name="T57" fmla="*/ 171 h 220"/>
                <a:gd name="T58" fmla="*/ 154 w 220"/>
                <a:gd name="T59" fmla="*/ 173 h 220"/>
                <a:gd name="T60" fmla="*/ 140 w 220"/>
                <a:gd name="T61" fmla="*/ 172 h 220"/>
                <a:gd name="T62" fmla="*/ 124 w 220"/>
                <a:gd name="T63" fmla="*/ 185 h 220"/>
                <a:gd name="T64" fmla="*/ 101 w 220"/>
                <a:gd name="T65" fmla="*/ 206 h 220"/>
                <a:gd name="T66" fmla="*/ 87 w 220"/>
                <a:gd name="T67" fmla="*/ 175 h 220"/>
                <a:gd name="T68" fmla="*/ 74 w 220"/>
                <a:gd name="T69" fmla="*/ 170 h 220"/>
                <a:gd name="T70" fmla="*/ 49 w 220"/>
                <a:gd name="T71" fmla="*/ 185 h 220"/>
                <a:gd name="T72" fmla="*/ 47 w 220"/>
                <a:gd name="T73" fmla="*/ 154 h 220"/>
                <a:gd name="T74" fmla="*/ 45 w 220"/>
                <a:gd name="T75" fmla="*/ 133 h 220"/>
                <a:gd name="T76" fmla="*/ 14 w 220"/>
                <a:gd name="T77" fmla="*/ 119 h 220"/>
                <a:gd name="T78" fmla="*/ 35 w 220"/>
                <a:gd name="T79" fmla="*/ 96 h 220"/>
                <a:gd name="T80" fmla="*/ 48 w 220"/>
                <a:gd name="T81" fmla="*/ 80 h 220"/>
                <a:gd name="T82" fmla="*/ 35 w 220"/>
                <a:gd name="T83" fmla="*/ 49 h 220"/>
                <a:gd name="T84" fmla="*/ 66 w 220"/>
                <a:gd name="T85" fmla="*/ 47 h 220"/>
                <a:gd name="T86" fmla="*/ 80 w 220"/>
                <a:gd name="T87" fmla="*/ 48 h 220"/>
                <a:gd name="T88" fmla="*/ 96 w 220"/>
                <a:gd name="T89" fmla="*/ 35 h 220"/>
                <a:gd name="T90" fmla="*/ 119 w 220"/>
                <a:gd name="T91" fmla="*/ 14 h 220"/>
                <a:gd name="T92" fmla="*/ 133 w 220"/>
                <a:gd name="T93" fmla="*/ 45 h 220"/>
                <a:gd name="T94" fmla="*/ 146 w 220"/>
                <a:gd name="T95" fmla="*/ 50 h 220"/>
                <a:gd name="T96" fmla="*/ 171 w 220"/>
                <a:gd name="T97" fmla="*/ 35 h 220"/>
                <a:gd name="T98" fmla="*/ 173 w 220"/>
                <a:gd name="T99" fmla="*/ 66 h 220"/>
                <a:gd name="T100" fmla="*/ 175 w 220"/>
                <a:gd name="T101" fmla="*/ 87 h 220"/>
                <a:gd name="T102" fmla="*/ 206 w 220"/>
                <a:gd name="T103" fmla="*/ 101 h 220"/>
                <a:gd name="T104" fmla="*/ 185 w 220"/>
                <a:gd name="T105" fmla="*/ 124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0" h="220">
                  <a:moveTo>
                    <a:pt x="209" y="87"/>
                  </a:moveTo>
                  <a:cubicBezTo>
                    <a:pt x="188" y="83"/>
                    <a:pt x="188" y="83"/>
                    <a:pt x="188" y="83"/>
                  </a:cubicBezTo>
                  <a:cubicBezTo>
                    <a:pt x="187" y="80"/>
                    <a:pt x="186" y="77"/>
                    <a:pt x="184" y="74"/>
                  </a:cubicBezTo>
                  <a:cubicBezTo>
                    <a:pt x="196" y="56"/>
                    <a:pt x="196" y="56"/>
                    <a:pt x="196" y="56"/>
                  </a:cubicBezTo>
                  <a:cubicBezTo>
                    <a:pt x="200" y="51"/>
                    <a:pt x="199" y="43"/>
                    <a:pt x="194" y="39"/>
                  </a:cubicBezTo>
                  <a:cubicBezTo>
                    <a:pt x="181" y="26"/>
                    <a:pt x="181" y="26"/>
                    <a:pt x="181" y="26"/>
                  </a:cubicBezTo>
                  <a:cubicBezTo>
                    <a:pt x="179" y="23"/>
                    <a:pt x="175" y="22"/>
                    <a:pt x="171" y="22"/>
                  </a:cubicBezTo>
                  <a:cubicBezTo>
                    <a:pt x="169" y="22"/>
                    <a:pt x="166" y="22"/>
                    <a:pt x="164" y="24"/>
                  </a:cubicBezTo>
                  <a:cubicBezTo>
                    <a:pt x="146" y="36"/>
                    <a:pt x="146" y="36"/>
                    <a:pt x="146" y="36"/>
                  </a:cubicBezTo>
                  <a:cubicBezTo>
                    <a:pt x="143" y="34"/>
                    <a:pt x="140" y="33"/>
                    <a:pt x="137" y="32"/>
                  </a:cubicBezTo>
                  <a:cubicBezTo>
                    <a:pt x="133" y="11"/>
                    <a:pt x="133" y="11"/>
                    <a:pt x="133" y="11"/>
                  </a:cubicBezTo>
                  <a:cubicBezTo>
                    <a:pt x="132" y="5"/>
                    <a:pt x="126" y="0"/>
                    <a:pt x="119" y="0"/>
                  </a:cubicBezTo>
                  <a:cubicBezTo>
                    <a:pt x="101" y="0"/>
                    <a:pt x="101" y="0"/>
                    <a:pt x="101" y="0"/>
                  </a:cubicBezTo>
                  <a:cubicBezTo>
                    <a:pt x="94" y="0"/>
                    <a:pt x="88" y="5"/>
                    <a:pt x="87" y="11"/>
                  </a:cubicBezTo>
                  <a:cubicBezTo>
                    <a:pt x="83" y="32"/>
                    <a:pt x="83" y="32"/>
                    <a:pt x="83" y="32"/>
                  </a:cubicBezTo>
                  <a:cubicBezTo>
                    <a:pt x="80" y="33"/>
                    <a:pt x="77" y="34"/>
                    <a:pt x="74" y="36"/>
                  </a:cubicBezTo>
                  <a:cubicBezTo>
                    <a:pt x="56" y="24"/>
                    <a:pt x="56" y="24"/>
                    <a:pt x="56" y="24"/>
                  </a:cubicBezTo>
                  <a:cubicBezTo>
                    <a:pt x="54" y="22"/>
                    <a:pt x="51" y="22"/>
                    <a:pt x="49" y="22"/>
                  </a:cubicBezTo>
                  <a:cubicBezTo>
                    <a:pt x="45" y="22"/>
                    <a:pt x="41" y="23"/>
                    <a:pt x="39" y="26"/>
                  </a:cubicBezTo>
                  <a:cubicBezTo>
                    <a:pt x="26" y="39"/>
                    <a:pt x="26" y="39"/>
                    <a:pt x="26" y="39"/>
                  </a:cubicBezTo>
                  <a:cubicBezTo>
                    <a:pt x="21" y="43"/>
                    <a:pt x="20" y="51"/>
                    <a:pt x="24" y="56"/>
                  </a:cubicBezTo>
                  <a:cubicBezTo>
                    <a:pt x="36" y="74"/>
                    <a:pt x="36" y="74"/>
                    <a:pt x="36" y="74"/>
                  </a:cubicBezTo>
                  <a:cubicBezTo>
                    <a:pt x="34" y="77"/>
                    <a:pt x="33" y="80"/>
                    <a:pt x="32" y="83"/>
                  </a:cubicBezTo>
                  <a:cubicBezTo>
                    <a:pt x="11" y="87"/>
                    <a:pt x="11" y="87"/>
                    <a:pt x="11" y="87"/>
                  </a:cubicBezTo>
                  <a:cubicBezTo>
                    <a:pt x="5" y="88"/>
                    <a:pt x="0" y="94"/>
                    <a:pt x="0" y="101"/>
                  </a:cubicBezTo>
                  <a:cubicBezTo>
                    <a:pt x="0" y="119"/>
                    <a:pt x="0" y="119"/>
                    <a:pt x="0" y="119"/>
                  </a:cubicBezTo>
                  <a:cubicBezTo>
                    <a:pt x="0" y="126"/>
                    <a:pt x="5" y="132"/>
                    <a:pt x="11" y="133"/>
                  </a:cubicBezTo>
                  <a:cubicBezTo>
                    <a:pt x="32" y="137"/>
                    <a:pt x="32" y="137"/>
                    <a:pt x="32" y="137"/>
                  </a:cubicBezTo>
                  <a:cubicBezTo>
                    <a:pt x="33" y="140"/>
                    <a:pt x="34" y="143"/>
                    <a:pt x="36" y="146"/>
                  </a:cubicBezTo>
                  <a:cubicBezTo>
                    <a:pt x="24" y="164"/>
                    <a:pt x="24" y="164"/>
                    <a:pt x="24" y="164"/>
                  </a:cubicBezTo>
                  <a:cubicBezTo>
                    <a:pt x="20" y="169"/>
                    <a:pt x="21" y="177"/>
                    <a:pt x="26" y="181"/>
                  </a:cubicBezTo>
                  <a:cubicBezTo>
                    <a:pt x="39" y="194"/>
                    <a:pt x="39" y="194"/>
                    <a:pt x="39" y="194"/>
                  </a:cubicBezTo>
                  <a:cubicBezTo>
                    <a:pt x="41" y="197"/>
                    <a:pt x="45" y="198"/>
                    <a:pt x="49" y="198"/>
                  </a:cubicBezTo>
                  <a:cubicBezTo>
                    <a:pt x="51" y="198"/>
                    <a:pt x="54" y="198"/>
                    <a:pt x="56" y="196"/>
                  </a:cubicBezTo>
                  <a:cubicBezTo>
                    <a:pt x="74" y="184"/>
                    <a:pt x="74" y="184"/>
                    <a:pt x="74" y="184"/>
                  </a:cubicBezTo>
                  <a:cubicBezTo>
                    <a:pt x="77" y="186"/>
                    <a:pt x="80" y="187"/>
                    <a:pt x="83" y="188"/>
                  </a:cubicBezTo>
                  <a:cubicBezTo>
                    <a:pt x="87" y="209"/>
                    <a:pt x="87" y="209"/>
                    <a:pt x="87" y="209"/>
                  </a:cubicBezTo>
                  <a:cubicBezTo>
                    <a:pt x="88" y="215"/>
                    <a:pt x="94" y="220"/>
                    <a:pt x="101" y="220"/>
                  </a:cubicBezTo>
                  <a:cubicBezTo>
                    <a:pt x="119" y="220"/>
                    <a:pt x="119" y="220"/>
                    <a:pt x="119" y="220"/>
                  </a:cubicBezTo>
                  <a:cubicBezTo>
                    <a:pt x="126" y="220"/>
                    <a:pt x="132" y="215"/>
                    <a:pt x="133" y="209"/>
                  </a:cubicBezTo>
                  <a:cubicBezTo>
                    <a:pt x="137" y="188"/>
                    <a:pt x="137" y="188"/>
                    <a:pt x="137" y="188"/>
                  </a:cubicBezTo>
                  <a:cubicBezTo>
                    <a:pt x="140" y="187"/>
                    <a:pt x="143" y="186"/>
                    <a:pt x="146" y="184"/>
                  </a:cubicBezTo>
                  <a:cubicBezTo>
                    <a:pt x="164" y="196"/>
                    <a:pt x="164" y="196"/>
                    <a:pt x="164" y="196"/>
                  </a:cubicBezTo>
                  <a:cubicBezTo>
                    <a:pt x="166" y="198"/>
                    <a:pt x="169" y="198"/>
                    <a:pt x="171" y="198"/>
                  </a:cubicBezTo>
                  <a:cubicBezTo>
                    <a:pt x="175" y="198"/>
                    <a:pt x="179" y="197"/>
                    <a:pt x="181" y="194"/>
                  </a:cubicBezTo>
                  <a:cubicBezTo>
                    <a:pt x="194" y="181"/>
                    <a:pt x="194" y="181"/>
                    <a:pt x="194" y="181"/>
                  </a:cubicBezTo>
                  <a:cubicBezTo>
                    <a:pt x="199" y="177"/>
                    <a:pt x="200" y="169"/>
                    <a:pt x="196" y="164"/>
                  </a:cubicBezTo>
                  <a:cubicBezTo>
                    <a:pt x="184" y="146"/>
                    <a:pt x="184" y="146"/>
                    <a:pt x="184" y="146"/>
                  </a:cubicBezTo>
                  <a:cubicBezTo>
                    <a:pt x="186" y="143"/>
                    <a:pt x="187" y="140"/>
                    <a:pt x="188" y="137"/>
                  </a:cubicBezTo>
                  <a:cubicBezTo>
                    <a:pt x="209" y="133"/>
                    <a:pt x="209" y="133"/>
                    <a:pt x="209" y="133"/>
                  </a:cubicBezTo>
                  <a:cubicBezTo>
                    <a:pt x="215" y="132"/>
                    <a:pt x="220" y="126"/>
                    <a:pt x="220" y="119"/>
                  </a:cubicBezTo>
                  <a:cubicBezTo>
                    <a:pt x="220" y="101"/>
                    <a:pt x="220" y="101"/>
                    <a:pt x="220" y="101"/>
                  </a:cubicBezTo>
                  <a:cubicBezTo>
                    <a:pt x="220" y="94"/>
                    <a:pt x="215" y="88"/>
                    <a:pt x="209" y="87"/>
                  </a:cubicBezTo>
                  <a:close/>
                  <a:moveTo>
                    <a:pt x="185" y="124"/>
                  </a:moveTo>
                  <a:cubicBezTo>
                    <a:pt x="180" y="125"/>
                    <a:pt x="176" y="128"/>
                    <a:pt x="175" y="133"/>
                  </a:cubicBezTo>
                  <a:cubicBezTo>
                    <a:pt x="174" y="135"/>
                    <a:pt x="173" y="138"/>
                    <a:pt x="172" y="140"/>
                  </a:cubicBezTo>
                  <a:cubicBezTo>
                    <a:pt x="170" y="144"/>
                    <a:pt x="170" y="149"/>
                    <a:pt x="173" y="154"/>
                  </a:cubicBezTo>
                  <a:cubicBezTo>
                    <a:pt x="185" y="171"/>
                    <a:pt x="185" y="171"/>
                    <a:pt x="185" y="171"/>
                  </a:cubicBezTo>
                  <a:cubicBezTo>
                    <a:pt x="171" y="185"/>
                    <a:pt x="171" y="185"/>
                    <a:pt x="171" y="185"/>
                  </a:cubicBezTo>
                  <a:cubicBezTo>
                    <a:pt x="154" y="173"/>
                    <a:pt x="154" y="173"/>
                    <a:pt x="154" y="173"/>
                  </a:cubicBezTo>
                  <a:cubicBezTo>
                    <a:pt x="151" y="171"/>
                    <a:pt x="149" y="170"/>
                    <a:pt x="146" y="170"/>
                  </a:cubicBezTo>
                  <a:cubicBezTo>
                    <a:pt x="144" y="170"/>
                    <a:pt x="142" y="171"/>
                    <a:pt x="140" y="172"/>
                  </a:cubicBezTo>
                  <a:cubicBezTo>
                    <a:pt x="138" y="173"/>
                    <a:pt x="135" y="174"/>
                    <a:pt x="133" y="175"/>
                  </a:cubicBezTo>
                  <a:cubicBezTo>
                    <a:pt x="128" y="176"/>
                    <a:pt x="125" y="180"/>
                    <a:pt x="124" y="185"/>
                  </a:cubicBezTo>
                  <a:cubicBezTo>
                    <a:pt x="119" y="206"/>
                    <a:pt x="119" y="206"/>
                    <a:pt x="119" y="206"/>
                  </a:cubicBezTo>
                  <a:cubicBezTo>
                    <a:pt x="101" y="206"/>
                    <a:pt x="101" y="206"/>
                    <a:pt x="101" y="206"/>
                  </a:cubicBezTo>
                  <a:cubicBezTo>
                    <a:pt x="96" y="185"/>
                    <a:pt x="96" y="185"/>
                    <a:pt x="96" y="185"/>
                  </a:cubicBezTo>
                  <a:cubicBezTo>
                    <a:pt x="95" y="180"/>
                    <a:pt x="92" y="176"/>
                    <a:pt x="87" y="175"/>
                  </a:cubicBezTo>
                  <a:cubicBezTo>
                    <a:pt x="85" y="174"/>
                    <a:pt x="82" y="173"/>
                    <a:pt x="80" y="172"/>
                  </a:cubicBezTo>
                  <a:cubicBezTo>
                    <a:pt x="78" y="171"/>
                    <a:pt x="76" y="170"/>
                    <a:pt x="74" y="170"/>
                  </a:cubicBezTo>
                  <a:cubicBezTo>
                    <a:pt x="71" y="170"/>
                    <a:pt x="69" y="171"/>
                    <a:pt x="66" y="173"/>
                  </a:cubicBezTo>
                  <a:cubicBezTo>
                    <a:pt x="49" y="185"/>
                    <a:pt x="49" y="185"/>
                    <a:pt x="49" y="185"/>
                  </a:cubicBezTo>
                  <a:cubicBezTo>
                    <a:pt x="35" y="171"/>
                    <a:pt x="35" y="171"/>
                    <a:pt x="35" y="171"/>
                  </a:cubicBezTo>
                  <a:cubicBezTo>
                    <a:pt x="47" y="154"/>
                    <a:pt x="47" y="154"/>
                    <a:pt x="47" y="154"/>
                  </a:cubicBezTo>
                  <a:cubicBezTo>
                    <a:pt x="50" y="149"/>
                    <a:pt x="50" y="144"/>
                    <a:pt x="48" y="140"/>
                  </a:cubicBezTo>
                  <a:cubicBezTo>
                    <a:pt x="47" y="138"/>
                    <a:pt x="46" y="135"/>
                    <a:pt x="45" y="133"/>
                  </a:cubicBezTo>
                  <a:cubicBezTo>
                    <a:pt x="44" y="128"/>
                    <a:pt x="40" y="125"/>
                    <a:pt x="35" y="124"/>
                  </a:cubicBezTo>
                  <a:cubicBezTo>
                    <a:pt x="14" y="119"/>
                    <a:pt x="14" y="119"/>
                    <a:pt x="14" y="119"/>
                  </a:cubicBezTo>
                  <a:cubicBezTo>
                    <a:pt x="14" y="101"/>
                    <a:pt x="14" y="101"/>
                    <a:pt x="14" y="101"/>
                  </a:cubicBezTo>
                  <a:cubicBezTo>
                    <a:pt x="35" y="96"/>
                    <a:pt x="35" y="96"/>
                    <a:pt x="35" y="96"/>
                  </a:cubicBezTo>
                  <a:cubicBezTo>
                    <a:pt x="40" y="95"/>
                    <a:pt x="44" y="92"/>
                    <a:pt x="45" y="87"/>
                  </a:cubicBezTo>
                  <a:cubicBezTo>
                    <a:pt x="46" y="85"/>
                    <a:pt x="47" y="82"/>
                    <a:pt x="48" y="80"/>
                  </a:cubicBezTo>
                  <a:cubicBezTo>
                    <a:pt x="50" y="76"/>
                    <a:pt x="50" y="71"/>
                    <a:pt x="47" y="66"/>
                  </a:cubicBezTo>
                  <a:cubicBezTo>
                    <a:pt x="35" y="49"/>
                    <a:pt x="35" y="49"/>
                    <a:pt x="35" y="49"/>
                  </a:cubicBezTo>
                  <a:cubicBezTo>
                    <a:pt x="49" y="35"/>
                    <a:pt x="49" y="35"/>
                    <a:pt x="49" y="35"/>
                  </a:cubicBezTo>
                  <a:cubicBezTo>
                    <a:pt x="66" y="47"/>
                    <a:pt x="66" y="47"/>
                    <a:pt x="66" y="47"/>
                  </a:cubicBezTo>
                  <a:cubicBezTo>
                    <a:pt x="69" y="49"/>
                    <a:pt x="71" y="50"/>
                    <a:pt x="74" y="50"/>
                  </a:cubicBezTo>
                  <a:cubicBezTo>
                    <a:pt x="76" y="50"/>
                    <a:pt x="78" y="49"/>
                    <a:pt x="80" y="48"/>
                  </a:cubicBezTo>
                  <a:cubicBezTo>
                    <a:pt x="82" y="47"/>
                    <a:pt x="85" y="46"/>
                    <a:pt x="87" y="45"/>
                  </a:cubicBezTo>
                  <a:cubicBezTo>
                    <a:pt x="92" y="44"/>
                    <a:pt x="95" y="40"/>
                    <a:pt x="96" y="35"/>
                  </a:cubicBezTo>
                  <a:cubicBezTo>
                    <a:pt x="101" y="14"/>
                    <a:pt x="101" y="14"/>
                    <a:pt x="101" y="14"/>
                  </a:cubicBezTo>
                  <a:cubicBezTo>
                    <a:pt x="119" y="14"/>
                    <a:pt x="119" y="14"/>
                    <a:pt x="119" y="14"/>
                  </a:cubicBezTo>
                  <a:cubicBezTo>
                    <a:pt x="124" y="35"/>
                    <a:pt x="124" y="35"/>
                    <a:pt x="124" y="35"/>
                  </a:cubicBezTo>
                  <a:cubicBezTo>
                    <a:pt x="125" y="40"/>
                    <a:pt x="128" y="44"/>
                    <a:pt x="133" y="45"/>
                  </a:cubicBezTo>
                  <a:cubicBezTo>
                    <a:pt x="135" y="46"/>
                    <a:pt x="138" y="47"/>
                    <a:pt x="140" y="48"/>
                  </a:cubicBezTo>
                  <a:cubicBezTo>
                    <a:pt x="142" y="49"/>
                    <a:pt x="144" y="50"/>
                    <a:pt x="146" y="50"/>
                  </a:cubicBezTo>
                  <a:cubicBezTo>
                    <a:pt x="149" y="50"/>
                    <a:pt x="151" y="49"/>
                    <a:pt x="154" y="47"/>
                  </a:cubicBezTo>
                  <a:cubicBezTo>
                    <a:pt x="171" y="35"/>
                    <a:pt x="171" y="35"/>
                    <a:pt x="171" y="35"/>
                  </a:cubicBezTo>
                  <a:cubicBezTo>
                    <a:pt x="185" y="49"/>
                    <a:pt x="185" y="49"/>
                    <a:pt x="185" y="49"/>
                  </a:cubicBezTo>
                  <a:cubicBezTo>
                    <a:pt x="173" y="66"/>
                    <a:pt x="173" y="66"/>
                    <a:pt x="173" y="66"/>
                  </a:cubicBezTo>
                  <a:cubicBezTo>
                    <a:pt x="170" y="71"/>
                    <a:pt x="170" y="76"/>
                    <a:pt x="172" y="80"/>
                  </a:cubicBezTo>
                  <a:cubicBezTo>
                    <a:pt x="173" y="82"/>
                    <a:pt x="174" y="85"/>
                    <a:pt x="175" y="87"/>
                  </a:cubicBezTo>
                  <a:cubicBezTo>
                    <a:pt x="176" y="92"/>
                    <a:pt x="180" y="95"/>
                    <a:pt x="185" y="96"/>
                  </a:cubicBezTo>
                  <a:cubicBezTo>
                    <a:pt x="206" y="101"/>
                    <a:pt x="206" y="101"/>
                    <a:pt x="206" y="101"/>
                  </a:cubicBezTo>
                  <a:cubicBezTo>
                    <a:pt x="206" y="119"/>
                    <a:pt x="206" y="119"/>
                    <a:pt x="206" y="119"/>
                  </a:cubicBezTo>
                  <a:lnTo>
                    <a:pt x="185" y="12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6" name="Freeform 20">
              <a:extLst>
                <a:ext uri="{FF2B5EF4-FFF2-40B4-BE49-F238E27FC236}">
                  <a16:creationId xmlns:a16="http://schemas.microsoft.com/office/drawing/2014/main" id="{4130903E-930F-4D80-9A52-31AD606948C2}"/>
                </a:ext>
              </a:extLst>
            </p:cNvPr>
            <p:cNvSpPr>
              <a:spLocks noEditPoints="1"/>
            </p:cNvSpPr>
            <p:nvPr/>
          </p:nvSpPr>
          <p:spPr bwMode="auto">
            <a:xfrm>
              <a:off x="-2538413" y="300038"/>
              <a:ext cx="360362" cy="360363"/>
            </a:xfrm>
            <a:custGeom>
              <a:avLst/>
              <a:gdLst>
                <a:gd name="T0" fmla="*/ 48 w 96"/>
                <a:gd name="T1" fmla="*/ 0 h 96"/>
                <a:gd name="T2" fmla="*/ 0 w 96"/>
                <a:gd name="T3" fmla="*/ 48 h 96"/>
                <a:gd name="T4" fmla="*/ 48 w 96"/>
                <a:gd name="T5" fmla="*/ 96 h 96"/>
                <a:gd name="T6" fmla="*/ 96 w 96"/>
                <a:gd name="T7" fmla="*/ 48 h 96"/>
                <a:gd name="T8" fmla="*/ 48 w 96"/>
                <a:gd name="T9" fmla="*/ 0 h 96"/>
                <a:gd name="T10" fmla="*/ 48 w 96"/>
                <a:gd name="T11" fmla="*/ 90 h 96"/>
                <a:gd name="T12" fmla="*/ 6 w 96"/>
                <a:gd name="T13" fmla="*/ 48 h 96"/>
                <a:gd name="T14" fmla="*/ 48 w 96"/>
                <a:gd name="T15" fmla="*/ 6 h 96"/>
                <a:gd name="T16" fmla="*/ 90 w 96"/>
                <a:gd name="T17" fmla="*/ 48 h 96"/>
                <a:gd name="T18" fmla="*/ 48 w 96"/>
                <a:gd name="T19" fmla="*/ 9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0"/>
                  </a:moveTo>
                  <a:cubicBezTo>
                    <a:pt x="21" y="0"/>
                    <a:pt x="0" y="21"/>
                    <a:pt x="0" y="48"/>
                  </a:cubicBezTo>
                  <a:cubicBezTo>
                    <a:pt x="0" y="75"/>
                    <a:pt x="21" y="96"/>
                    <a:pt x="48" y="96"/>
                  </a:cubicBezTo>
                  <a:cubicBezTo>
                    <a:pt x="75" y="96"/>
                    <a:pt x="96" y="75"/>
                    <a:pt x="96" y="48"/>
                  </a:cubicBezTo>
                  <a:cubicBezTo>
                    <a:pt x="96" y="21"/>
                    <a:pt x="75" y="0"/>
                    <a:pt x="48" y="0"/>
                  </a:cubicBezTo>
                  <a:close/>
                  <a:moveTo>
                    <a:pt x="48" y="90"/>
                  </a:moveTo>
                  <a:cubicBezTo>
                    <a:pt x="25" y="90"/>
                    <a:pt x="6" y="71"/>
                    <a:pt x="6" y="48"/>
                  </a:cubicBezTo>
                  <a:cubicBezTo>
                    <a:pt x="6" y="25"/>
                    <a:pt x="25" y="6"/>
                    <a:pt x="48" y="6"/>
                  </a:cubicBezTo>
                  <a:cubicBezTo>
                    <a:pt x="71" y="6"/>
                    <a:pt x="90" y="25"/>
                    <a:pt x="90" y="48"/>
                  </a:cubicBezTo>
                  <a:cubicBezTo>
                    <a:pt x="90" y="71"/>
                    <a:pt x="71" y="90"/>
                    <a:pt x="48" y="9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7" name="Freeform 21">
              <a:extLst>
                <a:ext uri="{FF2B5EF4-FFF2-40B4-BE49-F238E27FC236}">
                  <a16:creationId xmlns:a16="http://schemas.microsoft.com/office/drawing/2014/main" id="{0B131851-D97D-491B-8BF5-C9020655FEE7}"/>
                </a:ext>
              </a:extLst>
            </p:cNvPr>
            <p:cNvSpPr>
              <a:spLocks noEditPoints="1"/>
            </p:cNvSpPr>
            <p:nvPr/>
          </p:nvSpPr>
          <p:spPr bwMode="auto">
            <a:xfrm>
              <a:off x="-2460625" y="374650"/>
              <a:ext cx="207962" cy="206375"/>
            </a:xfrm>
            <a:custGeom>
              <a:avLst/>
              <a:gdLst>
                <a:gd name="T0" fmla="*/ 27 w 55"/>
                <a:gd name="T1" fmla="*/ 0 h 55"/>
                <a:gd name="T2" fmla="*/ 0 w 55"/>
                <a:gd name="T3" fmla="*/ 28 h 55"/>
                <a:gd name="T4" fmla="*/ 27 w 55"/>
                <a:gd name="T5" fmla="*/ 55 h 55"/>
                <a:gd name="T6" fmla="*/ 55 w 55"/>
                <a:gd name="T7" fmla="*/ 28 h 55"/>
                <a:gd name="T8" fmla="*/ 27 w 55"/>
                <a:gd name="T9" fmla="*/ 0 h 55"/>
                <a:gd name="T10" fmla="*/ 27 w 55"/>
                <a:gd name="T11" fmla="*/ 49 h 55"/>
                <a:gd name="T12" fmla="*/ 6 w 55"/>
                <a:gd name="T13" fmla="*/ 28 h 55"/>
                <a:gd name="T14" fmla="*/ 27 w 55"/>
                <a:gd name="T15" fmla="*/ 7 h 55"/>
                <a:gd name="T16" fmla="*/ 48 w 55"/>
                <a:gd name="T17" fmla="*/ 28 h 55"/>
                <a:gd name="T18" fmla="*/ 27 w 55"/>
                <a:gd name="T19"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 h="55">
                  <a:moveTo>
                    <a:pt x="27" y="0"/>
                  </a:moveTo>
                  <a:cubicBezTo>
                    <a:pt x="12" y="0"/>
                    <a:pt x="0" y="13"/>
                    <a:pt x="0" y="28"/>
                  </a:cubicBezTo>
                  <a:cubicBezTo>
                    <a:pt x="0" y="43"/>
                    <a:pt x="12" y="55"/>
                    <a:pt x="27" y="55"/>
                  </a:cubicBezTo>
                  <a:cubicBezTo>
                    <a:pt x="42" y="55"/>
                    <a:pt x="55" y="43"/>
                    <a:pt x="55" y="28"/>
                  </a:cubicBezTo>
                  <a:cubicBezTo>
                    <a:pt x="55" y="13"/>
                    <a:pt x="42" y="0"/>
                    <a:pt x="27" y="0"/>
                  </a:cubicBezTo>
                  <a:close/>
                  <a:moveTo>
                    <a:pt x="27" y="49"/>
                  </a:moveTo>
                  <a:cubicBezTo>
                    <a:pt x="16" y="49"/>
                    <a:pt x="6" y="39"/>
                    <a:pt x="6" y="28"/>
                  </a:cubicBezTo>
                  <a:cubicBezTo>
                    <a:pt x="6" y="17"/>
                    <a:pt x="16" y="7"/>
                    <a:pt x="27" y="7"/>
                  </a:cubicBezTo>
                  <a:cubicBezTo>
                    <a:pt x="38" y="7"/>
                    <a:pt x="48" y="17"/>
                    <a:pt x="48" y="28"/>
                  </a:cubicBezTo>
                  <a:cubicBezTo>
                    <a:pt x="48" y="39"/>
                    <a:pt x="38" y="49"/>
                    <a:pt x="27" y="4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pic>
        <p:nvPicPr>
          <p:cNvPr id="2" name="Picture 1" descr="Orena_Logo_Final.png">
            <a:extLst>
              <a:ext uri="{FF2B5EF4-FFF2-40B4-BE49-F238E27FC236}">
                <a16:creationId xmlns:a16="http://schemas.microsoft.com/office/drawing/2014/main" id="{E827BA0F-A518-472A-A492-5B918EF22EE7}"/>
              </a:ext>
            </a:extLst>
          </p:cNvPr>
          <p:cNvPicPr>
            <a:picLocks noChangeAspect="1"/>
          </p:cNvPicPr>
          <p:nvPr/>
        </p:nvPicPr>
        <p:blipFill>
          <a:blip r:embed="rId2" cstate="screen"/>
          <a:stretch>
            <a:fillRect/>
          </a:stretch>
        </p:blipFill>
        <p:spPr>
          <a:xfrm>
            <a:off x="10217438" y="5612957"/>
            <a:ext cx="1932071" cy="1207206"/>
          </a:xfrm>
          <a:prstGeom prst="rect">
            <a:avLst/>
          </a:prstGeom>
        </p:spPr>
      </p:pic>
      <p:pic>
        <p:nvPicPr>
          <p:cNvPr id="13" name="Picture 12"/>
          <p:cNvPicPr>
            <a:picLocks noChangeAspect="1"/>
          </p:cNvPicPr>
          <p:nvPr/>
        </p:nvPicPr>
        <p:blipFill>
          <a:blip r:embed="rId3"/>
          <a:stretch>
            <a:fillRect/>
          </a:stretch>
        </p:blipFill>
        <p:spPr>
          <a:xfrm>
            <a:off x="1556347" y="1549049"/>
            <a:ext cx="904982" cy="827412"/>
          </a:xfrm>
          <a:prstGeom prst="rect">
            <a:avLst/>
          </a:prstGeom>
        </p:spPr>
      </p:pic>
      <p:pic>
        <p:nvPicPr>
          <p:cNvPr id="17" name="Picture 16"/>
          <p:cNvPicPr>
            <a:picLocks noChangeAspect="1"/>
          </p:cNvPicPr>
          <p:nvPr/>
        </p:nvPicPr>
        <p:blipFill>
          <a:blip r:embed="rId4"/>
          <a:stretch>
            <a:fillRect/>
          </a:stretch>
        </p:blipFill>
        <p:spPr>
          <a:xfrm>
            <a:off x="1584618" y="2551542"/>
            <a:ext cx="755420" cy="755420"/>
          </a:xfrm>
          <a:prstGeom prst="rect">
            <a:avLst/>
          </a:prstGeom>
        </p:spPr>
      </p:pic>
      <p:pic>
        <p:nvPicPr>
          <p:cNvPr id="18" name="Picture 17"/>
          <p:cNvPicPr>
            <a:picLocks noChangeAspect="1"/>
          </p:cNvPicPr>
          <p:nvPr/>
        </p:nvPicPr>
        <p:blipFill>
          <a:blip r:embed="rId5"/>
          <a:stretch>
            <a:fillRect/>
          </a:stretch>
        </p:blipFill>
        <p:spPr>
          <a:xfrm>
            <a:off x="1584618" y="3527035"/>
            <a:ext cx="805965" cy="798624"/>
          </a:xfrm>
          <a:prstGeom prst="rect">
            <a:avLst/>
          </a:prstGeom>
        </p:spPr>
      </p:pic>
      <p:pic>
        <p:nvPicPr>
          <p:cNvPr id="20" name="Picture 1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56347" y="4507207"/>
            <a:ext cx="969504" cy="751366"/>
          </a:xfrm>
          <a:prstGeom prst="rect">
            <a:avLst/>
          </a:prstGeom>
        </p:spPr>
      </p:pic>
    </p:spTree>
    <p:extLst>
      <p:ext uri="{BB962C8B-B14F-4D97-AF65-F5344CB8AC3E}">
        <p14:creationId xmlns:p14="http://schemas.microsoft.com/office/powerpoint/2010/main" val="5000503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212"/>
                                        </p:tgtEl>
                                        <p:attrNameLst>
                                          <p:attrName>style.visibility</p:attrName>
                                        </p:attrNameLst>
                                      </p:cBhvr>
                                      <p:to>
                                        <p:strVal val="visible"/>
                                      </p:to>
                                    </p:set>
                                    <p:anim calcmode="lin" valueType="num">
                                      <p:cBhvr>
                                        <p:cTn id="13" dur="500" fill="hold"/>
                                        <p:tgtEl>
                                          <p:spTgt spid="212"/>
                                        </p:tgtEl>
                                        <p:attrNameLst>
                                          <p:attrName>ppt_w</p:attrName>
                                        </p:attrNameLst>
                                      </p:cBhvr>
                                      <p:tavLst>
                                        <p:tav tm="0">
                                          <p:val>
                                            <p:fltVal val="0"/>
                                          </p:val>
                                        </p:tav>
                                        <p:tav tm="100000">
                                          <p:val>
                                            <p:strVal val="#ppt_w"/>
                                          </p:val>
                                        </p:tav>
                                      </p:tavLst>
                                    </p:anim>
                                    <p:anim calcmode="lin" valueType="num">
                                      <p:cBhvr>
                                        <p:cTn id="14" dur="500" fill="hold"/>
                                        <p:tgtEl>
                                          <p:spTgt spid="212"/>
                                        </p:tgtEl>
                                        <p:attrNameLst>
                                          <p:attrName>ppt_h</p:attrName>
                                        </p:attrNameLst>
                                      </p:cBhvr>
                                      <p:tavLst>
                                        <p:tav tm="0">
                                          <p:val>
                                            <p:fltVal val="0"/>
                                          </p:val>
                                        </p:tav>
                                        <p:tav tm="100000">
                                          <p:val>
                                            <p:strVal val="#ppt_h"/>
                                          </p:val>
                                        </p:tav>
                                      </p:tavLst>
                                    </p:anim>
                                    <p:animEffect transition="in" filter="fade">
                                      <p:cBhvr>
                                        <p:cTn id="15" dur="500"/>
                                        <p:tgtEl>
                                          <p:spTgt spid="212"/>
                                        </p:tgtEl>
                                      </p:cBhvr>
                                    </p:animEffec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par>
                          <p:cTn id="20" fill="hold">
                            <p:stCondLst>
                              <p:cond delay="1500"/>
                            </p:stCondLst>
                            <p:childTnLst>
                              <p:par>
                                <p:cTn id="21" presetID="53" presetClass="entr" presetSubtype="16" fill="hold" grpId="0" nodeType="afterEffect">
                                  <p:stCondLst>
                                    <p:cond delay="0"/>
                                  </p:stCondLst>
                                  <p:childTnLst>
                                    <p:set>
                                      <p:cBhvr>
                                        <p:cTn id="22" dur="1" fill="hold">
                                          <p:stCondLst>
                                            <p:cond delay="0"/>
                                          </p:stCondLst>
                                        </p:cTn>
                                        <p:tgtEl>
                                          <p:spTgt spid="215"/>
                                        </p:tgtEl>
                                        <p:attrNameLst>
                                          <p:attrName>style.visibility</p:attrName>
                                        </p:attrNameLst>
                                      </p:cBhvr>
                                      <p:to>
                                        <p:strVal val="visible"/>
                                      </p:to>
                                    </p:set>
                                    <p:anim calcmode="lin" valueType="num">
                                      <p:cBhvr>
                                        <p:cTn id="23" dur="500" fill="hold"/>
                                        <p:tgtEl>
                                          <p:spTgt spid="215"/>
                                        </p:tgtEl>
                                        <p:attrNameLst>
                                          <p:attrName>ppt_w</p:attrName>
                                        </p:attrNameLst>
                                      </p:cBhvr>
                                      <p:tavLst>
                                        <p:tav tm="0">
                                          <p:val>
                                            <p:fltVal val="0"/>
                                          </p:val>
                                        </p:tav>
                                        <p:tav tm="100000">
                                          <p:val>
                                            <p:strVal val="#ppt_w"/>
                                          </p:val>
                                        </p:tav>
                                      </p:tavLst>
                                    </p:anim>
                                    <p:anim calcmode="lin" valueType="num">
                                      <p:cBhvr>
                                        <p:cTn id="24" dur="500" fill="hold"/>
                                        <p:tgtEl>
                                          <p:spTgt spid="215"/>
                                        </p:tgtEl>
                                        <p:attrNameLst>
                                          <p:attrName>ppt_h</p:attrName>
                                        </p:attrNameLst>
                                      </p:cBhvr>
                                      <p:tavLst>
                                        <p:tav tm="0">
                                          <p:val>
                                            <p:fltVal val="0"/>
                                          </p:val>
                                        </p:tav>
                                        <p:tav tm="100000">
                                          <p:val>
                                            <p:strVal val="#ppt_h"/>
                                          </p:val>
                                        </p:tav>
                                      </p:tavLst>
                                    </p:anim>
                                    <p:animEffect transition="in" filter="fade">
                                      <p:cBhvr>
                                        <p:cTn id="25" dur="500"/>
                                        <p:tgtEl>
                                          <p:spTgt spid="215"/>
                                        </p:tgtEl>
                                      </p:cBhvr>
                                    </p:animEffect>
                                  </p:childTnLst>
                                </p:cTn>
                              </p:par>
                            </p:childTnLst>
                          </p:cTn>
                        </p:par>
                        <p:par>
                          <p:cTn id="26" fill="hold">
                            <p:stCondLst>
                              <p:cond delay="2000"/>
                            </p:stCondLst>
                            <p:childTnLst>
                              <p:par>
                                <p:cTn id="27" presetID="10" presetClass="entr" presetSubtype="0" fill="hold"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par>
                          <p:cTn id="30" fill="hold">
                            <p:stCondLst>
                              <p:cond delay="2500"/>
                            </p:stCondLst>
                            <p:childTnLst>
                              <p:par>
                                <p:cTn id="31" presetID="53" presetClass="entr" presetSubtype="16" fill="hold" nodeType="afterEffect">
                                  <p:stCondLst>
                                    <p:cond delay="0"/>
                                  </p:stCondLst>
                                  <p:childTnLst>
                                    <p:set>
                                      <p:cBhvr>
                                        <p:cTn id="32" dur="1" fill="hold">
                                          <p:stCondLst>
                                            <p:cond delay="0"/>
                                          </p:stCondLst>
                                        </p:cTn>
                                        <p:tgtEl>
                                          <p:spTgt spid="206"/>
                                        </p:tgtEl>
                                        <p:attrNameLst>
                                          <p:attrName>style.visibility</p:attrName>
                                        </p:attrNameLst>
                                      </p:cBhvr>
                                      <p:to>
                                        <p:strVal val="visible"/>
                                      </p:to>
                                    </p:set>
                                    <p:anim calcmode="lin" valueType="num">
                                      <p:cBhvr>
                                        <p:cTn id="33" dur="500" fill="hold"/>
                                        <p:tgtEl>
                                          <p:spTgt spid="206"/>
                                        </p:tgtEl>
                                        <p:attrNameLst>
                                          <p:attrName>ppt_w</p:attrName>
                                        </p:attrNameLst>
                                      </p:cBhvr>
                                      <p:tavLst>
                                        <p:tav tm="0">
                                          <p:val>
                                            <p:fltVal val="0"/>
                                          </p:val>
                                        </p:tav>
                                        <p:tav tm="100000">
                                          <p:val>
                                            <p:strVal val="#ppt_w"/>
                                          </p:val>
                                        </p:tav>
                                      </p:tavLst>
                                    </p:anim>
                                    <p:anim calcmode="lin" valueType="num">
                                      <p:cBhvr>
                                        <p:cTn id="34" dur="500" fill="hold"/>
                                        <p:tgtEl>
                                          <p:spTgt spid="206"/>
                                        </p:tgtEl>
                                        <p:attrNameLst>
                                          <p:attrName>ppt_h</p:attrName>
                                        </p:attrNameLst>
                                      </p:cBhvr>
                                      <p:tavLst>
                                        <p:tav tm="0">
                                          <p:val>
                                            <p:fltVal val="0"/>
                                          </p:val>
                                        </p:tav>
                                        <p:tav tm="100000">
                                          <p:val>
                                            <p:strVal val="#ppt_h"/>
                                          </p:val>
                                        </p:tav>
                                      </p:tavLst>
                                    </p:anim>
                                    <p:animEffect transition="in" filter="fade">
                                      <p:cBhvr>
                                        <p:cTn id="35" dur="500"/>
                                        <p:tgtEl>
                                          <p:spTgt spid="206"/>
                                        </p:tgtEl>
                                      </p:cBhvr>
                                    </p:animEffect>
                                  </p:childTnLst>
                                </p:cTn>
                              </p:par>
                            </p:childTnLst>
                          </p:cTn>
                        </p:par>
                        <p:par>
                          <p:cTn id="36" fill="hold">
                            <p:stCondLst>
                              <p:cond delay="3000"/>
                            </p:stCondLst>
                            <p:childTnLst>
                              <p:par>
                                <p:cTn id="37" presetID="10" presetClass="entr" presetSubtype="0" fill="hold" nodeType="after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childTnLst>
                          </p:cTn>
                        </p:par>
                        <p:par>
                          <p:cTn id="40" fill="hold">
                            <p:stCondLst>
                              <p:cond delay="3500"/>
                            </p:stCondLst>
                            <p:childTnLst>
                              <p:par>
                                <p:cTn id="41" presetID="42" presetClass="entr" presetSubtype="0" fill="hold" grpId="0" nodeType="after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500"/>
                                        <p:tgtEl>
                                          <p:spTgt spid="3"/>
                                        </p:tgtEl>
                                      </p:cBhvr>
                                    </p:animEffect>
                                    <p:anim calcmode="lin" valueType="num">
                                      <p:cBhvr>
                                        <p:cTn id="44" dur="500" fill="hold"/>
                                        <p:tgtEl>
                                          <p:spTgt spid="3"/>
                                        </p:tgtEl>
                                        <p:attrNameLst>
                                          <p:attrName>ppt_x</p:attrName>
                                        </p:attrNameLst>
                                      </p:cBhvr>
                                      <p:tavLst>
                                        <p:tav tm="0">
                                          <p:val>
                                            <p:strVal val="#ppt_x"/>
                                          </p:val>
                                        </p:tav>
                                        <p:tav tm="100000">
                                          <p:val>
                                            <p:strVal val="#ppt_x"/>
                                          </p:val>
                                        </p:tav>
                                      </p:tavLst>
                                    </p:anim>
                                    <p:anim calcmode="lin" valueType="num">
                                      <p:cBhvr>
                                        <p:cTn id="45" dur="500" fill="hold"/>
                                        <p:tgtEl>
                                          <p:spTgt spid="3"/>
                                        </p:tgtEl>
                                        <p:attrNameLst>
                                          <p:attrName>ppt_y</p:attrName>
                                        </p:attrNameLst>
                                      </p:cBhvr>
                                      <p:tavLst>
                                        <p:tav tm="0">
                                          <p:val>
                                            <p:strVal val="#ppt_y+.1"/>
                                          </p:val>
                                        </p:tav>
                                        <p:tav tm="100000">
                                          <p:val>
                                            <p:strVal val="#ppt_y"/>
                                          </p:val>
                                        </p:tav>
                                      </p:tavLst>
                                    </p:anim>
                                  </p:childTnLst>
                                </p:cTn>
                              </p:par>
                            </p:childTnLst>
                          </p:cTn>
                        </p:par>
                        <p:par>
                          <p:cTn id="46" fill="hold">
                            <p:stCondLst>
                              <p:cond delay="4000"/>
                            </p:stCondLst>
                            <p:childTnLst>
                              <p:par>
                                <p:cTn id="47" presetID="42" presetClass="entr" presetSubtype="0" fill="hold" grpId="0" nodeType="after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anim calcmode="lin" valueType="num">
                                      <p:cBhvr>
                                        <p:cTn id="50" dur="500" fill="hold"/>
                                        <p:tgtEl>
                                          <p:spTgt spid="8"/>
                                        </p:tgtEl>
                                        <p:attrNameLst>
                                          <p:attrName>ppt_x</p:attrName>
                                        </p:attrNameLst>
                                      </p:cBhvr>
                                      <p:tavLst>
                                        <p:tav tm="0">
                                          <p:val>
                                            <p:strVal val="#ppt_x"/>
                                          </p:val>
                                        </p:tav>
                                        <p:tav tm="100000">
                                          <p:val>
                                            <p:strVal val="#ppt_x"/>
                                          </p:val>
                                        </p:tav>
                                      </p:tavLst>
                                    </p:anim>
                                    <p:anim calcmode="lin" valueType="num">
                                      <p:cBhvr>
                                        <p:cTn id="51" dur="500" fill="hold"/>
                                        <p:tgtEl>
                                          <p:spTgt spid="8"/>
                                        </p:tgtEl>
                                        <p:attrNameLst>
                                          <p:attrName>ppt_y</p:attrName>
                                        </p:attrNameLst>
                                      </p:cBhvr>
                                      <p:tavLst>
                                        <p:tav tm="0">
                                          <p:val>
                                            <p:strVal val="#ppt_y+.1"/>
                                          </p:val>
                                        </p:tav>
                                        <p:tav tm="100000">
                                          <p:val>
                                            <p:strVal val="#ppt_y"/>
                                          </p:val>
                                        </p:tav>
                                      </p:tavLst>
                                    </p:anim>
                                  </p:childTnLst>
                                </p:cTn>
                              </p:par>
                            </p:childTnLst>
                          </p:cTn>
                        </p:par>
                        <p:par>
                          <p:cTn id="52" fill="hold">
                            <p:stCondLst>
                              <p:cond delay="4500"/>
                            </p:stCondLst>
                            <p:childTnLst>
                              <p:par>
                                <p:cTn id="53" presetID="42" presetClass="entr" presetSubtype="0" fill="hold" grpId="0" nodeType="after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fade">
                                      <p:cBhvr>
                                        <p:cTn id="55" dur="500"/>
                                        <p:tgtEl>
                                          <p:spTgt spid="9"/>
                                        </p:tgtEl>
                                      </p:cBhvr>
                                    </p:animEffect>
                                    <p:anim calcmode="lin" valueType="num">
                                      <p:cBhvr>
                                        <p:cTn id="56" dur="500" fill="hold"/>
                                        <p:tgtEl>
                                          <p:spTgt spid="9"/>
                                        </p:tgtEl>
                                        <p:attrNameLst>
                                          <p:attrName>ppt_x</p:attrName>
                                        </p:attrNameLst>
                                      </p:cBhvr>
                                      <p:tavLst>
                                        <p:tav tm="0">
                                          <p:val>
                                            <p:strVal val="#ppt_x"/>
                                          </p:val>
                                        </p:tav>
                                        <p:tav tm="100000">
                                          <p:val>
                                            <p:strVal val="#ppt_x"/>
                                          </p:val>
                                        </p:tav>
                                      </p:tavLst>
                                    </p:anim>
                                    <p:anim calcmode="lin" valueType="num">
                                      <p:cBhvr>
                                        <p:cTn id="57" dur="500" fill="hold"/>
                                        <p:tgtEl>
                                          <p:spTgt spid="9"/>
                                        </p:tgtEl>
                                        <p:attrNameLst>
                                          <p:attrName>ppt_y</p:attrName>
                                        </p:attrNameLst>
                                      </p:cBhvr>
                                      <p:tavLst>
                                        <p:tav tm="0">
                                          <p:val>
                                            <p:strVal val="#ppt_y+.1"/>
                                          </p:val>
                                        </p:tav>
                                        <p:tav tm="100000">
                                          <p:val>
                                            <p:strVal val="#ppt_y"/>
                                          </p:val>
                                        </p:tav>
                                      </p:tavLst>
                                    </p:anim>
                                  </p:childTnLst>
                                </p:cTn>
                              </p:par>
                            </p:childTnLst>
                          </p:cTn>
                        </p:par>
                        <p:par>
                          <p:cTn id="58" fill="hold">
                            <p:stCondLst>
                              <p:cond delay="5000"/>
                            </p:stCondLst>
                            <p:childTnLst>
                              <p:par>
                                <p:cTn id="59" presetID="42" presetClass="entr" presetSubtype="0" fill="hold" grpId="0" nodeType="after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anim calcmode="lin" valueType="num">
                                      <p:cBhvr>
                                        <p:cTn id="62" dur="500" fill="hold"/>
                                        <p:tgtEl>
                                          <p:spTgt spid="12"/>
                                        </p:tgtEl>
                                        <p:attrNameLst>
                                          <p:attrName>ppt_x</p:attrName>
                                        </p:attrNameLst>
                                      </p:cBhvr>
                                      <p:tavLst>
                                        <p:tav tm="0">
                                          <p:val>
                                            <p:strVal val="#ppt_x"/>
                                          </p:val>
                                        </p:tav>
                                        <p:tav tm="100000">
                                          <p:val>
                                            <p:strVal val="#ppt_x"/>
                                          </p:val>
                                        </p:tav>
                                      </p:tavLst>
                                    </p:anim>
                                    <p:anim calcmode="lin" valueType="num">
                                      <p:cBhvr>
                                        <p:cTn id="63" dur="500" fill="hold"/>
                                        <p:tgtEl>
                                          <p:spTgt spid="12"/>
                                        </p:tgtEl>
                                        <p:attrNameLst>
                                          <p:attrName>ppt_y</p:attrName>
                                        </p:attrNameLst>
                                      </p:cBhvr>
                                      <p:tavLst>
                                        <p:tav tm="0">
                                          <p:val>
                                            <p:strVal val="#ppt_y+.1"/>
                                          </p:val>
                                        </p:tav>
                                        <p:tav tm="100000">
                                          <p:val>
                                            <p:strVal val="#ppt_y"/>
                                          </p:val>
                                        </p:tav>
                                      </p:tavLst>
                                    </p:anim>
                                  </p:childTnLst>
                                </p:cTn>
                              </p:par>
                            </p:childTnLst>
                          </p:cTn>
                        </p:par>
                        <p:par>
                          <p:cTn id="64" fill="hold">
                            <p:stCondLst>
                              <p:cond delay="5500"/>
                            </p:stCondLst>
                            <p:childTnLst>
                              <p:par>
                                <p:cTn id="65" presetID="42" presetClass="entr" presetSubtype="0" fill="hold" grpId="0" nodeType="after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500"/>
                                        <p:tgtEl>
                                          <p:spTgt spid="14"/>
                                        </p:tgtEl>
                                      </p:cBhvr>
                                    </p:animEffect>
                                    <p:anim calcmode="lin" valueType="num">
                                      <p:cBhvr>
                                        <p:cTn id="68" dur="500" fill="hold"/>
                                        <p:tgtEl>
                                          <p:spTgt spid="14"/>
                                        </p:tgtEl>
                                        <p:attrNameLst>
                                          <p:attrName>ppt_x</p:attrName>
                                        </p:attrNameLst>
                                      </p:cBhvr>
                                      <p:tavLst>
                                        <p:tav tm="0">
                                          <p:val>
                                            <p:strVal val="#ppt_x"/>
                                          </p:val>
                                        </p:tav>
                                        <p:tav tm="100000">
                                          <p:val>
                                            <p:strVal val="#ppt_x"/>
                                          </p:val>
                                        </p:tav>
                                      </p:tavLst>
                                    </p:anim>
                                    <p:anim calcmode="lin" valueType="num">
                                      <p:cBhvr>
                                        <p:cTn id="69" dur="500" fill="hold"/>
                                        <p:tgtEl>
                                          <p:spTgt spid="14"/>
                                        </p:tgtEl>
                                        <p:attrNameLst>
                                          <p:attrName>ppt_y</p:attrName>
                                        </p:attrNameLst>
                                      </p:cBhvr>
                                      <p:tavLst>
                                        <p:tav tm="0">
                                          <p:val>
                                            <p:strVal val="#ppt_y+.1"/>
                                          </p:val>
                                        </p:tav>
                                        <p:tav tm="100000">
                                          <p:val>
                                            <p:strVal val="#ppt_y"/>
                                          </p:val>
                                        </p:tav>
                                      </p:tavLst>
                                    </p:anim>
                                  </p:childTnLst>
                                </p:cTn>
                              </p:par>
                            </p:childTnLst>
                          </p:cTn>
                        </p:par>
                        <p:par>
                          <p:cTn id="70" fill="hold">
                            <p:stCondLst>
                              <p:cond delay="6000"/>
                            </p:stCondLst>
                            <p:childTnLst>
                              <p:par>
                                <p:cTn id="71" presetID="10" presetClass="entr" presetSubtype="0" fill="hold" nodeType="after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fade">
                                      <p:cBhvr>
                                        <p:cTn id="73" dur="500"/>
                                        <p:tgtEl>
                                          <p:spTgt spid="15"/>
                                        </p:tgtEl>
                                      </p:cBhvr>
                                    </p:animEffect>
                                  </p:childTnLst>
                                </p:cTn>
                              </p:par>
                            </p:childTnLst>
                          </p:cTn>
                        </p:par>
                        <p:par>
                          <p:cTn id="74" fill="hold">
                            <p:stCondLst>
                              <p:cond delay="6500"/>
                            </p:stCondLst>
                            <p:childTnLst>
                              <p:par>
                                <p:cTn id="75" presetID="53" presetClass="entr" presetSubtype="16" fill="hold" nodeType="afterEffect">
                                  <p:stCondLst>
                                    <p:cond delay="0"/>
                                  </p:stCondLst>
                                  <p:childTnLst>
                                    <p:set>
                                      <p:cBhvr>
                                        <p:cTn id="76" dur="1" fill="hold">
                                          <p:stCondLst>
                                            <p:cond delay="0"/>
                                          </p:stCondLst>
                                        </p:cTn>
                                        <p:tgtEl>
                                          <p:spTgt spid="26"/>
                                        </p:tgtEl>
                                        <p:attrNameLst>
                                          <p:attrName>style.visibility</p:attrName>
                                        </p:attrNameLst>
                                      </p:cBhvr>
                                      <p:to>
                                        <p:strVal val="visible"/>
                                      </p:to>
                                    </p:set>
                                    <p:anim calcmode="lin" valueType="num">
                                      <p:cBhvr>
                                        <p:cTn id="77" dur="500" fill="hold"/>
                                        <p:tgtEl>
                                          <p:spTgt spid="26"/>
                                        </p:tgtEl>
                                        <p:attrNameLst>
                                          <p:attrName>ppt_w</p:attrName>
                                        </p:attrNameLst>
                                      </p:cBhvr>
                                      <p:tavLst>
                                        <p:tav tm="0">
                                          <p:val>
                                            <p:fltVal val="0"/>
                                          </p:val>
                                        </p:tav>
                                        <p:tav tm="100000">
                                          <p:val>
                                            <p:strVal val="#ppt_w"/>
                                          </p:val>
                                        </p:tav>
                                      </p:tavLst>
                                    </p:anim>
                                    <p:anim calcmode="lin" valueType="num">
                                      <p:cBhvr>
                                        <p:cTn id="78" dur="500" fill="hold"/>
                                        <p:tgtEl>
                                          <p:spTgt spid="26"/>
                                        </p:tgtEl>
                                        <p:attrNameLst>
                                          <p:attrName>ppt_h</p:attrName>
                                        </p:attrNameLst>
                                      </p:cBhvr>
                                      <p:tavLst>
                                        <p:tav tm="0">
                                          <p:val>
                                            <p:fltVal val="0"/>
                                          </p:val>
                                        </p:tav>
                                        <p:tav tm="100000">
                                          <p:val>
                                            <p:strVal val="#ppt_h"/>
                                          </p:val>
                                        </p:tav>
                                      </p:tavLst>
                                    </p:anim>
                                    <p:animEffect transition="in" filter="fade">
                                      <p:cBhvr>
                                        <p:cTn id="7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15" grpId="0" animBg="1"/>
      <p:bldP spid="3" grpId="0" animBg="1"/>
      <p:bldP spid="8" grpId="0" animBg="1"/>
      <p:bldP spid="9" grpId="0" animBg="1"/>
      <p:bldP spid="12"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2951"/>
        </a:solidFill>
        <a:effectLst/>
      </p:bgPr>
    </p:bg>
    <p:spTree>
      <p:nvGrpSpPr>
        <p:cNvPr id="1" name=""/>
        <p:cNvGrpSpPr/>
        <p:nvPr/>
      </p:nvGrpSpPr>
      <p:grpSpPr>
        <a:xfrm>
          <a:off x="0" y="0"/>
          <a:ext cx="0" cy="0"/>
          <a:chOff x="0" y="0"/>
          <a:chExt cx="0" cy="0"/>
        </a:xfrm>
      </p:grpSpPr>
      <p:sp>
        <p:nvSpPr>
          <p:cNvPr id="12" name="Rectangle 11"/>
          <p:cNvSpPr/>
          <p:nvPr/>
        </p:nvSpPr>
        <p:spPr>
          <a:xfrm rot="16200000">
            <a:off x="2671769" y="5465767"/>
            <a:ext cx="75246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p:cNvSpPr/>
          <p:nvPr/>
        </p:nvSpPr>
        <p:spPr>
          <a:xfrm rot="16200000">
            <a:off x="4703767" y="5465765"/>
            <a:ext cx="75246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p:cNvSpPr/>
          <p:nvPr/>
        </p:nvSpPr>
        <p:spPr>
          <a:xfrm rot="16200000">
            <a:off x="6735765" y="5465764"/>
            <a:ext cx="75247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Rectangle 16"/>
          <p:cNvSpPr/>
          <p:nvPr/>
        </p:nvSpPr>
        <p:spPr>
          <a:xfrm rot="16200000">
            <a:off x="637854" y="5445601"/>
            <a:ext cx="765421" cy="205937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grpSp>
        <p:nvGrpSpPr>
          <p:cNvPr id="2" name="Group 17"/>
          <p:cNvGrpSpPr/>
          <p:nvPr/>
        </p:nvGrpSpPr>
        <p:grpSpPr>
          <a:xfrm>
            <a:off x="2" y="6736617"/>
            <a:ext cx="12191999" cy="134339"/>
            <a:chOff x="2" y="2110197"/>
            <a:chExt cx="12191999" cy="134339"/>
          </a:xfrm>
        </p:grpSpPr>
        <p:sp>
          <p:nvSpPr>
            <p:cNvPr id="19" name="Rectangle 18"/>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Rectangle 19"/>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1" name="Rectangle 20"/>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Rectangle 21"/>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Rectangle 23"/>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40" name="TextBox 39"/>
          <p:cNvSpPr txBox="1"/>
          <p:nvPr/>
        </p:nvSpPr>
        <p:spPr>
          <a:xfrm>
            <a:off x="2756262" y="266520"/>
            <a:ext cx="6518366" cy="646331"/>
          </a:xfrm>
          <a:prstGeom prst="rect">
            <a:avLst/>
          </a:prstGeom>
          <a:noFill/>
        </p:spPr>
        <p:txBody>
          <a:bodyPr wrap="square" lIns="91440" tIns="45720" rIns="91440" bIns="45720" rtlCol="0" anchor="t">
            <a:spAutoFit/>
          </a:bodyPr>
          <a:lstStyle/>
          <a:p>
            <a:pPr algn="ctr"/>
            <a:r>
              <a:rPr lang="en-US" sz="3600" b="1" dirty="0">
                <a:solidFill>
                  <a:schemeClr val="bg1"/>
                </a:solidFill>
                <a:latin typeface="Segoe UI"/>
                <a:cs typeface="Segoe UI"/>
              </a:rPr>
              <a:t>Our Goals</a:t>
            </a:r>
            <a:endParaRPr lang="id-ID" sz="3600" b="1" dirty="0">
              <a:solidFill>
                <a:schemeClr val="bg1"/>
              </a:solidFill>
              <a:latin typeface="Segoe UI"/>
              <a:cs typeface="Segoe UI"/>
            </a:endParaRPr>
          </a:p>
        </p:txBody>
      </p:sp>
      <p:pic>
        <p:nvPicPr>
          <p:cNvPr id="27" name="Picture 26" descr="Orena_Logo_Final.png"/>
          <p:cNvPicPr>
            <a:picLocks noChangeAspect="1"/>
          </p:cNvPicPr>
          <p:nvPr/>
        </p:nvPicPr>
        <p:blipFill>
          <a:blip r:embed="rId2" cstate="screen"/>
          <a:stretch>
            <a:fillRect/>
          </a:stretch>
        </p:blipFill>
        <p:spPr>
          <a:xfrm>
            <a:off x="10191128" y="5477270"/>
            <a:ext cx="1932071" cy="1207206"/>
          </a:xfrm>
          <a:prstGeom prst="rect">
            <a:avLst/>
          </a:prstGeom>
        </p:spPr>
      </p:pic>
      <p:sp>
        <p:nvSpPr>
          <p:cNvPr id="26" name="Rectangle 25"/>
          <p:cNvSpPr/>
          <p:nvPr/>
        </p:nvSpPr>
        <p:spPr>
          <a:xfrm>
            <a:off x="674669" y="1296669"/>
            <a:ext cx="11325497" cy="3831818"/>
          </a:xfrm>
          <a:prstGeom prst="rect">
            <a:avLst/>
          </a:prstGeom>
        </p:spPr>
        <p:txBody>
          <a:bodyPr wrap="square">
            <a:spAutoFit/>
          </a:bodyPr>
          <a:lstStyle/>
          <a:p>
            <a:pPr>
              <a:spcBef>
                <a:spcPts val="600"/>
              </a:spcBef>
              <a:buFont typeface="Wingdings" pitchFamily="2" charset="2"/>
              <a:buChar char="q"/>
            </a:pPr>
            <a:r>
              <a:rPr lang="en-US" dirty="0">
                <a:solidFill>
                  <a:schemeClr val="bg1"/>
                </a:solidFill>
              </a:rPr>
              <a:t> Enhancing the skill set of people is the main goal. </a:t>
            </a:r>
          </a:p>
          <a:p>
            <a:pPr lvl="1">
              <a:spcBef>
                <a:spcPts val="600"/>
              </a:spcBef>
              <a:buFont typeface="Arial" pitchFamily="34" charset="0"/>
              <a:buChar char="•"/>
            </a:pPr>
            <a:r>
              <a:rPr lang="en-US" dirty="0">
                <a:solidFill>
                  <a:schemeClr val="bg1"/>
                </a:solidFill>
              </a:rPr>
              <a:t>To make them employable (Urban and Rural)</a:t>
            </a:r>
          </a:p>
          <a:p>
            <a:pPr lvl="1">
              <a:spcBef>
                <a:spcPts val="600"/>
              </a:spcBef>
              <a:buFont typeface="Arial" pitchFamily="34" charset="0"/>
              <a:buChar char="•"/>
            </a:pPr>
            <a:r>
              <a:rPr lang="en-US" dirty="0">
                <a:solidFill>
                  <a:schemeClr val="bg1"/>
                </a:solidFill>
              </a:rPr>
              <a:t>Upskilling for already employed people</a:t>
            </a:r>
          </a:p>
          <a:p>
            <a:pPr lvl="1">
              <a:spcBef>
                <a:spcPts val="600"/>
              </a:spcBef>
              <a:buFont typeface="Arial" pitchFamily="34" charset="0"/>
              <a:buChar char="•"/>
            </a:pPr>
            <a:r>
              <a:rPr lang="en-US" dirty="0">
                <a:solidFill>
                  <a:schemeClr val="bg1"/>
                </a:solidFill>
              </a:rPr>
              <a:t>Publishing of Technical articles and Papers</a:t>
            </a:r>
          </a:p>
          <a:p>
            <a:pPr lvl="1">
              <a:spcBef>
                <a:spcPts val="600"/>
              </a:spcBef>
              <a:buFont typeface="Arial" pitchFamily="34" charset="0"/>
              <a:buChar char="•"/>
            </a:pPr>
            <a:endParaRPr lang="en-US" dirty="0">
              <a:solidFill>
                <a:schemeClr val="bg1"/>
              </a:solidFill>
            </a:endParaRPr>
          </a:p>
          <a:p>
            <a:pPr>
              <a:spcBef>
                <a:spcPts val="600"/>
              </a:spcBef>
              <a:buFont typeface="Wingdings" pitchFamily="2" charset="2"/>
              <a:buChar char="q"/>
            </a:pPr>
            <a:r>
              <a:rPr lang="en-GB" dirty="0">
                <a:solidFill>
                  <a:schemeClr val="bg1"/>
                </a:solidFill>
              </a:rPr>
              <a:t> To develop Research based products for SME and MSME industries. </a:t>
            </a:r>
          </a:p>
          <a:p>
            <a:pPr>
              <a:spcBef>
                <a:spcPts val="600"/>
              </a:spcBef>
              <a:buFont typeface="Wingdings" pitchFamily="2" charset="2"/>
              <a:buChar char="q"/>
            </a:pPr>
            <a:endParaRPr lang="en-GB" dirty="0">
              <a:solidFill>
                <a:schemeClr val="bg1"/>
              </a:solidFill>
            </a:endParaRPr>
          </a:p>
          <a:p>
            <a:pPr>
              <a:spcBef>
                <a:spcPts val="600"/>
              </a:spcBef>
              <a:buFont typeface="Wingdings" pitchFamily="2" charset="2"/>
              <a:buChar char="q"/>
            </a:pPr>
            <a:r>
              <a:rPr lang="en-GB" dirty="0">
                <a:solidFill>
                  <a:schemeClr val="bg1"/>
                </a:solidFill>
              </a:rPr>
              <a:t> Collaboration with Universities / Colleges to serve as research wing by giving back to the society in terms of Technology</a:t>
            </a:r>
          </a:p>
          <a:p>
            <a:pPr>
              <a:spcBef>
                <a:spcPts val="600"/>
              </a:spcBef>
              <a:buFont typeface="Wingdings" pitchFamily="2" charset="2"/>
              <a:buChar char="q"/>
            </a:pPr>
            <a:endParaRPr lang="en-US" dirty="0">
              <a:solidFill>
                <a:schemeClr val="bg1"/>
              </a:solidFill>
            </a:endParaRPr>
          </a:p>
          <a:p>
            <a:pPr>
              <a:spcBef>
                <a:spcPts val="600"/>
              </a:spcBef>
              <a:buFont typeface="Wingdings" pitchFamily="2" charset="2"/>
              <a:buChar char="q"/>
            </a:pPr>
            <a:r>
              <a:rPr lang="en-US" dirty="0">
                <a:solidFill>
                  <a:schemeClr val="bg1"/>
                </a:solidFill>
              </a:rPr>
              <a:t> Research leading to IP and Patent Development</a:t>
            </a:r>
          </a:p>
        </p:txBody>
      </p:sp>
    </p:spTree>
    <p:extLst>
      <p:ext uri="{BB962C8B-B14F-4D97-AF65-F5344CB8AC3E}">
        <p14:creationId xmlns:p14="http://schemas.microsoft.com/office/powerpoint/2010/main" val="1597517895"/>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anim calcmode="lin" valueType="num">
                                      <p:cBhvr>
                                        <p:cTn id="12" dur="500" fill="hold"/>
                                        <p:tgtEl>
                                          <p:spTgt spid="17"/>
                                        </p:tgtEl>
                                        <p:attrNameLst>
                                          <p:attrName>ppt_x</p:attrName>
                                        </p:attrNameLst>
                                      </p:cBhvr>
                                      <p:tavLst>
                                        <p:tav tm="0">
                                          <p:val>
                                            <p:strVal val="#ppt_x"/>
                                          </p:val>
                                        </p:tav>
                                        <p:tav tm="100000">
                                          <p:val>
                                            <p:strVal val="#ppt_x"/>
                                          </p:val>
                                        </p:tav>
                                      </p:tavLst>
                                    </p:anim>
                                    <p:anim calcmode="lin" valueType="num">
                                      <p:cBhvr>
                                        <p:cTn id="13" dur="500" fill="hold"/>
                                        <p:tgtEl>
                                          <p:spTgt spid="17"/>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anim calcmode="lin" valueType="num">
                                      <p:cBhvr>
                                        <p:cTn id="18" dur="500" fill="hold"/>
                                        <p:tgtEl>
                                          <p:spTgt spid="12"/>
                                        </p:tgtEl>
                                        <p:attrNameLst>
                                          <p:attrName>ppt_x</p:attrName>
                                        </p:attrNameLst>
                                      </p:cBhvr>
                                      <p:tavLst>
                                        <p:tav tm="0">
                                          <p:val>
                                            <p:strVal val="#ppt_x"/>
                                          </p:val>
                                        </p:tav>
                                        <p:tav tm="100000">
                                          <p:val>
                                            <p:strVal val="#ppt_x"/>
                                          </p:val>
                                        </p:tav>
                                      </p:tavLst>
                                    </p:anim>
                                    <p:anim calcmode="lin" valueType="num">
                                      <p:cBhvr>
                                        <p:cTn id="19" dur="500" fill="hold"/>
                                        <p:tgtEl>
                                          <p:spTgt spid="12"/>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42"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anim calcmode="lin" valueType="num">
                                      <p:cBhvr>
                                        <p:cTn id="24" dur="500" fill="hold"/>
                                        <p:tgtEl>
                                          <p:spTgt spid="13"/>
                                        </p:tgtEl>
                                        <p:attrNameLst>
                                          <p:attrName>ppt_x</p:attrName>
                                        </p:attrNameLst>
                                      </p:cBhvr>
                                      <p:tavLst>
                                        <p:tav tm="0">
                                          <p:val>
                                            <p:strVal val="#ppt_x"/>
                                          </p:val>
                                        </p:tav>
                                        <p:tav tm="100000">
                                          <p:val>
                                            <p:strVal val="#ppt_x"/>
                                          </p:val>
                                        </p:tav>
                                      </p:tavLst>
                                    </p:anim>
                                    <p:anim calcmode="lin" valueType="num">
                                      <p:cBhvr>
                                        <p:cTn id="25" dur="500" fill="hold"/>
                                        <p:tgtEl>
                                          <p:spTgt spid="13"/>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42"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anim calcmode="lin" valueType="num">
                                      <p:cBhvr>
                                        <p:cTn id="30" dur="500" fill="hold"/>
                                        <p:tgtEl>
                                          <p:spTgt spid="14"/>
                                        </p:tgtEl>
                                        <p:attrNameLst>
                                          <p:attrName>ppt_x</p:attrName>
                                        </p:attrNameLst>
                                      </p:cBhvr>
                                      <p:tavLst>
                                        <p:tav tm="0">
                                          <p:val>
                                            <p:strVal val="#ppt_x"/>
                                          </p:val>
                                        </p:tav>
                                        <p:tav tm="100000">
                                          <p:val>
                                            <p:strVal val="#ppt_x"/>
                                          </p:val>
                                        </p:tav>
                                      </p:tavLst>
                                    </p:anim>
                                    <p:anim calcmode="lin" valueType="num">
                                      <p:cBhvr>
                                        <p:cTn id="31" dur="500" fill="hold"/>
                                        <p:tgtEl>
                                          <p:spTgt spid="14"/>
                                        </p:tgtEl>
                                        <p:attrNameLst>
                                          <p:attrName>ppt_y</p:attrName>
                                        </p:attrNameLst>
                                      </p:cBhvr>
                                      <p:tavLst>
                                        <p:tav tm="0">
                                          <p:val>
                                            <p:strVal val="#ppt_y+.1"/>
                                          </p:val>
                                        </p:tav>
                                        <p:tav tm="100000">
                                          <p:val>
                                            <p:strVal val="#ppt_y"/>
                                          </p:val>
                                        </p:tav>
                                      </p:tavLst>
                                    </p:anim>
                                  </p:childTnLst>
                                </p:cTn>
                              </p:par>
                            </p:childTnLst>
                          </p:cTn>
                        </p:par>
                        <p:par>
                          <p:cTn id="32" fill="hold">
                            <p:stCondLst>
                              <p:cond delay="2500"/>
                            </p:stCondLst>
                            <p:childTnLst>
                              <p:par>
                                <p:cTn id="33" presetID="42"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anim calcmode="lin" valueType="num">
                                      <p:cBhvr>
                                        <p:cTn id="36" dur="500" fill="hold"/>
                                        <p:tgtEl>
                                          <p:spTgt spid="15"/>
                                        </p:tgtEl>
                                        <p:attrNameLst>
                                          <p:attrName>ppt_x</p:attrName>
                                        </p:attrNameLst>
                                      </p:cBhvr>
                                      <p:tavLst>
                                        <p:tav tm="0">
                                          <p:val>
                                            <p:strVal val="#ppt_x"/>
                                          </p:val>
                                        </p:tav>
                                        <p:tav tm="100000">
                                          <p:val>
                                            <p:strVal val="#ppt_x"/>
                                          </p:val>
                                        </p:tav>
                                      </p:tavLst>
                                    </p:anim>
                                    <p:anim calcmode="lin" valueType="num">
                                      <p:cBhvr>
                                        <p:cTn id="37" dur="500" fill="hold"/>
                                        <p:tgtEl>
                                          <p:spTgt spid="15"/>
                                        </p:tgtEl>
                                        <p:attrNameLst>
                                          <p:attrName>ppt_y</p:attrName>
                                        </p:attrNameLst>
                                      </p:cBhvr>
                                      <p:tavLst>
                                        <p:tav tm="0">
                                          <p:val>
                                            <p:strVal val="#ppt_y+.1"/>
                                          </p:val>
                                        </p:tav>
                                        <p:tav tm="100000">
                                          <p:val>
                                            <p:strVal val="#ppt_y"/>
                                          </p:val>
                                        </p:tav>
                                      </p:tavLst>
                                    </p:anim>
                                  </p:childTnLst>
                                </p:cTn>
                              </p:par>
                            </p:childTnLst>
                          </p:cTn>
                        </p:par>
                        <p:par>
                          <p:cTn id="38" fill="hold">
                            <p:stCondLst>
                              <p:cond delay="3000"/>
                            </p:stCondLst>
                            <p:childTnLst>
                              <p:par>
                                <p:cTn id="39" presetID="42" presetClass="entr" presetSubtype="0" fill="hold" grpId="0" nodeType="after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1000"/>
                                        <p:tgtEl>
                                          <p:spTgt spid="40"/>
                                        </p:tgtEl>
                                      </p:cBhvr>
                                    </p:animEffect>
                                    <p:anim calcmode="lin" valueType="num">
                                      <p:cBhvr>
                                        <p:cTn id="42" dur="1000" fill="hold"/>
                                        <p:tgtEl>
                                          <p:spTgt spid="40"/>
                                        </p:tgtEl>
                                        <p:attrNameLst>
                                          <p:attrName>ppt_x</p:attrName>
                                        </p:attrNameLst>
                                      </p:cBhvr>
                                      <p:tavLst>
                                        <p:tav tm="0">
                                          <p:val>
                                            <p:strVal val="#ppt_x"/>
                                          </p:val>
                                        </p:tav>
                                        <p:tav tm="100000">
                                          <p:val>
                                            <p:strVal val="#ppt_x"/>
                                          </p:val>
                                        </p:tav>
                                      </p:tavLst>
                                    </p:anim>
                                    <p:anim calcmode="lin" valueType="num">
                                      <p:cBhvr>
                                        <p:cTn id="43"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7" grpId="0" animBg="1"/>
      <p:bldP spid="4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307358" y="1388266"/>
            <a:ext cx="1894255" cy="1825143"/>
            <a:chOff x="1253765" y="2284944"/>
            <a:chExt cx="1894255" cy="1825143"/>
          </a:xfrm>
        </p:grpSpPr>
        <p:sp>
          <p:nvSpPr>
            <p:cNvPr id="101" name="Rectangle 100"/>
            <p:cNvSpPr/>
            <p:nvPr/>
          </p:nvSpPr>
          <p:spPr>
            <a:xfrm>
              <a:off x="1354208" y="2284944"/>
              <a:ext cx="1791378" cy="1825143"/>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p:cNvSpPr/>
            <p:nvPr/>
          </p:nvSpPr>
          <p:spPr>
            <a:xfrm>
              <a:off x="1253765" y="2284944"/>
              <a:ext cx="1894255" cy="1697847"/>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3" name="TextBox 2"/>
          <p:cNvSpPr txBox="1"/>
          <p:nvPr/>
        </p:nvSpPr>
        <p:spPr>
          <a:xfrm>
            <a:off x="2848396" y="324525"/>
            <a:ext cx="6109894" cy="646331"/>
          </a:xfrm>
          <a:prstGeom prst="rect">
            <a:avLst/>
          </a:prstGeom>
          <a:noFill/>
          <a:ln w="57150">
            <a:solidFill>
              <a:srgbClr val="0070C0"/>
            </a:solidFill>
          </a:ln>
        </p:spPr>
        <p:txBody>
          <a:bodyPr wrap="square" lIns="91440" tIns="45720" rIns="91440" bIns="45720" rtlCol="0" anchor="t">
            <a:spAutoFit/>
          </a:bodyPr>
          <a:lstStyle/>
          <a:p>
            <a:pPr algn="ctr"/>
            <a:r>
              <a:rPr lang="id-ID" sz="3600" b="1" dirty="0">
                <a:solidFill>
                  <a:srgbClr val="44546A"/>
                </a:solidFill>
                <a:latin typeface="Segoe UI"/>
                <a:cs typeface="Segoe UI"/>
              </a:rPr>
              <a:t>Meet The </a:t>
            </a:r>
            <a:r>
              <a:rPr lang="en-US" sz="3600" b="1" dirty="0">
                <a:solidFill>
                  <a:srgbClr val="44546A"/>
                </a:solidFill>
                <a:latin typeface="Segoe UI"/>
                <a:cs typeface="Segoe UI"/>
              </a:rPr>
              <a:t>Directors</a:t>
            </a:r>
          </a:p>
        </p:txBody>
      </p:sp>
      <p:sp>
        <p:nvSpPr>
          <p:cNvPr id="31" name="Rectangle 30"/>
          <p:cNvSpPr/>
          <p:nvPr/>
        </p:nvSpPr>
        <p:spPr>
          <a:xfrm>
            <a:off x="111477" y="3372221"/>
            <a:ext cx="5078710" cy="2677656"/>
          </a:xfrm>
          <a:prstGeom prst="rect">
            <a:avLst/>
          </a:prstGeom>
        </p:spPr>
        <p:txBody>
          <a:bodyPr wrap="square" lIns="91440" tIns="45720" rIns="91440" bIns="45720" anchor="t">
            <a:spAutoFit/>
          </a:bodyPr>
          <a:lstStyle/>
          <a:p>
            <a:r>
              <a:rPr lang="en-US" sz="1400" b="1" dirty="0"/>
              <a:t>Ekata Mehul</a:t>
            </a:r>
            <a:r>
              <a:rPr lang="en-US" sz="1400" dirty="0"/>
              <a:t>, Director and CEO – Blazing Arrows Pvt. Ltd.; 25 years of experience in Industry &amp; Academia; Board of Studies for various Universities; Ph. D. (Wireless Sensor Networks) (Education); M. Tech (ICT). B. Tech. (Comp.). Patent – “digital metering using Zigbee Technology’”, chapters in Books, Papers Publications. Nominated as “Women Entrepreneur Gujarat by GESIA”; IVLP Alumni in US for ‘Women in Technology”; “Traveler” for Arkansas state, US. Subject Matter Expert and Master Trainer – ESSCI, SSC NASSCOM. Executive member for “Computer Society of India, Baroda Chapter”, Core Committee in Vadodara HR Forum, life member for NASSCOM, ISTE, IETE. Director for “Women in Big Data, India”. An Educator &amp; Blissful Human being </a:t>
            </a:r>
            <a:endParaRPr lang="en-IN" sz="1400" dirty="0"/>
          </a:p>
        </p:txBody>
      </p:sp>
      <p:grpSp>
        <p:nvGrpSpPr>
          <p:cNvPr id="51" name="Group 17"/>
          <p:cNvGrpSpPr/>
          <p:nvPr/>
        </p:nvGrpSpPr>
        <p:grpSpPr>
          <a:xfrm>
            <a:off x="2" y="6736617"/>
            <a:ext cx="12191999" cy="134339"/>
            <a:chOff x="2" y="2110197"/>
            <a:chExt cx="12191999" cy="134339"/>
          </a:xfrm>
        </p:grpSpPr>
        <p:sp>
          <p:nvSpPr>
            <p:cNvPr id="52" name="Rectangle 51"/>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7" name="Rectangle 56"/>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58" name="Picture 57" descr="Orena_Logo_Final.png"/>
          <p:cNvPicPr>
            <a:picLocks noChangeAspect="1"/>
          </p:cNvPicPr>
          <p:nvPr/>
        </p:nvPicPr>
        <p:blipFill>
          <a:blip r:embed="rId2" cstate="screen"/>
          <a:stretch>
            <a:fillRect/>
          </a:stretch>
        </p:blipFill>
        <p:spPr>
          <a:xfrm>
            <a:off x="10188950" y="5541070"/>
            <a:ext cx="1932071" cy="1207206"/>
          </a:xfrm>
          <a:prstGeom prst="rect">
            <a:avLst/>
          </a:prstGeom>
        </p:spPr>
      </p:pic>
      <p:grpSp>
        <p:nvGrpSpPr>
          <p:cNvPr id="7" name="Group 6">
            <a:extLst>
              <a:ext uri="{FF2B5EF4-FFF2-40B4-BE49-F238E27FC236}">
                <a16:creationId xmlns:a16="http://schemas.microsoft.com/office/drawing/2014/main" id="{5FA3BD37-CD12-4904-93FB-B24056452856}"/>
              </a:ext>
            </a:extLst>
          </p:cNvPr>
          <p:cNvGrpSpPr/>
          <p:nvPr/>
        </p:nvGrpSpPr>
        <p:grpSpPr>
          <a:xfrm>
            <a:off x="3595241" y="1633780"/>
            <a:ext cx="1453348" cy="648723"/>
            <a:chOff x="4245207" y="4324973"/>
            <a:chExt cx="1453348" cy="648723"/>
          </a:xfrm>
        </p:grpSpPr>
        <p:sp>
          <p:nvSpPr>
            <p:cNvPr id="38" name="TextBox 57">
              <a:extLst>
                <a:ext uri="{FF2B5EF4-FFF2-40B4-BE49-F238E27FC236}">
                  <a16:creationId xmlns:a16="http://schemas.microsoft.com/office/drawing/2014/main" id="{B86528D3-B3C6-4424-90BE-1FAE559611A5}"/>
                </a:ext>
              </a:extLst>
            </p:cNvPr>
            <p:cNvSpPr txBox="1"/>
            <p:nvPr/>
          </p:nvSpPr>
          <p:spPr>
            <a:xfrm>
              <a:off x="4279794" y="4324973"/>
              <a:ext cx="1381340" cy="369332"/>
            </a:xfrm>
            <a:prstGeom prst="rect">
              <a:avLst/>
            </a:prstGeom>
            <a:noFill/>
          </p:spPr>
          <p:txBody>
            <a:bodyPr wrap="none" lIns="91440" tIns="45720" rIns="91440" bIns="45720" rtlCol="0" anchor="t">
              <a:spAutoFit/>
            </a:bodyPr>
            <a:lstStyle>
              <a:defPPr>
                <a:defRPr lang="id-ID"/>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pPr algn="ctr"/>
              <a:r>
                <a:rPr lang="en-US" b="1" dirty="0">
                  <a:solidFill>
                    <a:schemeClr val="accent1">
                      <a:lumMod val="50000"/>
                    </a:schemeClr>
                  </a:solidFill>
                </a:rPr>
                <a:t>Ekata Mehul</a:t>
              </a:r>
              <a:endParaRPr lang="id-ID" b="1" dirty="0" err="1">
                <a:solidFill>
                  <a:schemeClr val="accent1">
                    <a:lumMod val="50000"/>
                  </a:schemeClr>
                </a:solidFill>
                <a:latin typeface="+mj-lt"/>
              </a:endParaRPr>
            </a:p>
          </p:txBody>
        </p:sp>
        <p:sp>
          <p:nvSpPr>
            <p:cNvPr id="39" name="TextBox 64">
              <a:extLst>
                <a:ext uri="{FF2B5EF4-FFF2-40B4-BE49-F238E27FC236}">
                  <a16:creationId xmlns:a16="http://schemas.microsoft.com/office/drawing/2014/main" id="{657EEC86-8243-43D2-ABC2-BB971C758CF6}"/>
                </a:ext>
              </a:extLst>
            </p:cNvPr>
            <p:cNvSpPr txBox="1"/>
            <p:nvPr/>
          </p:nvSpPr>
          <p:spPr>
            <a:xfrm>
              <a:off x="4245207" y="4665919"/>
              <a:ext cx="1453348" cy="307777"/>
            </a:xfrm>
            <a:prstGeom prst="rect">
              <a:avLst/>
            </a:prstGeom>
            <a:noFill/>
          </p:spPr>
          <p:txBody>
            <a:bodyPr wrap="none" lIns="91440" tIns="45720" rIns="91440" bIns="45720" rtlCol="0" anchor="t">
              <a:spAutoFit/>
            </a:bodyPr>
            <a:lstStyle>
              <a:defPPr>
                <a:defRPr lang="id-ID"/>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pPr algn="ctr"/>
              <a:r>
                <a:rPr lang="en-US" sz="1400" dirty="0"/>
                <a:t>Principle Director</a:t>
              </a:r>
              <a:endParaRPr lang="id-ID" sz="1400" dirty="0"/>
            </a:p>
          </p:txBody>
        </p:sp>
      </p:grpSp>
      <p:pic>
        <p:nvPicPr>
          <p:cNvPr id="28" name="Picture Placeholder 27" descr="Untitled design (3).png"/>
          <p:cNvPicPr>
            <a:picLocks noGrp="1" noChangeAspect="1"/>
          </p:cNvPicPr>
          <p:nvPr>
            <p:ph type="pic" sz="quarter" idx="11"/>
          </p:nvPr>
        </p:nvPicPr>
        <p:blipFill>
          <a:blip r:embed="rId3" cstate="print"/>
          <a:srcRect l="47" r="47"/>
          <a:stretch>
            <a:fillRect/>
          </a:stretch>
        </p:blipFill>
        <p:spPr>
          <a:xfrm>
            <a:off x="1508064" y="1404411"/>
            <a:ext cx="1697846" cy="1697847"/>
          </a:xfrm>
        </p:spPr>
      </p:pic>
    </p:spTree>
    <p:extLst>
      <p:ext uri="{BB962C8B-B14F-4D97-AF65-F5344CB8AC3E}">
        <p14:creationId xmlns:p14="http://schemas.microsoft.com/office/powerpoint/2010/main" val="36283339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fade">
                                      <p:cBhvr>
                                        <p:cTn id="17" dur="500"/>
                                        <p:tgtEl>
                                          <p:spTgt spid="51"/>
                                        </p:tgtEl>
                                      </p:cBhvr>
                                    </p:animEffect>
                                  </p:childTnLst>
                                </p:cTn>
                              </p:par>
                            </p:childTnLst>
                          </p:cTn>
                        </p:par>
                        <p:par>
                          <p:cTn id="18" fill="hold">
                            <p:stCondLst>
                              <p:cond delay="1500"/>
                            </p:stCondLst>
                            <p:childTnLst>
                              <p:par>
                                <p:cTn id="19" presetID="42" presetClass="entr" presetSubtype="0"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anim calcmode="lin" valueType="num">
                                      <p:cBhvr>
                                        <p:cTn id="22" dur="500" fill="hold"/>
                                        <p:tgtEl>
                                          <p:spTgt spid="7"/>
                                        </p:tgtEl>
                                        <p:attrNameLst>
                                          <p:attrName>ppt_x</p:attrName>
                                        </p:attrNameLst>
                                      </p:cBhvr>
                                      <p:tavLst>
                                        <p:tav tm="0">
                                          <p:val>
                                            <p:strVal val="#ppt_x"/>
                                          </p:val>
                                        </p:tav>
                                        <p:tav tm="100000">
                                          <p:val>
                                            <p:strVal val="#ppt_x"/>
                                          </p:val>
                                        </p:tav>
                                      </p:tavLst>
                                    </p:anim>
                                    <p:anim calcmode="lin" valueType="num">
                                      <p:cBhvr>
                                        <p:cTn id="23"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139925" y="394432"/>
            <a:ext cx="5701048" cy="646331"/>
          </a:xfrm>
          <a:prstGeom prst="rect">
            <a:avLst/>
          </a:prstGeom>
          <a:noFill/>
          <a:ln w="57150">
            <a:solidFill>
              <a:srgbClr val="0070C0"/>
            </a:solidFill>
          </a:ln>
        </p:spPr>
        <p:txBody>
          <a:bodyPr wrap="square" lIns="91440" tIns="45720" rIns="91440" bIns="45720" rtlCol="0" anchor="t">
            <a:spAutoFit/>
          </a:bodyPr>
          <a:lstStyle/>
          <a:p>
            <a:pPr algn="ctr"/>
            <a:r>
              <a:rPr lang="en-US" sz="3600" b="1" dirty="0">
                <a:solidFill>
                  <a:srgbClr val="44546A"/>
                </a:solidFill>
                <a:latin typeface="Segoe UI"/>
                <a:cs typeface="Segoe UI"/>
              </a:rPr>
              <a:t>Advisory Board Members</a:t>
            </a:r>
          </a:p>
        </p:txBody>
      </p:sp>
      <p:grpSp>
        <p:nvGrpSpPr>
          <p:cNvPr id="19" name="Group 18"/>
          <p:cNvGrpSpPr/>
          <p:nvPr/>
        </p:nvGrpSpPr>
        <p:grpSpPr>
          <a:xfrm>
            <a:off x="620541" y="3758318"/>
            <a:ext cx="2747395" cy="1271473"/>
            <a:chOff x="619517" y="3651823"/>
            <a:chExt cx="2747395" cy="1271473"/>
          </a:xfrm>
        </p:grpSpPr>
        <p:sp>
          <p:nvSpPr>
            <p:cNvPr id="20" name="TextBox 19"/>
            <p:cNvSpPr txBox="1"/>
            <p:nvPr/>
          </p:nvSpPr>
          <p:spPr>
            <a:xfrm>
              <a:off x="619517" y="3651823"/>
              <a:ext cx="2592462" cy="369332"/>
            </a:xfrm>
            <a:prstGeom prst="rect">
              <a:avLst/>
            </a:prstGeom>
            <a:noFill/>
          </p:spPr>
          <p:txBody>
            <a:bodyPr wrap="square" rtlCol="0">
              <a:spAutoFit/>
            </a:bodyPr>
            <a:lstStyle/>
            <a:p>
              <a:pPr algn="ctr"/>
              <a:r>
                <a:rPr lang="en-US" dirty="0">
                  <a:solidFill>
                    <a:schemeClr val="accent1">
                      <a:lumMod val="50000"/>
                    </a:schemeClr>
                  </a:solidFill>
                </a:rPr>
                <a:t>Dr. Bhuvan Unhelkar</a:t>
              </a:r>
              <a:endParaRPr lang="id-ID" b="1" dirty="0">
                <a:solidFill>
                  <a:schemeClr val="accent1">
                    <a:lumMod val="50000"/>
                  </a:schemeClr>
                </a:solidFill>
                <a:latin typeface="+mj-lt"/>
              </a:endParaRPr>
            </a:p>
          </p:txBody>
        </p:sp>
        <p:sp>
          <p:nvSpPr>
            <p:cNvPr id="21" name="Rectangle 20"/>
            <p:cNvSpPr/>
            <p:nvPr/>
          </p:nvSpPr>
          <p:spPr>
            <a:xfrm>
              <a:off x="845222" y="4092299"/>
              <a:ext cx="2521690" cy="830997"/>
            </a:xfrm>
            <a:prstGeom prst="rect">
              <a:avLst/>
            </a:prstGeom>
          </p:spPr>
          <p:txBody>
            <a:bodyPr wrap="square">
              <a:spAutoFit/>
            </a:bodyPr>
            <a:lstStyle/>
            <a:p>
              <a:r>
                <a:rPr lang="en-IN" sz="1200" b="1" dirty="0"/>
                <a:t>Professor of Information Technology; Consultant </a:t>
              </a:r>
            </a:p>
            <a:p>
              <a:pPr>
                <a:buFont typeface="Arial" panose="020B0604020202020204" pitchFamily="34" charset="0"/>
                <a:buChar char="•"/>
              </a:pPr>
              <a:r>
                <a:rPr lang="en-IN" sz="1200" dirty="0"/>
                <a:t>Sarasota, Florida </a:t>
              </a:r>
            </a:p>
            <a:p>
              <a:pPr algn="ctr"/>
              <a:endParaRPr lang="id-ID" sz="1200" dirty="0">
                <a:solidFill>
                  <a:schemeClr val="bg1">
                    <a:lumMod val="65000"/>
                  </a:schemeClr>
                </a:solidFill>
              </a:endParaRPr>
            </a:p>
          </p:txBody>
        </p:sp>
      </p:grpSp>
      <p:grpSp>
        <p:nvGrpSpPr>
          <p:cNvPr id="23" name="Group 22"/>
          <p:cNvGrpSpPr/>
          <p:nvPr/>
        </p:nvGrpSpPr>
        <p:grpSpPr>
          <a:xfrm>
            <a:off x="6350830" y="3765122"/>
            <a:ext cx="2521690" cy="1023915"/>
            <a:chOff x="6098390" y="4388750"/>
            <a:chExt cx="2521690" cy="1023915"/>
          </a:xfrm>
        </p:grpSpPr>
        <p:sp>
          <p:nvSpPr>
            <p:cNvPr id="25" name="TextBox 24"/>
            <p:cNvSpPr txBox="1"/>
            <p:nvPr/>
          </p:nvSpPr>
          <p:spPr>
            <a:xfrm>
              <a:off x="6230983" y="4388750"/>
              <a:ext cx="2194560" cy="369332"/>
            </a:xfrm>
            <a:prstGeom prst="rect">
              <a:avLst/>
            </a:prstGeom>
            <a:noFill/>
          </p:spPr>
          <p:txBody>
            <a:bodyPr wrap="square" rtlCol="0">
              <a:spAutoFit/>
            </a:bodyPr>
            <a:lstStyle/>
            <a:p>
              <a:pPr algn="ctr"/>
              <a:r>
                <a:rPr lang="en-US" dirty="0">
                  <a:solidFill>
                    <a:schemeClr val="accent1">
                      <a:lumMod val="50000"/>
                    </a:schemeClr>
                  </a:solidFill>
                </a:rPr>
                <a:t>Mr. J. C. Shukla</a:t>
              </a:r>
              <a:endParaRPr lang="id-ID" b="1" dirty="0">
                <a:solidFill>
                  <a:schemeClr val="accent1">
                    <a:lumMod val="50000"/>
                  </a:schemeClr>
                </a:solidFill>
                <a:latin typeface="+mj-lt"/>
              </a:endParaRPr>
            </a:p>
          </p:txBody>
        </p:sp>
        <p:sp>
          <p:nvSpPr>
            <p:cNvPr id="26" name="Rectangle 25"/>
            <p:cNvSpPr/>
            <p:nvPr/>
          </p:nvSpPr>
          <p:spPr>
            <a:xfrm>
              <a:off x="6098390" y="4766334"/>
              <a:ext cx="2521690" cy="646331"/>
            </a:xfrm>
            <a:prstGeom prst="rect">
              <a:avLst/>
            </a:prstGeom>
          </p:spPr>
          <p:txBody>
            <a:bodyPr wrap="square">
              <a:spAutoFit/>
            </a:bodyPr>
            <a:lstStyle/>
            <a:p>
              <a:pPr algn="ctr"/>
              <a:r>
                <a:rPr lang="en-US" sz="1200" b="1" dirty="0"/>
                <a:t>CEO / Managing Director at Nahak Overseas Limited</a:t>
              </a:r>
            </a:p>
            <a:p>
              <a:pPr algn="ctr"/>
              <a:r>
                <a:rPr lang="en-US" sz="1200" b="1" dirty="0"/>
                <a:t>MBA – IIM, Ahmedabad</a:t>
              </a:r>
              <a:endParaRPr lang="id-ID" sz="1200" b="1" dirty="0"/>
            </a:p>
          </p:txBody>
        </p:sp>
      </p:grpSp>
      <p:grpSp>
        <p:nvGrpSpPr>
          <p:cNvPr id="27" name="Group 26"/>
          <p:cNvGrpSpPr/>
          <p:nvPr/>
        </p:nvGrpSpPr>
        <p:grpSpPr>
          <a:xfrm>
            <a:off x="9096397" y="3760014"/>
            <a:ext cx="2521690" cy="1208581"/>
            <a:chOff x="8620080" y="4388750"/>
            <a:chExt cx="2521690" cy="1208581"/>
          </a:xfrm>
        </p:grpSpPr>
        <p:sp>
          <p:nvSpPr>
            <p:cNvPr id="29" name="TextBox 28"/>
            <p:cNvSpPr txBox="1"/>
            <p:nvPr/>
          </p:nvSpPr>
          <p:spPr>
            <a:xfrm>
              <a:off x="9238763" y="4388750"/>
              <a:ext cx="1721177" cy="369332"/>
            </a:xfrm>
            <a:prstGeom prst="rect">
              <a:avLst/>
            </a:prstGeom>
            <a:noFill/>
          </p:spPr>
          <p:txBody>
            <a:bodyPr wrap="none" rtlCol="0">
              <a:spAutoFit/>
            </a:bodyPr>
            <a:lstStyle/>
            <a:p>
              <a:pPr algn="ctr"/>
              <a:r>
                <a:rPr lang="en-US" dirty="0">
                  <a:solidFill>
                    <a:schemeClr val="accent1">
                      <a:lumMod val="50000"/>
                    </a:schemeClr>
                  </a:solidFill>
                </a:rPr>
                <a:t>Mr. Pratul Shroff</a:t>
              </a:r>
              <a:endParaRPr lang="id-ID" b="1" dirty="0">
                <a:solidFill>
                  <a:schemeClr val="accent1">
                    <a:lumMod val="50000"/>
                  </a:schemeClr>
                </a:solidFill>
                <a:latin typeface="+mj-lt"/>
              </a:endParaRPr>
            </a:p>
          </p:txBody>
        </p:sp>
        <p:sp>
          <p:nvSpPr>
            <p:cNvPr id="30" name="Rectangle 29"/>
            <p:cNvSpPr/>
            <p:nvPr/>
          </p:nvSpPr>
          <p:spPr>
            <a:xfrm>
              <a:off x="8620080" y="4766334"/>
              <a:ext cx="2521690" cy="830997"/>
            </a:xfrm>
            <a:prstGeom prst="rect">
              <a:avLst/>
            </a:prstGeom>
          </p:spPr>
          <p:txBody>
            <a:bodyPr wrap="square">
              <a:spAutoFit/>
            </a:bodyPr>
            <a:lstStyle/>
            <a:p>
              <a:pPr algn="ctr"/>
              <a:r>
                <a:rPr lang="en-IN" sz="1200" b="1" dirty="0"/>
                <a:t>Philanthropist, Thinker &amp; Doer!!</a:t>
              </a:r>
            </a:p>
            <a:p>
              <a:pPr algn="ctr"/>
              <a:r>
                <a:rPr lang="en-US" sz="1200" b="1" dirty="0"/>
                <a:t>Former – Founder of eInfochips</a:t>
              </a:r>
            </a:p>
            <a:p>
              <a:pPr algn="ctr"/>
              <a:r>
                <a:rPr lang="en-US" sz="1200" b="1" dirty="0"/>
                <a:t>Current – Founder for Dr. K. R. Shroff Foundation</a:t>
              </a:r>
              <a:endParaRPr lang="id-ID" sz="1200" b="1" dirty="0"/>
            </a:p>
          </p:txBody>
        </p:sp>
      </p:grpSp>
      <p:grpSp>
        <p:nvGrpSpPr>
          <p:cNvPr id="31" name="Group 30"/>
          <p:cNvGrpSpPr/>
          <p:nvPr/>
        </p:nvGrpSpPr>
        <p:grpSpPr>
          <a:xfrm>
            <a:off x="3459872" y="3758318"/>
            <a:ext cx="2521690" cy="1482374"/>
            <a:chOff x="3461652" y="3763821"/>
            <a:chExt cx="2521690" cy="1482374"/>
          </a:xfrm>
        </p:grpSpPr>
        <p:sp>
          <p:nvSpPr>
            <p:cNvPr id="32" name="TextBox 31"/>
            <p:cNvSpPr txBox="1"/>
            <p:nvPr/>
          </p:nvSpPr>
          <p:spPr>
            <a:xfrm>
              <a:off x="3501117" y="3763821"/>
              <a:ext cx="2421043" cy="369332"/>
            </a:xfrm>
            <a:prstGeom prst="rect">
              <a:avLst/>
            </a:prstGeom>
            <a:noFill/>
          </p:spPr>
          <p:txBody>
            <a:bodyPr wrap="square" rtlCol="0">
              <a:spAutoFit/>
            </a:bodyPr>
            <a:lstStyle/>
            <a:p>
              <a:pPr algn="ctr"/>
              <a:r>
                <a:rPr lang="en-US" dirty="0">
                  <a:solidFill>
                    <a:schemeClr val="accent1">
                      <a:lumMod val="50000"/>
                    </a:schemeClr>
                  </a:solidFill>
                </a:rPr>
                <a:t>Dr. Prabhat Ranjan</a:t>
              </a:r>
              <a:endParaRPr lang="id-ID" b="1" dirty="0">
                <a:solidFill>
                  <a:schemeClr val="accent1">
                    <a:lumMod val="50000"/>
                  </a:schemeClr>
                </a:solidFill>
                <a:latin typeface="+mj-lt"/>
              </a:endParaRPr>
            </a:p>
          </p:txBody>
        </p:sp>
        <p:sp>
          <p:nvSpPr>
            <p:cNvPr id="33" name="Rectangle 32"/>
            <p:cNvSpPr/>
            <p:nvPr/>
          </p:nvSpPr>
          <p:spPr>
            <a:xfrm>
              <a:off x="3461652" y="4230532"/>
              <a:ext cx="2521690" cy="1015663"/>
            </a:xfrm>
            <a:prstGeom prst="rect">
              <a:avLst/>
            </a:prstGeom>
          </p:spPr>
          <p:txBody>
            <a:bodyPr wrap="square">
              <a:spAutoFit/>
            </a:bodyPr>
            <a:lstStyle/>
            <a:p>
              <a:pPr algn="ctr"/>
              <a:r>
                <a:rPr lang="en-IN" sz="1200" b="1" dirty="0"/>
                <a:t>Vice Chancellor at D Y Patil International University, Akurdi, Pune</a:t>
              </a:r>
            </a:p>
            <a:p>
              <a:pPr algn="ctr"/>
              <a:r>
                <a:rPr lang="en-US" sz="1200" b="1" dirty="0"/>
                <a:t>Former – Director, TIFAC</a:t>
              </a:r>
              <a:endParaRPr lang="en-IN" sz="1200" b="1" dirty="0"/>
            </a:p>
            <a:p>
              <a:pPr algn="ctr"/>
              <a:endParaRPr lang="id-ID" sz="1200" dirty="0">
                <a:solidFill>
                  <a:schemeClr val="bg1">
                    <a:lumMod val="65000"/>
                  </a:schemeClr>
                </a:solidFill>
              </a:endParaRPr>
            </a:p>
          </p:txBody>
        </p:sp>
      </p:grpSp>
      <p:cxnSp>
        <p:nvCxnSpPr>
          <p:cNvPr id="39" name="Straight Connector 38"/>
          <p:cNvCxnSpPr/>
          <p:nvPr/>
        </p:nvCxnSpPr>
        <p:spPr>
          <a:xfrm flipV="1">
            <a:off x="778414" y="5047117"/>
            <a:ext cx="1940712" cy="5673"/>
          </a:xfrm>
          <a:prstGeom prst="line">
            <a:avLst/>
          </a:prstGeom>
          <a:ln w="158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3722674" y="5036215"/>
            <a:ext cx="1999645" cy="0"/>
          </a:xfrm>
          <a:prstGeom prst="line">
            <a:avLst/>
          </a:prstGeom>
          <a:ln w="158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6684835" y="5036215"/>
            <a:ext cx="2057894" cy="0"/>
          </a:xfrm>
          <a:prstGeom prst="line">
            <a:avLst/>
          </a:prstGeom>
          <a:ln w="158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9332568" y="5052790"/>
            <a:ext cx="2314106" cy="0"/>
          </a:xfrm>
          <a:prstGeom prst="line">
            <a:avLst/>
          </a:prstGeom>
          <a:ln w="158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pic>
        <p:nvPicPr>
          <p:cNvPr id="8" name="Picture Placeholder 7"/>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a:xfrm>
            <a:off x="1066825" y="1857562"/>
            <a:ext cx="1697846" cy="1697847"/>
          </a:xfrm>
        </p:spPr>
      </p:pic>
      <p:pic>
        <p:nvPicPr>
          <p:cNvPr id="12" name="Picture Placeholder 11"/>
          <p:cNvPicPr>
            <a:picLocks noGrp="1" noChangeAspect="1"/>
          </p:cNvPicPr>
          <p:nvPr>
            <p:ph type="pic" sz="quarter" idx="12"/>
          </p:nvPr>
        </p:nvPicPr>
        <p:blipFill>
          <a:blip r:embed="rId3" cstate="print">
            <a:extLst>
              <a:ext uri="{28A0092B-C50C-407E-A947-70E740481C1C}">
                <a14:useLocalDpi xmlns:a14="http://schemas.microsoft.com/office/drawing/2010/main" val="0"/>
              </a:ext>
            </a:extLst>
          </a:blip>
          <a:srcRect/>
          <a:stretch>
            <a:fillRect/>
          </a:stretch>
        </p:blipFill>
        <p:spPr>
          <a:xfrm>
            <a:off x="6684835" y="1671854"/>
            <a:ext cx="1697846" cy="1697847"/>
          </a:xfrm>
        </p:spPr>
      </p:pic>
      <p:pic>
        <p:nvPicPr>
          <p:cNvPr id="13" name="Picture Placeholder 12"/>
          <p:cNvPicPr>
            <a:picLocks noGrp="1" noChangeAspect="1"/>
          </p:cNvPicPr>
          <p:nvPr>
            <p:ph type="pic" sz="quarter" idx="13"/>
          </p:nvPr>
        </p:nvPicPr>
        <p:blipFill>
          <a:blip r:embed="rId4">
            <a:extLst>
              <a:ext uri="{28A0092B-C50C-407E-A947-70E740481C1C}">
                <a14:useLocalDpi xmlns:a14="http://schemas.microsoft.com/office/drawing/2010/main" val="0"/>
              </a:ext>
            </a:extLst>
          </a:blip>
          <a:srcRect t="3704" b="3704"/>
          <a:stretch>
            <a:fillRect/>
          </a:stretch>
        </p:blipFill>
        <p:spPr>
          <a:xfrm>
            <a:off x="9585793" y="1646148"/>
            <a:ext cx="1697846" cy="1697847"/>
          </a:xfrm>
        </p:spPr>
      </p:pic>
      <p:sp>
        <p:nvSpPr>
          <p:cNvPr id="51" name="Rectangle 50"/>
          <p:cNvSpPr/>
          <p:nvPr/>
        </p:nvSpPr>
        <p:spPr>
          <a:xfrm rot="16200000">
            <a:off x="2669180" y="5463177"/>
            <a:ext cx="757644"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52" name="Rectangle 51"/>
          <p:cNvSpPr/>
          <p:nvPr/>
        </p:nvSpPr>
        <p:spPr>
          <a:xfrm rot="16200000">
            <a:off x="4703767" y="5465765"/>
            <a:ext cx="75246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6735765" y="5465764"/>
            <a:ext cx="75247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637179" y="5463177"/>
            <a:ext cx="757645"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57" name="Group 17"/>
          <p:cNvGrpSpPr/>
          <p:nvPr/>
        </p:nvGrpSpPr>
        <p:grpSpPr>
          <a:xfrm>
            <a:off x="2" y="6736617"/>
            <a:ext cx="12191999" cy="134339"/>
            <a:chOff x="2" y="2110197"/>
            <a:chExt cx="12191999" cy="134339"/>
          </a:xfrm>
        </p:grpSpPr>
        <p:sp>
          <p:nvSpPr>
            <p:cNvPr id="58" name="Rectangle 57"/>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9" name="Rectangle 58"/>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0" name="Rectangle 59"/>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1" name="Rectangle 60"/>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2" name="Rectangle 61"/>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3" name="Rectangle 62"/>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71" name="Picture 70" descr="Orena_Logo_Final.png"/>
          <p:cNvPicPr>
            <a:picLocks noChangeAspect="1"/>
          </p:cNvPicPr>
          <p:nvPr/>
        </p:nvPicPr>
        <p:blipFill>
          <a:blip r:embed="rId5" cstate="screen"/>
          <a:stretch>
            <a:fillRect/>
          </a:stretch>
        </p:blipFill>
        <p:spPr>
          <a:xfrm>
            <a:off x="10220582" y="5504261"/>
            <a:ext cx="1932071" cy="1207206"/>
          </a:xfrm>
          <a:prstGeom prst="rect">
            <a:avLst/>
          </a:prstGeom>
        </p:spPr>
      </p:pic>
      <p:pic>
        <p:nvPicPr>
          <p:cNvPr id="11" name="Picture Placeholder 10"/>
          <p:cNvPicPr>
            <a:picLocks noGrp="1" noChangeAspect="1"/>
          </p:cNvPicPr>
          <p:nvPr>
            <p:ph type="pic" sz="quarter" idx="11"/>
          </p:nvPr>
        </p:nvPicPr>
        <p:blipFill>
          <a:blip r:embed="rId6">
            <a:extLst>
              <a:ext uri="{28A0092B-C50C-407E-A947-70E740481C1C}">
                <a14:useLocalDpi xmlns:a14="http://schemas.microsoft.com/office/drawing/2010/main" val="0"/>
              </a:ext>
            </a:extLst>
          </a:blip>
          <a:srcRect l="47" r="47"/>
          <a:stretch>
            <a:fillRect/>
          </a:stretch>
        </p:blipFill>
        <p:spPr>
          <a:xfrm>
            <a:off x="3875830" y="1786724"/>
            <a:ext cx="1697846" cy="1697847"/>
          </a:xfrm>
        </p:spPr>
      </p:pic>
    </p:spTree>
    <p:extLst>
      <p:ext uri="{BB962C8B-B14F-4D97-AF65-F5344CB8AC3E}">
        <p14:creationId xmlns:p14="http://schemas.microsoft.com/office/powerpoint/2010/main" val="351919617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childTnLst>
                          </p:cTn>
                        </p:par>
                        <p:par>
                          <p:cTn id="14" fill="hold">
                            <p:stCondLst>
                              <p:cond delay="1000"/>
                            </p:stCondLst>
                            <p:childTnLst>
                              <p:par>
                                <p:cTn id="15" presetID="42" presetClass="entr" presetSubtype="0" fill="hold"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1000"/>
                                        <p:tgtEl>
                                          <p:spTgt spid="19"/>
                                        </p:tgtEl>
                                      </p:cBhvr>
                                    </p:animEffect>
                                    <p:anim calcmode="lin" valueType="num">
                                      <p:cBhvr>
                                        <p:cTn id="18" dur="1000" fill="hold"/>
                                        <p:tgtEl>
                                          <p:spTgt spid="19"/>
                                        </p:tgtEl>
                                        <p:attrNameLst>
                                          <p:attrName>ppt_x</p:attrName>
                                        </p:attrNameLst>
                                      </p:cBhvr>
                                      <p:tavLst>
                                        <p:tav tm="0">
                                          <p:val>
                                            <p:strVal val="#ppt_x"/>
                                          </p:val>
                                        </p:tav>
                                        <p:tav tm="100000">
                                          <p:val>
                                            <p:strVal val="#ppt_x"/>
                                          </p:val>
                                        </p:tav>
                                      </p:tavLst>
                                    </p:anim>
                                    <p:anim calcmode="lin" valueType="num">
                                      <p:cBhvr>
                                        <p:cTn id="19" dur="1000" fill="hold"/>
                                        <p:tgtEl>
                                          <p:spTgt spid="19"/>
                                        </p:tgtEl>
                                        <p:attrNameLst>
                                          <p:attrName>ppt_y</p:attrName>
                                        </p:attrNameLst>
                                      </p:cBhvr>
                                      <p:tavLst>
                                        <p:tav tm="0">
                                          <p:val>
                                            <p:strVal val="#ppt_y+.1"/>
                                          </p:val>
                                        </p:tav>
                                        <p:tav tm="100000">
                                          <p:val>
                                            <p:strVal val="#ppt_y"/>
                                          </p:val>
                                        </p:tav>
                                      </p:tavLst>
                                    </p:anim>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500"/>
                                        <p:tgtEl>
                                          <p:spTgt spid="40"/>
                                        </p:tgtEl>
                                      </p:cBhvr>
                                    </p:animEffect>
                                  </p:childTnLst>
                                </p:cTn>
                              </p:par>
                            </p:childTnLst>
                          </p:cTn>
                        </p:par>
                        <p:par>
                          <p:cTn id="24" fill="hold">
                            <p:stCondLst>
                              <p:cond delay="2500"/>
                            </p:stCondLst>
                            <p:childTnLst>
                              <p:par>
                                <p:cTn id="25" presetID="42" presetClass="entr" presetSubtype="0" fill="hold" nodeType="after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1000"/>
                                        <p:tgtEl>
                                          <p:spTgt spid="31"/>
                                        </p:tgtEl>
                                      </p:cBhvr>
                                    </p:animEffect>
                                    <p:anim calcmode="lin" valueType="num">
                                      <p:cBhvr>
                                        <p:cTn id="28" dur="1000" fill="hold"/>
                                        <p:tgtEl>
                                          <p:spTgt spid="31"/>
                                        </p:tgtEl>
                                        <p:attrNameLst>
                                          <p:attrName>ppt_x</p:attrName>
                                        </p:attrNameLst>
                                      </p:cBhvr>
                                      <p:tavLst>
                                        <p:tav tm="0">
                                          <p:val>
                                            <p:strVal val="#ppt_x"/>
                                          </p:val>
                                        </p:tav>
                                        <p:tav tm="100000">
                                          <p:val>
                                            <p:strVal val="#ppt_x"/>
                                          </p:val>
                                        </p:tav>
                                      </p:tavLst>
                                    </p:anim>
                                    <p:anim calcmode="lin" valueType="num">
                                      <p:cBhvr>
                                        <p:cTn id="29" dur="1000" fill="hold"/>
                                        <p:tgtEl>
                                          <p:spTgt spid="31"/>
                                        </p:tgtEl>
                                        <p:attrNameLst>
                                          <p:attrName>ppt_y</p:attrName>
                                        </p:attrNameLst>
                                      </p:cBhvr>
                                      <p:tavLst>
                                        <p:tav tm="0">
                                          <p:val>
                                            <p:strVal val="#ppt_y+.1"/>
                                          </p:val>
                                        </p:tav>
                                        <p:tav tm="100000">
                                          <p:val>
                                            <p:strVal val="#ppt_y"/>
                                          </p:val>
                                        </p:tav>
                                      </p:tavLst>
                                    </p:anim>
                                  </p:childTnLst>
                                </p:cTn>
                              </p:par>
                            </p:childTnLst>
                          </p:cTn>
                        </p:par>
                        <p:par>
                          <p:cTn id="30" fill="hold">
                            <p:stCondLst>
                              <p:cond delay="3500"/>
                            </p:stCondLst>
                            <p:childTnLst>
                              <p:par>
                                <p:cTn id="31" presetID="10" presetClass="entr" presetSubtype="0" fill="hold" nodeType="afterEffect">
                                  <p:stCondLst>
                                    <p:cond delay="0"/>
                                  </p:stCondLst>
                                  <p:childTnLst>
                                    <p:set>
                                      <p:cBhvr>
                                        <p:cTn id="32" dur="1" fill="hold">
                                          <p:stCondLst>
                                            <p:cond delay="0"/>
                                          </p:stCondLst>
                                        </p:cTn>
                                        <p:tgtEl>
                                          <p:spTgt spid="41"/>
                                        </p:tgtEl>
                                        <p:attrNameLst>
                                          <p:attrName>style.visibility</p:attrName>
                                        </p:attrNameLst>
                                      </p:cBhvr>
                                      <p:to>
                                        <p:strVal val="visible"/>
                                      </p:to>
                                    </p:set>
                                    <p:animEffect transition="in" filter="fade">
                                      <p:cBhvr>
                                        <p:cTn id="33" dur="500"/>
                                        <p:tgtEl>
                                          <p:spTgt spid="41"/>
                                        </p:tgtEl>
                                      </p:cBhvr>
                                    </p:animEffect>
                                  </p:childTnLst>
                                </p:cTn>
                              </p:par>
                            </p:childTnLst>
                          </p:cTn>
                        </p:par>
                        <p:par>
                          <p:cTn id="34" fill="hold">
                            <p:stCondLst>
                              <p:cond delay="4000"/>
                            </p:stCondLst>
                            <p:childTnLst>
                              <p:par>
                                <p:cTn id="35" presetID="42" presetClass="entr" presetSubtype="0" fill="hold" nodeType="after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1000"/>
                                        <p:tgtEl>
                                          <p:spTgt spid="23"/>
                                        </p:tgtEl>
                                      </p:cBhvr>
                                    </p:animEffect>
                                    <p:anim calcmode="lin" valueType="num">
                                      <p:cBhvr>
                                        <p:cTn id="38" dur="1000" fill="hold"/>
                                        <p:tgtEl>
                                          <p:spTgt spid="23"/>
                                        </p:tgtEl>
                                        <p:attrNameLst>
                                          <p:attrName>ppt_x</p:attrName>
                                        </p:attrNameLst>
                                      </p:cBhvr>
                                      <p:tavLst>
                                        <p:tav tm="0">
                                          <p:val>
                                            <p:strVal val="#ppt_x"/>
                                          </p:val>
                                        </p:tav>
                                        <p:tav tm="100000">
                                          <p:val>
                                            <p:strVal val="#ppt_x"/>
                                          </p:val>
                                        </p:tav>
                                      </p:tavLst>
                                    </p:anim>
                                    <p:anim calcmode="lin" valueType="num">
                                      <p:cBhvr>
                                        <p:cTn id="39" dur="1000" fill="hold"/>
                                        <p:tgtEl>
                                          <p:spTgt spid="23"/>
                                        </p:tgtEl>
                                        <p:attrNameLst>
                                          <p:attrName>ppt_y</p:attrName>
                                        </p:attrNameLst>
                                      </p:cBhvr>
                                      <p:tavLst>
                                        <p:tav tm="0">
                                          <p:val>
                                            <p:strVal val="#ppt_y+.1"/>
                                          </p:val>
                                        </p:tav>
                                        <p:tav tm="100000">
                                          <p:val>
                                            <p:strVal val="#ppt_y"/>
                                          </p:val>
                                        </p:tav>
                                      </p:tavLst>
                                    </p:anim>
                                  </p:childTnLst>
                                </p:cTn>
                              </p:par>
                            </p:childTnLst>
                          </p:cTn>
                        </p:par>
                        <p:par>
                          <p:cTn id="40" fill="hold">
                            <p:stCondLst>
                              <p:cond delay="5000"/>
                            </p:stCondLst>
                            <p:childTnLst>
                              <p:par>
                                <p:cTn id="41" presetID="10" presetClass="entr" presetSubtype="0" fill="hold" nodeType="after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fade">
                                      <p:cBhvr>
                                        <p:cTn id="43" dur="500"/>
                                        <p:tgtEl>
                                          <p:spTgt spid="42"/>
                                        </p:tgtEl>
                                      </p:cBhvr>
                                    </p:animEffect>
                                  </p:childTnLst>
                                </p:cTn>
                              </p:par>
                            </p:childTnLst>
                          </p:cTn>
                        </p:par>
                        <p:par>
                          <p:cTn id="44" fill="hold">
                            <p:stCondLst>
                              <p:cond delay="5500"/>
                            </p:stCondLst>
                            <p:childTnLst>
                              <p:par>
                                <p:cTn id="45" presetID="42" presetClass="entr" presetSubtype="0" fill="hold" nodeType="after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1000"/>
                                        <p:tgtEl>
                                          <p:spTgt spid="27"/>
                                        </p:tgtEl>
                                      </p:cBhvr>
                                    </p:animEffect>
                                    <p:anim calcmode="lin" valueType="num">
                                      <p:cBhvr>
                                        <p:cTn id="48" dur="1000" fill="hold"/>
                                        <p:tgtEl>
                                          <p:spTgt spid="27"/>
                                        </p:tgtEl>
                                        <p:attrNameLst>
                                          <p:attrName>ppt_x</p:attrName>
                                        </p:attrNameLst>
                                      </p:cBhvr>
                                      <p:tavLst>
                                        <p:tav tm="0">
                                          <p:val>
                                            <p:strVal val="#ppt_x"/>
                                          </p:val>
                                        </p:tav>
                                        <p:tav tm="100000">
                                          <p:val>
                                            <p:strVal val="#ppt_x"/>
                                          </p:val>
                                        </p:tav>
                                      </p:tavLst>
                                    </p:anim>
                                    <p:anim calcmode="lin" valueType="num">
                                      <p:cBhvr>
                                        <p:cTn id="49" dur="1000" fill="hold"/>
                                        <p:tgtEl>
                                          <p:spTgt spid="27"/>
                                        </p:tgtEl>
                                        <p:attrNameLst>
                                          <p:attrName>ppt_y</p:attrName>
                                        </p:attrNameLst>
                                      </p:cBhvr>
                                      <p:tavLst>
                                        <p:tav tm="0">
                                          <p:val>
                                            <p:strVal val="#ppt_y+.1"/>
                                          </p:val>
                                        </p:tav>
                                        <p:tav tm="100000">
                                          <p:val>
                                            <p:strVal val="#ppt_y"/>
                                          </p:val>
                                        </p:tav>
                                      </p:tavLst>
                                    </p:anim>
                                  </p:childTnLst>
                                </p:cTn>
                              </p:par>
                            </p:childTnLst>
                          </p:cTn>
                        </p:par>
                        <p:par>
                          <p:cTn id="50" fill="hold">
                            <p:stCondLst>
                              <p:cond delay="6500"/>
                            </p:stCondLst>
                            <p:childTnLst>
                              <p:par>
                                <p:cTn id="51" presetID="10" presetClass="entr" presetSubtype="0" fill="hold" nodeType="afterEffect">
                                  <p:stCondLst>
                                    <p:cond delay="0"/>
                                  </p:stCondLst>
                                  <p:childTnLst>
                                    <p:set>
                                      <p:cBhvr>
                                        <p:cTn id="52" dur="1" fill="hold">
                                          <p:stCondLst>
                                            <p:cond delay="0"/>
                                          </p:stCondLst>
                                        </p:cTn>
                                        <p:tgtEl>
                                          <p:spTgt spid="57"/>
                                        </p:tgtEl>
                                        <p:attrNameLst>
                                          <p:attrName>style.visibility</p:attrName>
                                        </p:attrNameLst>
                                      </p:cBhvr>
                                      <p:to>
                                        <p:strVal val="visible"/>
                                      </p:to>
                                    </p:set>
                                    <p:animEffect transition="in" filter="fade">
                                      <p:cBhvr>
                                        <p:cTn id="53" dur="500"/>
                                        <p:tgtEl>
                                          <p:spTgt spid="57"/>
                                        </p:tgtEl>
                                      </p:cBhvr>
                                    </p:animEffect>
                                  </p:childTnLst>
                                </p:cTn>
                              </p:par>
                            </p:childTnLst>
                          </p:cTn>
                        </p:par>
                        <p:par>
                          <p:cTn id="54" fill="hold">
                            <p:stCondLst>
                              <p:cond delay="7000"/>
                            </p:stCondLst>
                            <p:childTnLst>
                              <p:par>
                                <p:cTn id="55" presetID="42" presetClass="entr" presetSubtype="0" fill="hold" grpId="0" nodeType="afterEffect">
                                  <p:stCondLst>
                                    <p:cond delay="0"/>
                                  </p:stCondLst>
                                  <p:childTnLst>
                                    <p:set>
                                      <p:cBhvr>
                                        <p:cTn id="56" dur="1" fill="hold">
                                          <p:stCondLst>
                                            <p:cond delay="0"/>
                                          </p:stCondLst>
                                        </p:cTn>
                                        <p:tgtEl>
                                          <p:spTgt spid="56"/>
                                        </p:tgtEl>
                                        <p:attrNameLst>
                                          <p:attrName>style.visibility</p:attrName>
                                        </p:attrNameLst>
                                      </p:cBhvr>
                                      <p:to>
                                        <p:strVal val="visible"/>
                                      </p:to>
                                    </p:set>
                                    <p:animEffect transition="in" filter="fade">
                                      <p:cBhvr>
                                        <p:cTn id="57" dur="500"/>
                                        <p:tgtEl>
                                          <p:spTgt spid="56"/>
                                        </p:tgtEl>
                                      </p:cBhvr>
                                    </p:animEffect>
                                    <p:anim calcmode="lin" valueType="num">
                                      <p:cBhvr>
                                        <p:cTn id="58" dur="500" fill="hold"/>
                                        <p:tgtEl>
                                          <p:spTgt spid="56"/>
                                        </p:tgtEl>
                                        <p:attrNameLst>
                                          <p:attrName>ppt_x</p:attrName>
                                        </p:attrNameLst>
                                      </p:cBhvr>
                                      <p:tavLst>
                                        <p:tav tm="0">
                                          <p:val>
                                            <p:strVal val="#ppt_x"/>
                                          </p:val>
                                        </p:tav>
                                        <p:tav tm="100000">
                                          <p:val>
                                            <p:strVal val="#ppt_x"/>
                                          </p:val>
                                        </p:tav>
                                      </p:tavLst>
                                    </p:anim>
                                    <p:anim calcmode="lin" valueType="num">
                                      <p:cBhvr>
                                        <p:cTn id="59" dur="500" fill="hold"/>
                                        <p:tgtEl>
                                          <p:spTgt spid="56"/>
                                        </p:tgtEl>
                                        <p:attrNameLst>
                                          <p:attrName>ppt_y</p:attrName>
                                        </p:attrNameLst>
                                      </p:cBhvr>
                                      <p:tavLst>
                                        <p:tav tm="0">
                                          <p:val>
                                            <p:strVal val="#ppt_y+.1"/>
                                          </p:val>
                                        </p:tav>
                                        <p:tav tm="100000">
                                          <p:val>
                                            <p:strVal val="#ppt_y"/>
                                          </p:val>
                                        </p:tav>
                                      </p:tavLst>
                                    </p:anim>
                                  </p:childTnLst>
                                </p:cTn>
                              </p:par>
                            </p:childTnLst>
                          </p:cTn>
                        </p:par>
                        <p:par>
                          <p:cTn id="60" fill="hold">
                            <p:stCondLst>
                              <p:cond delay="7500"/>
                            </p:stCondLst>
                            <p:childTnLst>
                              <p:par>
                                <p:cTn id="61" presetID="42" presetClass="entr" presetSubtype="0" fill="hold" grpId="0" nodeType="afterEffect">
                                  <p:stCondLst>
                                    <p:cond delay="0"/>
                                  </p:stCondLst>
                                  <p:childTnLst>
                                    <p:set>
                                      <p:cBhvr>
                                        <p:cTn id="62" dur="1" fill="hold">
                                          <p:stCondLst>
                                            <p:cond delay="0"/>
                                          </p:stCondLst>
                                        </p:cTn>
                                        <p:tgtEl>
                                          <p:spTgt spid="51"/>
                                        </p:tgtEl>
                                        <p:attrNameLst>
                                          <p:attrName>style.visibility</p:attrName>
                                        </p:attrNameLst>
                                      </p:cBhvr>
                                      <p:to>
                                        <p:strVal val="visible"/>
                                      </p:to>
                                    </p:set>
                                    <p:animEffect transition="in" filter="fade">
                                      <p:cBhvr>
                                        <p:cTn id="63" dur="500"/>
                                        <p:tgtEl>
                                          <p:spTgt spid="51"/>
                                        </p:tgtEl>
                                      </p:cBhvr>
                                    </p:animEffect>
                                    <p:anim calcmode="lin" valueType="num">
                                      <p:cBhvr>
                                        <p:cTn id="64" dur="500" fill="hold"/>
                                        <p:tgtEl>
                                          <p:spTgt spid="51"/>
                                        </p:tgtEl>
                                        <p:attrNameLst>
                                          <p:attrName>ppt_x</p:attrName>
                                        </p:attrNameLst>
                                      </p:cBhvr>
                                      <p:tavLst>
                                        <p:tav tm="0">
                                          <p:val>
                                            <p:strVal val="#ppt_x"/>
                                          </p:val>
                                        </p:tav>
                                        <p:tav tm="100000">
                                          <p:val>
                                            <p:strVal val="#ppt_x"/>
                                          </p:val>
                                        </p:tav>
                                      </p:tavLst>
                                    </p:anim>
                                    <p:anim calcmode="lin" valueType="num">
                                      <p:cBhvr>
                                        <p:cTn id="65" dur="500" fill="hold"/>
                                        <p:tgtEl>
                                          <p:spTgt spid="51"/>
                                        </p:tgtEl>
                                        <p:attrNameLst>
                                          <p:attrName>ppt_y</p:attrName>
                                        </p:attrNameLst>
                                      </p:cBhvr>
                                      <p:tavLst>
                                        <p:tav tm="0">
                                          <p:val>
                                            <p:strVal val="#ppt_y+.1"/>
                                          </p:val>
                                        </p:tav>
                                        <p:tav tm="100000">
                                          <p:val>
                                            <p:strVal val="#ppt_y"/>
                                          </p:val>
                                        </p:tav>
                                      </p:tavLst>
                                    </p:anim>
                                  </p:childTnLst>
                                </p:cTn>
                              </p:par>
                            </p:childTnLst>
                          </p:cTn>
                        </p:par>
                        <p:par>
                          <p:cTn id="66" fill="hold">
                            <p:stCondLst>
                              <p:cond delay="8000"/>
                            </p:stCondLst>
                            <p:childTnLst>
                              <p:par>
                                <p:cTn id="67" presetID="42" presetClass="entr" presetSubtype="0" fill="hold" grpId="0" nodeType="afterEffect">
                                  <p:stCondLst>
                                    <p:cond delay="0"/>
                                  </p:stCondLst>
                                  <p:childTnLst>
                                    <p:set>
                                      <p:cBhvr>
                                        <p:cTn id="68" dur="1" fill="hold">
                                          <p:stCondLst>
                                            <p:cond delay="0"/>
                                          </p:stCondLst>
                                        </p:cTn>
                                        <p:tgtEl>
                                          <p:spTgt spid="52"/>
                                        </p:tgtEl>
                                        <p:attrNameLst>
                                          <p:attrName>style.visibility</p:attrName>
                                        </p:attrNameLst>
                                      </p:cBhvr>
                                      <p:to>
                                        <p:strVal val="visible"/>
                                      </p:to>
                                    </p:set>
                                    <p:animEffect transition="in" filter="fade">
                                      <p:cBhvr>
                                        <p:cTn id="69" dur="500"/>
                                        <p:tgtEl>
                                          <p:spTgt spid="52"/>
                                        </p:tgtEl>
                                      </p:cBhvr>
                                    </p:animEffect>
                                    <p:anim calcmode="lin" valueType="num">
                                      <p:cBhvr>
                                        <p:cTn id="70" dur="500" fill="hold"/>
                                        <p:tgtEl>
                                          <p:spTgt spid="52"/>
                                        </p:tgtEl>
                                        <p:attrNameLst>
                                          <p:attrName>ppt_x</p:attrName>
                                        </p:attrNameLst>
                                      </p:cBhvr>
                                      <p:tavLst>
                                        <p:tav tm="0">
                                          <p:val>
                                            <p:strVal val="#ppt_x"/>
                                          </p:val>
                                        </p:tav>
                                        <p:tav tm="100000">
                                          <p:val>
                                            <p:strVal val="#ppt_x"/>
                                          </p:val>
                                        </p:tav>
                                      </p:tavLst>
                                    </p:anim>
                                    <p:anim calcmode="lin" valueType="num">
                                      <p:cBhvr>
                                        <p:cTn id="71" dur="500" fill="hold"/>
                                        <p:tgtEl>
                                          <p:spTgt spid="52"/>
                                        </p:tgtEl>
                                        <p:attrNameLst>
                                          <p:attrName>ppt_y</p:attrName>
                                        </p:attrNameLst>
                                      </p:cBhvr>
                                      <p:tavLst>
                                        <p:tav tm="0">
                                          <p:val>
                                            <p:strVal val="#ppt_y+.1"/>
                                          </p:val>
                                        </p:tav>
                                        <p:tav tm="100000">
                                          <p:val>
                                            <p:strVal val="#ppt_y"/>
                                          </p:val>
                                        </p:tav>
                                      </p:tavLst>
                                    </p:anim>
                                  </p:childTnLst>
                                </p:cTn>
                              </p:par>
                            </p:childTnLst>
                          </p:cTn>
                        </p:par>
                        <p:par>
                          <p:cTn id="72" fill="hold">
                            <p:stCondLst>
                              <p:cond delay="8500"/>
                            </p:stCondLst>
                            <p:childTnLst>
                              <p:par>
                                <p:cTn id="73" presetID="42" presetClass="entr" presetSubtype="0" fill="hold" grpId="0" nodeType="afterEffect">
                                  <p:stCondLst>
                                    <p:cond delay="0"/>
                                  </p:stCondLst>
                                  <p:childTnLst>
                                    <p:set>
                                      <p:cBhvr>
                                        <p:cTn id="74" dur="1" fill="hold">
                                          <p:stCondLst>
                                            <p:cond delay="0"/>
                                          </p:stCondLst>
                                        </p:cTn>
                                        <p:tgtEl>
                                          <p:spTgt spid="53"/>
                                        </p:tgtEl>
                                        <p:attrNameLst>
                                          <p:attrName>style.visibility</p:attrName>
                                        </p:attrNameLst>
                                      </p:cBhvr>
                                      <p:to>
                                        <p:strVal val="visible"/>
                                      </p:to>
                                    </p:set>
                                    <p:animEffect transition="in" filter="fade">
                                      <p:cBhvr>
                                        <p:cTn id="75" dur="500"/>
                                        <p:tgtEl>
                                          <p:spTgt spid="53"/>
                                        </p:tgtEl>
                                      </p:cBhvr>
                                    </p:animEffect>
                                    <p:anim calcmode="lin" valueType="num">
                                      <p:cBhvr>
                                        <p:cTn id="76" dur="500" fill="hold"/>
                                        <p:tgtEl>
                                          <p:spTgt spid="53"/>
                                        </p:tgtEl>
                                        <p:attrNameLst>
                                          <p:attrName>ppt_x</p:attrName>
                                        </p:attrNameLst>
                                      </p:cBhvr>
                                      <p:tavLst>
                                        <p:tav tm="0">
                                          <p:val>
                                            <p:strVal val="#ppt_x"/>
                                          </p:val>
                                        </p:tav>
                                        <p:tav tm="100000">
                                          <p:val>
                                            <p:strVal val="#ppt_x"/>
                                          </p:val>
                                        </p:tav>
                                      </p:tavLst>
                                    </p:anim>
                                    <p:anim calcmode="lin" valueType="num">
                                      <p:cBhvr>
                                        <p:cTn id="77" dur="500" fill="hold"/>
                                        <p:tgtEl>
                                          <p:spTgt spid="53"/>
                                        </p:tgtEl>
                                        <p:attrNameLst>
                                          <p:attrName>ppt_y</p:attrName>
                                        </p:attrNameLst>
                                      </p:cBhvr>
                                      <p:tavLst>
                                        <p:tav tm="0">
                                          <p:val>
                                            <p:strVal val="#ppt_y+.1"/>
                                          </p:val>
                                        </p:tav>
                                        <p:tav tm="100000">
                                          <p:val>
                                            <p:strVal val="#ppt_y"/>
                                          </p:val>
                                        </p:tav>
                                      </p:tavLst>
                                    </p:anim>
                                  </p:childTnLst>
                                </p:cTn>
                              </p:par>
                            </p:childTnLst>
                          </p:cTn>
                        </p:par>
                        <p:par>
                          <p:cTn id="78" fill="hold">
                            <p:stCondLst>
                              <p:cond delay="9000"/>
                            </p:stCondLst>
                            <p:childTnLst>
                              <p:par>
                                <p:cTn id="79" presetID="42" presetClass="entr" presetSubtype="0" fill="hold" grpId="0" nodeType="afterEffect">
                                  <p:stCondLst>
                                    <p:cond delay="0"/>
                                  </p:stCondLst>
                                  <p:childTnLst>
                                    <p:set>
                                      <p:cBhvr>
                                        <p:cTn id="80" dur="1" fill="hold">
                                          <p:stCondLst>
                                            <p:cond delay="0"/>
                                          </p:stCondLst>
                                        </p:cTn>
                                        <p:tgtEl>
                                          <p:spTgt spid="54"/>
                                        </p:tgtEl>
                                        <p:attrNameLst>
                                          <p:attrName>style.visibility</p:attrName>
                                        </p:attrNameLst>
                                      </p:cBhvr>
                                      <p:to>
                                        <p:strVal val="visible"/>
                                      </p:to>
                                    </p:set>
                                    <p:animEffect transition="in" filter="fade">
                                      <p:cBhvr>
                                        <p:cTn id="81" dur="500"/>
                                        <p:tgtEl>
                                          <p:spTgt spid="54"/>
                                        </p:tgtEl>
                                      </p:cBhvr>
                                    </p:animEffect>
                                    <p:anim calcmode="lin" valueType="num">
                                      <p:cBhvr>
                                        <p:cTn id="82" dur="500" fill="hold"/>
                                        <p:tgtEl>
                                          <p:spTgt spid="54"/>
                                        </p:tgtEl>
                                        <p:attrNameLst>
                                          <p:attrName>ppt_x</p:attrName>
                                        </p:attrNameLst>
                                      </p:cBhvr>
                                      <p:tavLst>
                                        <p:tav tm="0">
                                          <p:val>
                                            <p:strVal val="#ppt_x"/>
                                          </p:val>
                                        </p:tav>
                                        <p:tav tm="100000">
                                          <p:val>
                                            <p:strVal val="#ppt_x"/>
                                          </p:val>
                                        </p:tav>
                                      </p:tavLst>
                                    </p:anim>
                                    <p:anim calcmode="lin" valueType="num">
                                      <p:cBhvr>
                                        <p:cTn id="83" dur="500" fill="hold"/>
                                        <p:tgtEl>
                                          <p:spTgt spid="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1" grpId="0" animBg="1"/>
      <p:bldP spid="52" grpId="0" animBg="1"/>
      <p:bldP spid="53" grpId="0" animBg="1"/>
      <p:bldP spid="54" grpId="0" animBg="1"/>
      <p:bldP spid="5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TextBox 23"/>
          <p:cNvSpPr txBox="1"/>
          <p:nvPr/>
        </p:nvSpPr>
        <p:spPr>
          <a:xfrm>
            <a:off x="3703522" y="140018"/>
            <a:ext cx="4784956" cy="646331"/>
          </a:xfrm>
          <a:prstGeom prst="rect">
            <a:avLst/>
          </a:prstGeom>
          <a:noFill/>
          <a:ln w="57150">
            <a:solidFill>
              <a:schemeClr val="bg1"/>
            </a:solidFill>
          </a:ln>
        </p:spPr>
        <p:txBody>
          <a:bodyPr wrap="square" lIns="91440" tIns="45720" rIns="91440" bIns="45720" rtlCol="0" anchor="t">
            <a:spAutoFit/>
          </a:bodyPr>
          <a:lstStyle/>
          <a:p>
            <a:pPr algn="ctr"/>
            <a:r>
              <a:rPr lang="id-ID" sz="3600" dirty="0">
                <a:solidFill>
                  <a:schemeClr val="accent2"/>
                </a:solidFill>
                <a:latin typeface="Segoe UI"/>
                <a:ea typeface="Open Sans" panose="020B0606030504020204" pitchFamily="34" charset="0"/>
                <a:cs typeface="Open Sans" panose="020B0606030504020204" pitchFamily="34" charset="0"/>
              </a:rPr>
              <a:t> </a:t>
            </a:r>
            <a:r>
              <a:rPr lang="id-ID" sz="3600" b="1" dirty="0">
                <a:solidFill>
                  <a:srgbClr val="44546A"/>
                </a:solidFill>
                <a:latin typeface="Segoe UI"/>
                <a:cs typeface="Segoe UI"/>
              </a:rPr>
              <a:t>Introduction</a:t>
            </a:r>
          </a:p>
        </p:txBody>
      </p:sp>
      <p:grpSp>
        <p:nvGrpSpPr>
          <p:cNvPr id="58" name="Group 57"/>
          <p:cNvGrpSpPr/>
          <p:nvPr/>
        </p:nvGrpSpPr>
        <p:grpSpPr>
          <a:xfrm>
            <a:off x="4269415" y="6188917"/>
            <a:ext cx="771836" cy="667597"/>
            <a:chOff x="8494713" y="1387476"/>
            <a:chExt cx="2092326" cy="1809750"/>
          </a:xfrm>
          <a:solidFill>
            <a:schemeClr val="bg1"/>
          </a:solidFill>
        </p:grpSpPr>
        <p:sp>
          <p:nvSpPr>
            <p:cNvPr id="50" name="Freeform 12"/>
            <p:cNvSpPr>
              <a:spLocks noEditPoints="1"/>
            </p:cNvSpPr>
            <p:nvPr/>
          </p:nvSpPr>
          <p:spPr bwMode="auto">
            <a:xfrm>
              <a:off x="8494713" y="1387476"/>
              <a:ext cx="2092326" cy="1809750"/>
            </a:xfrm>
            <a:custGeom>
              <a:avLst/>
              <a:gdLst>
                <a:gd name="T0" fmla="*/ 494 w 555"/>
                <a:gd name="T1" fmla="*/ 60 h 479"/>
                <a:gd name="T2" fmla="*/ 277 w 555"/>
                <a:gd name="T3" fmla="*/ 56 h 479"/>
                <a:gd name="T4" fmla="*/ 61 w 555"/>
                <a:gd name="T5" fmla="*/ 60 h 479"/>
                <a:gd name="T6" fmla="*/ 61 w 555"/>
                <a:gd name="T7" fmla="*/ 280 h 479"/>
                <a:gd name="T8" fmla="*/ 242 w 555"/>
                <a:gd name="T9" fmla="*/ 460 h 479"/>
                <a:gd name="T10" fmla="*/ 312 w 555"/>
                <a:gd name="T11" fmla="*/ 460 h 479"/>
                <a:gd name="T12" fmla="*/ 494 w 555"/>
                <a:gd name="T13" fmla="*/ 280 h 479"/>
                <a:gd name="T14" fmla="*/ 494 w 555"/>
                <a:gd name="T15" fmla="*/ 60 h 479"/>
                <a:gd name="T16" fmla="*/ 470 w 555"/>
                <a:gd name="T17" fmla="*/ 257 h 479"/>
                <a:gd name="T18" fmla="*/ 289 w 555"/>
                <a:gd name="T19" fmla="*/ 436 h 479"/>
                <a:gd name="T20" fmla="*/ 266 w 555"/>
                <a:gd name="T21" fmla="*/ 436 h 479"/>
                <a:gd name="T22" fmla="*/ 84 w 555"/>
                <a:gd name="T23" fmla="*/ 257 h 479"/>
                <a:gd name="T24" fmla="*/ 84 w 555"/>
                <a:gd name="T25" fmla="*/ 83 h 479"/>
                <a:gd name="T26" fmla="*/ 255 w 555"/>
                <a:gd name="T27" fmla="*/ 80 h 479"/>
                <a:gd name="T28" fmla="*/ 277 w 555"/>
                <a:gd name="T29" fmla="*/ 100 h 479"/>
                <a:gd name="T30" fmla="*/ 300 w 555"/>
                <a:gd name="T31" fmla="*/ 80 h 479"/>
                <a:gd name="T32" fmla="*/ 470 w 555"/>
                <a:gd name="T33" fmla="*/ 83 h 479"/>
                <a:gd name="T34" fmla="*/ 470 w 555"/>
                <a:gd name="T35" fmla="*/ 257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55" h="479">
                  <a:moveTo>
                    <a:pt x="494" y="60"/>
                  </a:moveTo>
                  <a:cubicBezTo>
                    <a:pt x="434" y="1"/>
                    <a:pt x="339" y="0"/>
                    <a:pt x="277" y="56"/>
                  </a:cubicBezTo>
                  <a:cubicBezTo>
                    <a:pt x="216" y="0"/>
                    <a:pt x="121" y="1"/>
                    <a:pt x="61" y="60"/>
                  </a:cubicBezTo>
                  <a:cubicBezTo>
                    <a:pt x="0" y="121"/>
                    <a:pt x="0" y="219"/>
                    <a:pt x="61" y="280"/>
                  </a:cubicBezTo>
                  <a:cubicBezTo>
                    <a:pt x="79" y="298"/>
                    <a:pt x="242" y="460"/>
                    <a:pt x="242" y="460"/>
                  </a:cubicBezTo>
                  <a:cubicBezTo>
                    <a:pt x="262" y="479"/>
                    <a:pt x="293" y="479"/>
                    <a:pt x="312" y="460"/>
                  </a:cubicBezTo>
                  <a:cubicBezTo>
                    <a:pt x="312" y="460"/>
                    <a:pt x="492" y="282"/>
                    <a:pt x="494" y="280"/>
                  </a:cubicBezTo>
                  <a:cubicBezTo>
                    <a:pt x="555" y="219"/>
                    <a:pt x="555" y="121"/>
                    <a:pt x="494" y="60"/>
                  </a:cubicBezTo>
                  <a:close/>
                  <a:moveTo>
                    <a:pt x="470" y="257"/>
                  </a:moveTo>
                  <a:cubicBezTo>
                    <a:pt x="289" y="436"/>
                    <a:pt x="289" y="436"/>
                    <a:pt x="289" y="436"/>
                  </a:cubicBezTo>
                  <a:cubicBezTo>
                    <a:pt x="283" y="443"/>
                    <a:pt x="272" y="443"/>
                    <a:pt x="266" y="436"/>
                  </a:cubicBezTo>
                  <a:cubicBezTo>
                    <a:pt x="84" y="257"/>
                    <a:pt x="84" y="257"/>
                    <a:pt x="84" y="257"/>
                  </a:cubicBezTo>
                  <a:cubicBezTo>
                    <a:pt x="36" y="209"/>
                    <a:pt x="36" y="131"/>
                    <a:pt x="84" y="83"/>
                  </a:cubicBezTo>
                  <a:cubicBezTo>
                    <a:pt x="131" y="37"/>
                    <a:pt x="206" y="36"/>
                    <a:pt x="255" y="80"/>
                  </a:cubicBezTo>
                  <a:cubicBezTo>
                    <a:pt x="277" y="100"/>
                    <a:pt x="277" y="100"/>
                    <a:pt x="277" y="100"/>
                  </a:cubicBezTo>
                  <a:cubicBezTo>
                    <a:pt x="300" y="80"/>
                    <a:pt x="300" y="80"/>
                    <a:pt x="300" y="80"/>
                  </a:cubicBezTo>
                  <a:cubicBezTo>
                    <a:pt x="349" y="36"/>
                    <a:pt x="424" y="37"/>
                    <a:pt x="470" y="83"/>
                  </a:cubicBezTo>
                  <a:cubicBezTo>
                    <a:pt x="519" y="131"/>
                    <a:pt x="519" y="209"/>
                    <a:pt x="470" y="257"/>
                  </a:cubicBezTo>
                  <a:close/>
                </a:path>
              </a:pathLst>
            </a:custGeom>
            <a:grpFill/>
            <a:ln>
              <a:solidFill>
                <a:schemeClr val="bg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7" name="Freeform 13"/>
            <p:cNvSpPr>
              <a:spLocks/>
            </p:cNvSpPr>
            <p:nvPr/>
          </p:nvSpPr>
          <p:spPr bwMode="auto">
            <a:xfrm>
              <a:off x="8859838" y="1754188"/>
              <a:ext cx="293688" cy="295275"/>
            </a:xfrm>
            <a:custGeom>
              <a:avLst/>
              <a:gdLst>
                <a:gd name="T0" fmla="*/ 70 w 78"/>
                <a:gd name="T1" fmla="*/ 0 h 78"/>
                <a:gd name="T2" fmla="*/ 70 w 78"/>
                <a:gd name="T3" fmla="*/ 0 h 78"/>
                <a:gd name="T4" fmla="*/ 0 w 78"/>
                <a:gd name="T5" fmla="*/ 70 h 78"/>
                <a:gd name="T6" fmla="*/ 0 w 78"/>
                <a:gd name="T7" fmla="*/ 70 h 78"/>
                <a:gd name="T8" fmla="*/ 8 w 78"/>
                <a:gd name="T9" fmla="*/ 78 h 78"/>
                <a:gd name="T10" fmla="*/ 16 w 78"/>
                <a:gd name="T11" fmla="*/ 70 h 78"/>
                <a:gd name="T12" fmla="*/ 16 w 78"/>
                <a:gd name="T13" fmla="*/ 70 h 78"/>
                <a:gd name="T14" fmla="*/ 70 w 78"/>
                <a:gd name="T15" fmla="*/ 16 h 78"/>
                <a:gd name="T16" fmla="*/ 70 w 78"/>
                <a:gd name="T17" fmla="*/ 16 h 78"/>
                <a:gd name="T18" fmla="*/ 78 w 78"/>
                <a:gd name="T19" fmla="*/ 8 h 78"/>
                <a:gd name="T20" fmla="*/ 70 w 78"/>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78">
                  <a:moveTo>
                    <a:pt x="70" y="0"/>
                  </a:moveTo>
                  <a:cubicBezTo>
                    <a:pt x="70" y="0"/>
                    <a:pt x="70" y="0"/>
                    <a:pt x="70" y="0"/>
                  </a:cubicBezTo>
                  <a:cubicBezTo>
                    <a:pt x="31" y="0"/>
                    <a:pt x="0" y="31"/>
                    <a:pt x="0" y="70"/>
                  </a:cubicBezTo>
                  <a:cubicBezTo>
                    <a:pt x="0" y="70"/>
                    <a:pt x="0" y="70"/>
                    <a:pt x="0" y="70"/>
                  </a:cubicBezTo>
                  <a:cubicBezTo>
                    <a:pt x="0" y="74"/>
                    <a:pt x="4" y="78"/>
                    <a:pt x="8" y="78"/>
                  </a:cubicBezTo>
                  <a:cubicBezTo>
                    <a:pt x="13" y="78"/>
                    <a:pt x="16" y="74"/>
                    <a:pt x="16" y="70"/>
                  </a:cubicBezTo>
                  <a:cubicBezTo>
                    <a:pt x="16" y="70"/>
                    <a:pt x="16" y="70"/>
                    <a:pt x="16" y="70"/>
                  </a:cubicBezTo>
                  <a:cubicBezTo>
                    <a:pt x="16" y="40"/>
                    <a:pt x="40" y="16"/>
                    <a:pt x="70" y="16"/>
                  </a:cubicBezTo>
                  <a:cubicBezTo>
                    <a:pt x="70" y="16"/>
                    <a:pt x="70" y="16"/>
                    <a:pt x="70" y="16"/>
                  </a:cubicBezTo>
                  <a:cubicBezTo>
                    <a:pt x="74" y="16"/>
                    <a:pt x="78" y="13"/>
                    <a:pt x="78" y="8"/>
                  </a:cubicBezTo>
                  <a:cubicBezTo>
                    <a:pt x="78" y="4"/>
                    <a:pt x="74" y="0"/>
                    <a:pt x="70" y="0"/>
                  </a:cubicBezTo>
                  <a:close/>
                </a:path>
              </a:pathLst>
            </a:custGeom>
            <a:grpFill/>
            <a:ln>
              <a:solidFill>
                <a:schemeClr val="bg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cxnSp>
        <p:nvCxnSpPr>
          <p:cNvPr id="81" name="Straight Connector 80"/>
          <p:cNvCxnSpPr/>
          <p:nvPr/>
        </p:nvCxnSpPr>
        <p:spPr>
          <a:xfrm flipH="1">
            <a:off x="666206" y="850733"/>
            <a:ext cx="29224" cy="5070851"/>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1068377" y="469923"/>
            <a:ext cx="484703" cy="370186"/>
            <a:chOff x="-84138" y="4763"/>
            <a:chExt cx="7424738" cy="5670550"/>
          </a:xfrm>
          <a:solidFill>
            <a:schemeClr val="bg1"/>
          </a:solidFill>
        </p:grpSpPr>
        <p:sp>
          <p:nvSpPr>
            <p:cNvPr id="28" name="Freeform 5"/>
            <p:cNvSpPr>
              <a:spLocks noEditPoints="1"/>
            </p:cNvSpPr>
            <p:nvPr/>
          </p:nvSpPr>
          <p:spPr bwMode="auto">
            <a:xfrm>
              <a:off x="828675" y="866776"/>
              <a:ext cx="4694238" cy="3678238"/>
            </a:xfrm>
            <a:custGeom>
              <a:avLst/>
              <a:gdLst>
                <a:gd name="T0" fmla="*/ 1118 w 1250"/>
                <a:gd name="T1" fmla="*/ 50 h 979"/>
                <a:gd name="T2" fmla="*/ 625 w 1250"/>
                <a:gd name="T3" fmla="*/ 0 h 979"/>
                <a:gd name="T4" fmla="*/ 132 w 1250"/>
                <a:gd name="T5" fmla="*/ 50 h 979"/>
                <a:gd name="T6" fmla="*/ 87 w 1250"/>
                <a:gd name="T7" fmla="*/ 90 h 979"/>
                <a:gd name="T8" fmla="*/ 87 w 1250"/>
                <a:gd name="T9" fmla="*/ 888 h 979"/>
                <a:gd name="T10" fmla="*/ 132 w 1250"/>
                <a:gd name="T11" fmla="*/ 928 h 979"/>
                <a:gd name="T12" fmla="*/ 625 w 1250"/>
                <a:gd name="T13" fmla="*/ 979 h 979"/>
                <a:gd name="T14" fmla="*/ 1118 w 1250"/>
                <a:gd name="T15" fmla="*/ 928 h 979"/>
                <a:gd name="T16" fmla="*/ 1163 w 1250"/>
                <a:gd name="T17" fmla="*/ 888 h 979"/>
                <a:gd name="T18" fmla="*/ 1163 w 1250"/>
                <a:gd name="T19" fmla="*/ 90 h 979"/>
                <a:gd name="T20" fmla="*/ 1118 w 1250"/>
                <a:gd name="T21" fmla="*/ 50 h 979"/>
                <a:gd name="T22" fmla="*/ 1106 w 1250"/>
                <a:gd name="T23" fmla="*/ 869 h 979"/>
                <a:gd name="T24" fmla="*/ 144 w 1250"/>
                <a:gd name="T25" fmla="*/ 869 h 979"/>
                <a:gd name="T26" fmla="*/ 144 w 1250"/>
                <a:gd name="T27" fmla="*/ 109 h 979"/>
                <a:gd name="T28" fmla="*/ 1106 w 1250"/>
                <a:gd name="T29" fmla="*/ 109 h 979"/>
                <a:gd name="T30" fmla="*/ 1106 w 1250"/>
                <a:gd name="T31" fmla="*/ 869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50" h="979">
                  <a:moveTo>
                    <a:pt x="1118" y="50"/>
                  </a:moveTo>
                  <a:cubicBezTo>
                    <a:pt x="954" y="17"/>
                    <a:pt x="789" y="0"/>
                    <a:pt x="625" y="0"/>
                  </a:cubicBezTo>
                  <a:cubicBezTo>
                    <a:pt x="461" y="0"/>
                    <a:pt x="295" y="17"/>
                    <a:pt x="132" y="50"/>
                  </a:cubicBezTo>
                  <a:cubicBezTo>
                    <a:pt x="111" y="55"/>
                    <a:pt x="94" y="70"/>
                    <a:pt x="87" y="90"/>
                  </a:cubicBezTo>
                  <a:cubicBezTo>
                    <a:pt x="0" y="355"/>
                    <a:pt x="0" y="623"/>
                    <a:pt x="87" y="888"/>
                  </a:cubicBezTo>
                  <a:cubicBezTo>
                    <a:pt x="94" y="908"/>
                    <a:pt x="111" y="924"/>
                    <a:pt x="132" y="928"/>
                  </a:cubicBezTo>
                  <a:cubicBezTo>
                    <a:pt x="295" y="961"/>
                    <a:pt x="461" y="979"/>
                    <a:pt x="625" y="979"/>
                  </a:cubicBezTo>
                  <a:cubicBezTo>
                    <a:pt x="789" y="979"/>
                    <a:pt x="954" y="961"/>
                    <a:pt x="1118" y="928"/>
                  </a:cubicBezTo>
                  <a:cubicBezTo>
                    <a:pt x="1139" y="924"/>
                    <a:pt x="1156" y="908"/>
                    <a:pt x="1163" y="888"/>
                  </a:cubicBezTo>
                  <a:cubicBezTo>
                    <a:pt x="1250" y="623"/>
                    <a:pt x="1250" y="355"/>
                    <a:pt x="1163" y="90"/>
                  </a:cubicBezTo>
                  <a:cubicBezTo>
                    <a:pt x="1156" y="70"/>
                    <a:pt x="1139" y="55"/>
                    <a:pt x="1118" y="50"/>
                  </a:cubicBezTo>
                  <a:close/>
                  <a:moveTo>
                    <a:pt x="1106" y="869"/>
                  </a:moveTo>
                  <a:cubicBezTo>
                    <a:pt x="785" y="935"/>
                    <a:pt x="465" y="935"/>
                    <a:pt x="144" y="869"/>
                  </a:cubicBezTo>
                  <a:cubicBezTo>
                    <a:pt x="61" y="616"/>
                    <a:pt x="61" y="363"/>
                    <a:pt x="144" y="109"/>
                  </a:cubicBezTo>
                  <a:cubicBezTo>
                    <a:pt x="465" y="43"/>
                    <a:pt x="785" y="43"/>
                    <a:pt x="1106" y="109"/>
                  </a:cubicBezTo>
                  <a:cubicBezTo>
                    <a:pt x="1189" y="363"/>
                    <a:pt x="1189" y="616"/>
                    <a:pt x="1106" y="86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9" name="Freeform 6"/>
            <p:cNvSpPr>
              <a:spLocks noEditPoints="1"/>
            </p:cNvSpPr>
            <p:nvPr/>
          </p:nvSpPr>
          <p:spPr bwMode="auto">
            <a:xfrm>
              <a:off x="-84138" y="4763"/>
              <a:ext cx="7424738" cy="5670550"/>
            </a:xfrm>
            <a:custGeom>
              <a:avLst/>
              <a:gdLst>
                <a:gd name="T0" fmla="*/ 1885 w 1977"/>
                <a:gd name="T1" fmla="*/ 140 h 1509"/>
                <a:gd name="T2" fmla="*/ 1782 w 1977"/>
                <a:gd name="T3" fmla="*/ 48 h 1509"/>
                <a:gd name="T4" fmla="*/ 989 w 1977"/>
                <a:gd name="T5" fmla="*/ 0 h 1509"/>
                <a:gd name="T6" fmla="*/ 195 w 1977"/>
                <a:gd name="T7" fmla="*/ 48 h 1509"/>
                <a:gd name="T8" fmla="*/ 92 w 1977"/>
                <a:gd name="T9" fmla="*/ 140 h 1509"/>
                <a:gd name="T10" fmla="*/ 92 w 1977"/>
                <a:gd name="T11" fmla="*/ 1309 h 1509"/>
                <a:gd name="T12" fmla="*/ 195 w 1977"/>
                <a:gd name="T13" fmla="*/ 1401 h 1509"/>
                <a:gd name="T14" fmla="*/ 577 w 1977"/>
                <a:gd name="T15" fmla="*/ 1436 h 1509"/>
                <a:gd name="T16" fmla="*/ 566 w 1977"/>
                <a:gd name="T17" fmla="*/ 1449 h 1509"/>
                <a:gd name="T18" fmla="*/ 989 w 1977"/>
                <a:gd name="T19" fmla="*/ 1509 h 1509"/>
                <a:gd name="T20" fmla="*/ 1411 w 1977"/>
                <a:gd name="T21" fmla="*/ 1449 h 1509"/>
                <a:gd name="T22" fmla="*/ 1400 w 1977"/>
                <a:gd name="T23" fmla="*/ 1436 h 1509"/>
                <a:gd name="T24" fmla="*/ 1782 w 1977"/>
                <a:gd name="T25" fmla="*/ 1401 h 1509"/>
                <a:gd name="T26" fmla="*/ 1885 w 1977"/>
                <a:gd name="T27" fmla="*/ 1309 h 1509"/>
                <a:gd name="T28" fmla="*/ 1885 w 1977"/>
                <a:gd name="T29" fmla="*/ 140 h 1509"/>
                <a:gd name="T30" fmla="*/ 1768 w 1977"/>
                <a:gd name="T31" fmla="*/ 1281 h 1509"/>
                <a:gd name="T32" fmla="*/ 210 w 1977"/>
                <a:gd name="T33" fmla="*/ 1281 h 1509"/>
                <a:gd name="T34" fmla="*/ 210 w 1977"/>
                <a:gd name="T35" fmla="*/ 168 h 1509"/>
                <a:gd name="T36" fmla="*/ 1768 w 1977"/>
                <a:gd name="T37" fmla="*/ 168 h 1509"/>
                <a:gd name="T38" fmla="*/ 1768 w 1977"/>
                <a:gd name="T39" fmla="*/ 1281 h 1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77" h="1509">
                  <a:moveTo>
                    <a:pt x="1885" y="140"/>
                  </a:moveTo>
                  <a:cubicBezTo>
                    <a:pt x="1873" y="91"/>
                    <a:pt x="1832" y="54"/>
                    <a:pt x="1782" y="48"/>
                  </a:cubicBezTo>
                  <a:cubicBezTo>
                    <a:pt x="1519" y="16"/>
                    <a:pt x="1252" y="0"/>
                    <a:pt x="989" y="0"/>
                  </a:cubicBezTo>
                  <a:cubicBezTo>
                    <a:pt x="725" y="0"/>
                    <a:pt x="458" y="16"/>
                    <a:pt x="195" y="48"/>
                  </a:cubicBezTo>
                  <a:cubicBezTo>
                    <a:pt x="145" y="54"/>
                    <a:pt x="104" y="91"/>
                    <a:pt x="92" y="140"/>
                  </a:cubicBezTo>
                  <a:cubicBezTo>
                    <a:pt x="0" y="528"/>
                    <a:pt x="0" y="921"/>
                    <a:pt x="92" y="1309"/>
                  </a:cubicBezTo>
                  <a:cubicBezTo>
                    <a:pt x="104" y="1358"/>
                    <a:pt x="145" y="1395"/>
                    <a:pt x="195" y="1401"/>
                  </a:cubicBezTo>
                  <a:cubicBezTo>
                    <a:pt x="322" y="1416"/>
                    <a:pt x="450" y="1428"/>
                    <a:pt x="577" y="1436"/>
                  </a:cubicBezTo>
                  <a:cubicBezTo>
                    <a:pt x="570" y="1440"/>
                    <a:pt x="566" y="1444"/>
                    <a:pt x="566" y="1449"/>
                  </a:cubicBezTo>
                  <a:cubicBezTo>
                    <a:pt x="566" y="1482"/>
                    <a:pt x="755" y="1509"/>
                    <a:pt x="989" y="1509"/>
                  </a:cubicBezTo>
                  <a:cubicBezTo>
                    <a:pt x="1222" y="1509"/>
                    <a:pt x="1411" y="1482"/>
                    <a:pt x="1411" y="1449"/>
                  </a:cubicBezTo>
                  <a:cubicBezTo>
                    <a:pt x="1411" y="1444"/>
                    <a:pt x="1407" y="1440"/>
                    <a:pt x="1400" y="1436"/>
                  </a:cubicBezTo>
                  <a:cubicBezTo>
                    <a:pt x="1528" y="1428"/>
                    <a:pt x="1655" y="1416"/>
                    <a:pt x="1782" y="1401"/>
                  </a:cubicBezTo>
                  <a:cubicBezTo>
                    <a:pt x="1832" y="1395"/>
                    <a:pt x="1873" y="1358"/>
                    <a:pt x="1885" y="1309"/>
                  </a:cubicBezTo>
                  <a:cubicBezTo>
                    <a:pt x="1977" y="921"/>
                    <a:pt x="1977" y="528"/>
                    <a:pt x="1885" y="140"/>
                  </a:cubicBezTo>
                  <a:close/>
                  <a:moveTo>
                    <a:pt x="1768" y="1281"/>
                  </a:moveTo>
                  <a:cubicBezTo>
                    <a:pt x="1248" y="1344"/>
                    <a:pt x="729" y="1344"/>
                    <a:pt x="210" y="1281"/>
                  </a:cubicBezTo>
                  <a:cubicBezTo>
                    <a:pt x="121" y="910"/>
                    <a:pt x="121" y="539"/>
                    <a:pt x="210" y="168"/>
                  </a:cubicBezTo>
                  <a:cubicBezTo>
                    <a:pt x="729" y="105"/>
                    <a:pt x="1248" y="105"/>
                    <a:pt x="1768" y="168"/>
                  </a:cubicBezTo>
                  <a:cubicBezTo>
                    <a:pt x="1856" y="539"/>
                    <a:pt x="1856" y="910"/>
                    <a:pt x="1768" y="128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0" name="Freeform 7"/>
            <p:cNvSpPr>
              <a:spLocks noEditPoints="1"/>
            </p:cNvSpPr>
            <p:nvPr/>
          </p:nvSpPr>
          <p:spPr bwMode="auto">
            <a:xfrm>
              <a:off x="5668963" y="1139826"/>
              <a:ext cx="679450" cy="681038"/>
            </a:xfrm>
            <a:custGeom>
              <a:avLst/>
              <a:gdLst>
                <a:gd name="T0" fmla="*/ 91 w 181"/>
                <a:gd name="T1" fmla="*/ 181 h 181"/>
                <a:gd name="T2" fmla="*/ 181 w 181"/>
                <a:gd name="T3" fmla="*/ 90 h 181"/>
                <a:gd name="T4" fmla="*/ 91 w 181"/>
                <a:gd name="T5" fmla="*/ 0 h 181"/>
                <a:gd name="T6" fmla="*/ 0 w 181"/>
                <a:gd name="T7" fmla="*/ 90 h 181"/>
                <a:gd name="T8" fmla="*/ 91 w 181"/>
                <a:gd name="T9" fmla="*/ 181 h 181"/>
                <a:gd name="T10" fmla="*/ 91 w 181"/>
                <a:gd name="T11" fmla="*/ 60 h 181"/>
                <a:gd name="T12" fmla="*/ 121 w 181"/>
                <a:gd name="T13" fmla="*/ 90 h 181"/>
                <a:gd name="T14" fmla="*/ 91 w 181"/>
                <a:gd name="T15" fmla="*/ 121 h 181"/>
                <a:gd name="T16" fmla="*/ 60 w 181"/>
                <a:gd name="T17" fmla="*/ 90 h 181"/>
                <a:gd name="T18" fmla="*/ 91 w 181"/>
                <a:gd name="T19" fmla="*/ 6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1" h="181">
                  <a:moveTo>
                    <a:pt x="91" y="181"/>
                  </a:moveTo>
                  <a:cubicBezTo>
                    <a:pt x="141" y="181"/>
                    <a:pt x="181" y="140"/>
                    <a:pt x="181" y="90"/>
                  </a:cubicBezTo>
                  <a:cubicBezTo>
                    <a:pt x="181" y="40"/>
                    <a:pt x="141" y="0"/>
                    <a:pt x="91" y="0"/>
                  </a:cubicBezTo>
                  <a:cubicBezTo>
                    <a:pt x="41" y="0"/>
                    <a:pt x="0" y="40"/>
                    <a:pt x="0" y="90"/>
                  </a:cubicBezTo>
                  <a:cubicBezTo>
                    <a:pt x="0" y="140"/>
                    <a:pt x="41" y="181"/>
                    <a:pt x="91" y="181"/>
                  </a:cubicBezTo>
                  <a:close/>
                  <a:moveTo>
                    <a:pt x="91" y="60"/>
                  </a:moveTo>
                  <a:cubicBezTo>
                    <a:pt x="107" y="60"/>
                    <a:pt x="121" y="74"/>
                    <a:pt x="121" y="90"/>
                  </a:cubicBezTo>
                  <a:cubicBezTo>
                    <a:pt x="121" y="107"/>
                    <a:pt x="107" y="121"/>
                    <a:pt x="91" y="121"/>
                  </a:cubicBezTo>
                  <a:cubicBezTo>
                    <a:pt x="74" y="121"/>
                    <a:pt x="60" y="107"/>
                    <a:pt x="60" y="90"/>
                  </a:cubicBezTo>
                  <a:cubicBezTo>
                    <a:pt x="60" y="74"/>
                    <a:pt x="74" y="60"/>
                    <a:pt x="91" y="6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1" name="Freeform 8"/>
            <p:cNvSpPr>
              <a:spLocks/>
            </p:cNvSpPr>
            <p:nvPr/>
          </p:nvSpPr>
          <p:spPr bwMode="auto">
            <a:xfrm>
              <a:off x="5443538" y="4089401"/>
              <a:ext cx="904875" cy="225425"/>
            </a:xfrm>
            <a:custGeom>
              <a:avLst/>
              <a:gdLst>
                <a:gd name="T0" fmla="*/ 211 w 241"/>
                <a:gd name="T1" fmla="*/ 0 h 60"/>
                <a:gd name="T2" fmla="*/ 30 w 241"/>
                <a:gd name="T3" fmla="*/ 0 h 60"/>
                <a:gd name="T4" fmla="*/ 0 w 241"/>
                <a:gd name="T5" fmla="*/ 30 h 60"/>
                <a:gd name="T6" fmla="*/ 30 w 241"/>
                <a:gd name="T7" fmla="*/ 60 h 60"/>
                <a:gd name="T8" fmla="*/ 211 w 241"/>
                <a:gd name="T9" fmla="*/ 60 h 60"/>
                <a:gd name="T10" fmla="*/ 241 w 241"/>
                <a:gd name="T11" fmla="*/ 30 h 60"/>
                <a:gd name="T12" fmla="*/ 211 w 241"/>
                <a:gd name="T13" fmla="*/ 0 h 60"/>
              </a:gdLst>
              <a:ahLst/>
              <a:cxnLst>
                <a:cxn ang="0">
                  <a:pos x="T0" y="T1"/>
                </a:cxn>
                <a:cxn ang="0">
                  <a:pos x="T2" y="T3"/>
                </a:cxn>
                <a:cxn ang="0">
                  <a:pos x="T4" y="T5"/>
                </a:cxn>
                <a:cxn ang="0">
                  <a:pos x="T6" y="T7"/>
                </a:cxn>
                <a:cxn ang="0">
                  <a:pos x="T8" y="T9"/>
                </a:cxn>
                <a:cxn ang="0">
                  <a:pos x="T10" y="T11"/>
                </a:cxn>
                <a:cxn ang="0">
                  <a:pos x="T12" y="T13"/>
                </a:cxn>
              </a:cxnLst>
              <a:rect l="0" t="0" r="r" b="b"/>
              <a:pathLst>
                <a:path w="241" h="60">
                  <a:moveTo>
                    <a:pt x="211" y="0"/>
                  </a:moveTo>
                  <a:cubicBezTo>
                    <a:pt x="30" y="0"/>
                    <a:pt x="30" y="0"/>
                    <a:pt x="30" y="0"/>
                  </a:cubicBezTo>
                  <a:cubicBezTo>
                    <a:pt x="13" y="0"/>
                    <a:pt x="0" y="13"/>
                    <a:pt x="0" y="30"/>
                  </a:cubicBezTo>
                  <a:cubicBezTo>
                    <a:pt x="0" y="47"/>
                    <a:pt x="13" y="60"/>
                    <a:pt x="30" y="60"/>
                  </a:cubicBezTo>
                  <a:cubicBezTo>
                    <a:pt x="211" y="60"/>
                    <a:pt x="211" y="60"/>
                    <a:pt x="211" y="60"/>
                  </a:cubicBezTo>
                  <a:cubicBezTo>
                    <a:pt x="228" y="60"/>
                    <a:pt x="241" y="47"/>
                    <a:pt x="241" y="30"/>
                  </a:cubicBezTo>
                  <a:cubicBezTo>
                    <a:pt x="241" y="13"/>
                    <a:pt x="228" y="0"/>
                    <a:pt x="211"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2" name="Freeform 9"/>
            <p:cNvSpPr>
              <a:spLocks/>
            </p:cNvSpPr>
            <p:nvPr/>
          </p:nvSpPr>
          <p:spPr bwMode="auto">
            <a:xfrm>
              <a:off x="5668963" y="3409951"/>
              <a:ext cx="908050" cy="225425"/>
            </a:xfrm>
            <a:custGeom>
              <a:avLst/>
              <a:gdLst>
                <a:gd name="T0" fmla="*/ 211 w 242"/>
                <a:gd name="T1" fmla="*/ 0 h 60"/>
                <a:gd name="T2" fmla="*/ 30 w 242"/>
                <a:gd name="T3" fmla="*/ 0 h 60"/>
                <a:gd name="T4" fmla="*/ 0 w 242"/>
                <a:gd name="T5" fmla="*/ 30 h 60"/>
                <a:gd name="T6" fmla="*/ 30 w 242"/>
                <a:gd name="T7" fmla="*/ 60 h 60"/>
                <a:gd name="T8" fmla="*/ 211 w 242"/>
                <a:gd name="T9" fmla="*/ 60 h 60"/>
                <a:gd name="T10" fmla="*/ 242 w 242"/>
                <a:gd name="T11" fmla="*/ 30 h 60"/>
                <a:gd name="T12" fmla="*/ 211 w 242"/>
                <a:gd name="T13" fmla="*/ 0 h 60"/>
              </a:gdLst>
              <a:ahLst/>
              <a:cxnLst>
                <a:cxn ang="0">
                  <a:pos x="T0" y="T1"/>
                </a:cxn>
                <a:cxn ang="0">
                  <a:pos x="T2" y="T3"/>
                </a:cxn>
                <a:cxn ang="0">
                  <a:pos x="T4" y="T5"/>
                </a:cxn>
                <a:cxn ang="0">
                  <a:pos x="T6" y="T7"/>
                </a:cxn>
                <a:cxn ang="0">
                  <a:pos x="T8" y="T9"/>
                </a:cxn>
                <a:cxn ang="0">
                  <a:pos x="T10" y="T11"/>
                </a:cxn>
                <a:cxn ang="0">
                  <a:pos x="T12" y="T13"/>
                </a:cxn>
              </a:cxnLst>
              <a:rect l="0" t="0" r="r" b="b"/>
              <a:pathLst>
                <a:path w="242" h="60">
                  <a:moveTo>
                    <a:pt x="211" y="0"/>
                  </a:moveTo>
                  <a:cubicBezTo>
                    <a:pt x="30" y="0"/>
                    <a:pt x="30" y="0"/>
                    <a:pt x="30" y="0"/>
                  </a:cubicBezTo>
                  <a:cubicBezTo>
                    <a:pt x="14" y="0"/>
                    <a:pt x="0" y="13"/>
                    <a:pt x="0" y="30"/>
                  </a:cubicBezTo>
                  <a:cubicBezTo>
                    <a:pt x="0" y="47"/>
                    <a:pt x="14" y="60"/>
                    <a:pt x="30" y="60"/>
                  </a:cubicBezTo>
                  <a:cubicBezTo>
                    <a:pt x="211" y="60"/>
                    <a:pt x="211" y="60"/>
                    <a:pt x="211" y="60"/>
                  </a:cubicBezTo>
                  <a:cubicBezTo>
                    <a:pt x="228" y="60"/>
                    <a:pt x="242" y="47"/>
                    <a:pt x="242" y="30"/>
                  </a:cubicBezTo>
                  <a:cubicBezTo>
                    <a:pt x="242" y="13"/>
                    <a:pt x="228" y="0"/>
                    <a:pt x="211"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3" name="Freeform 10"/>
            <p:cNvSpPr>
              <a:spLocks/>
            </p:cNvSpPr>
            <p:nvPr/>
          </p:nvSpPr>
          <p:spPr bwMode="auto">
            <a:xfrm>
              <a:off x="5668963" y="2730501"/>
              <a:ext cx="908050" cy="225425"/>
            </a:xfrm>
            <a:custGeom>
              <a:avLst/>
              <a:gdLst>
                <a:gd name="T0" fmla="*/ 211 w 242"/>
                <a:gd name="T1" fmla="*/ 0 h 60"/>
                <a:gd name="T2" fmla="*/ 30 w 242"/>
                <a:gd name="T3" fmla="*/ 0 h 60"/>
                <a:gd name="T4" fmla="*/ 0 w 242"/>
                <a:gd name="T5" fmla="*/ 30 h 60"/>
                <a:gd name="T6" fmla="*/ 30 w 242"/>
                <a:gd name="T7" fmla="*/ 60 h 60"/>
                <a:gd name="T8" fmla="*/ 211 w 242"/>
                <a:gd name="T9" fmla="*/ 60 h 60"/>
                <a:gd name="T10" fmla="*/ 242 w 242"/>
                <a:gd name="T11" fmla="*/ 30 h 60"/>
                <a:gd name="T12" fmla="*/ 211 w 242"/>
                <a:gd name="T13" fmla="*/ 0 h 60"/>
              </a:gdLst>
              <a:ahLst/>
              <a:cxnLst>
                <a:cxn ang="0">
                  <a:pos x="T0" y="T1"/>
                </a:cxn>
                <a:cxn ang="0">
                  <a:pos x="T2" y="T3"/>
                </a:cxn>
                <a:cxn ang="0">
                  <a:pos x="T4" y="T5"/>
                </a:cxn>
                <a:cxn ang="0">
                  <a:pos x="T6" y="T7"/>
                </a:cxn>
                <a:cxn ang="0">
                  <a:pos x="T8" y="T9"/>
                </a:cxn>
                <a:cxn ang="0">
                  <a:pos x="T10" y="T11"/>
                </a:cxn>
                <a:cxn ang="0">
                  <a:pos x="T12" y="T13"/>
                </a:cxn>
              </a:cxnLst>
              <a:rect l="0" t="0" r="r" b="b"/>
              <a:pathLst>
                <a:path w="242" h="60">
                  <a:moveTo>
                    <a:pt x="211" y="0"/>
                  </a:moveTo>
                  <a:cubicBezTo>
                    <a:pt x="30" y="0"/>
                    <a:pt x="30" y="0"/>
                    <a:pt x="30" y="0"/>
                  </a:cubicBezTo>
                  <a:cubicBezTo>
                    <a:pt x="14" y="0"/>
                    <a:pt x="0" y="13"/>
                    <a:pt x="0" y="30"/>
                  </a:cubicBezTo>
                  <a:cubicBezTo>
                    <a:pt x="0" y="46"/>
                    <a:pt x="14" y="60"/>
                    <a:pt x="30" y="60"/>
                  </a:cubicBezTo>
                  <a:cubicBezTo>
                    <a:pt x="211" y="60"/>
                    <a:pt x="211" y="60"/>
                    <a:pt x="211" y="60"/>
                  </a:cubicBezTo>
                  <a:cubicBezTo>
                    <a:pt x="228" y="60"/>
                    <a:pt x="242" y="46"/>
                    <a:pt x="242" y="30"/>
                  </a:cubicBezTo>
                  <a:cubicBezTo>
                    <a:pt x="242" y="13"/>
                    <a:pt x="228" y="0"/>
                    <a:pt x="211"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4" name="Freeform 11"/>
            <p:cNvSpPr>
              <a:spLocks/>
            </p:cNvSpPr>
            <p:nvPr/>
          </p:nvSpPr>
          <p:spPr bwMode="auto">
            <a:xfrm>
              <a:off x="1819275" y="1774826"/>
              <a:ext cx="1355725" cy="955675"/>
            </a:xfrm>
            <a:custGeom>
              <a:avLst/>
              <a:gdLst>
                <a:gd name="T0" fmla="*/ 331 w 361"/>
                <a:gd name="T1" fmla="*/ 0 h 254"/>
                <a:gd name="T2" fmla="*/ 54 w 361"/>
                <a:gd name="T3" fmla="*/ 22 h 254"/>
                <a:gd name="T4" fmla="*/ 19 w 361"/>
                <a:gd name="T5" fmla="*/ 55 h 254"/>
                <a:gd name="T6" fmla="*/ 0 w 361"/>
                <a:gd name="T7" fmla="*/ 223 h 254"/>
                <a:gd name="T8" fmla="*/ 29 w 361"/>
                <a:gd name="T9" fmla="*/ 254 h 254"/>
                <a:gd name="T10" fmla="*/ 60 w 361"/>
                <a:gd name="T11" fmla="*/ 223 h 254"/>
                <a:gd name="T12" fmla="*/ 70 w 361"/>
                <a:gd name="T13" fmla="*/ 109 h 254"/>
                <a:gd name="T14" fmla="*/ 104 w 361"/>
                <a:gd name="T15" fmla="*/ 76 h 254"/>
                <a:gd name="T16" fmla="*/ 331 w 361"/>
                <a:gd name="T17" fmla="*/ 60 h 254"/>
                <a:gd name="T18" fmla="*/ 361 w 361"/>
                <a:gd name="T19" fmla="*/ 29 h 254"/>
                <a:gd name="T20" fmla="*/ 331 w 361"/>
                <a:gd name="T21" fmla="*/ 0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1" h="254">
                  <a:moveTo>
                    <a:pt x="331" y="0"/>
                  </a:moveTo>
                  <a:cubicBezTo>
                    <a:pt x="54" y="22"/>
                    <a:pt x="54" y="22"/>
                    <a:pt x="54" y="22"/>
                  </a:cubicBezTo>
                  <a:cubicBezTo>
                    <a:pt x="37" y="24"/>
                    <a:pt x="22" y="39"/>
                    <a:pt x="19" y="55"/>
                  </a:cubicBezTo>
                  <a:cubicBezTo>
                    <a:pt x="0" y="223"/>
                    <a:pt x="0" y="223"/>
                    <a:pt x="0" y="223"/>
                  </a:cubicBezTo>
                  <a:cubicBezTo>
                    <a:pt x="0" y="240"/>
                    <a:pt x="12" y="254"/>
                    <a:pt x="29" y="254"/>
                  </a:cubicBezTo>
                  <a:cubicBezTo>
                    <a:pt x="46" y="254"/>
                    <a:pt x="60" y="240"/>
                    <a:pt x="60" y="223"/>
                  </a:cubicBezTo>
                  <a:cubicBezTo>
                    <a:pt x="70" y="109"/>
                    <a:pt x="70" y="109"/>
                    <a:pt x="70" y="109"/>
                  </a:cubicBezTo>
                  <a:cubicBezTo>
                    <a:pt x="73" y="92"/>
                    <a:pt x="88" y="78"/>
                    <a:pt x="104" y="76"/>
                  </a:cubicBezTo>
                  <a:cubicBezTo>
                    <a:pt x="331" y="60"/>
                    <a:pt x="331" y="60"/>
                    <a:pt x="331" y="60"/>
                  </a:cubicBezTo>
                  <a:cubicBezTo>
                    <a:pt x="347" y="60"/>
                    <a:pt x="361" y="46"/>
                    <a:pt x="361" y="29"/>
                  </a:cubicBezTo>
                  <a:cubicBezTo>
                    <a:pt x="361" y="13"/>
                    <a:pt x="347" y="0"/>
                    <a:pt x="331"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sp>
        <p:nvSpPr>
          <p:cNvPr id="2" name="TextBox 1">
            <a:extLst>
              <a:ext uri="{FF2B5EF4-FFF2-40B4-BE49-F238E27FC236}">
                <a16:creationId xmlns:a16="http://schemas.microsoft.com/office/drawing/2014/main" id="{825F92DE-905C-4951-BCFB-A3BD04FD1A1D}"/>
              </a:ext>
            </a:extLst>
          </p:cNvPr>
          <p:cNvSpPr txBox="1"/>
          <p:nvPr/>
        </p:nvSpPr>
        <p:spPr>
          <a:xfrm>
            <a:off x="845036" y="680030"/>
            <a:ext cx="10816236" cy="32316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chemeClr val="tx2"/>
                </a:solidFill>
                <a:cs typeface="Segoe UI"/>
              </a:rPr>
              <a:t>About Orena Solutions: </a:t>
            </a:r>
            <a:r>
              <a:rPr lang="en-US" sz="2400" b="1" dirty="0">
                <a:solidFill>
                  <a:srgbClr val="002060"/>
                </a:solidFill>
                <a:cs typeface="Calibri"/>
              </a:rPr>
              <a:t> </a:t>
            </a:r>
          </a:p>
          <a:p>
            <a:endParaRPr lang="en-US" b="1" dirty="0">
              <a:solidFill>
                <a:srgbClr val="002060"/>
              </a:solidFill>
              <a:cs typeface="Calibri"/>
            </a:endParaRPr>
          </a:p>
          <a:p>
            <a:pPr marL="285750" indent="-285750" algn="just">
              <a:buFont typeface="Wingdings"/>
              <a:buChar char="q"/>
            </a:pPr>
            <a:r>
              <a:rPr lang="en-US" dirty="0">
                <a:cs typeface="Segoe UI"/>
              </a:rPr>
              <a:t>visionary Information and Communication Technology company, </a:t>
            </a:r>
          </a:p>
          <a:p>
            <a:pPr marL="285750" indent="-285750" algn="just">
              <a:buFont typeface="Wingdings"/>
              <a:buChar char="q"/>
            </a:pPr>
            <a:endParaRPr lang="en-US" dirty="0">
              <a:cs typeface="Segoe UI"/>
            </a:endParaRPr>
          </a:p>
          <a:p>
            <a:pPr marL="285750" indent="-285750" algn="just">
              <a:buFont typeface="Wingdings"/>
              <a:buChar char="q"/>
            </a:pPr>
            <a:r>
              <a:rPr lang="en-US" dirty="0">
                <a:cs typeface="Segoe UI"/>
              </a:rPr>
              <a:t>looking to rejuvenate the employability levels of the Indian workforce.</a:t>
            </a:r>
          </a:p>
          <a:p>
            <a:pPr marL="285750" indent="-285750" algn="just">
              <a:buFont typeface="Wingdings"/>
              <a:buChar char="q"/>
            </a:pPr>
            <a:endParaRPr lang="en-US" dirty="0">
              <a:cs typeface="Segoe UI"/>
            </a:endParaRPr>
          </a:p>
          <a:p>
            <a:pPr marL="285750" indent="-285750" algn="just">
              <a:buFont typeface="Wingdings"/>
              <a:buChar char="q"/>
            </a:pPr>
            <a:r>
              <a:rPr lang="en-US" dirty="0">
                <a:cs typeface="Segoe UI"/>
              </a:rPr>
              <a:t>Research Centre to support training as well as building future products</a:t>
            </a:r>
          </a:p>
          <a:p>
            <a:pPr marL="285750" indent="-285750" algn="just">
              <a:buFont typeface="Wingdings"/>
              <a:buChar char="q"/>
            </a:pPr>
            <a:endParaRPr lang="en-US" dirty="0">
              <a:cs typeface="Segoe UI"/>
            </a:endParaRPr>
          </a:p>
          <a:p>
            <a:pPr marL="285750" indent="-285750" algn="just">
              <a:buFont typeface="Wingdings"/>
              <a:buChar char="q"/>
            </a:pPr>
            <a:r>
              <a:rPr lang="en-US" dirty="0">
                <a:cs typeface="Segoe UI"/>
              </a:rPr>
              <a:t>Industry Experts across the globe with offline campuses (blended Learning model)  </a:t>
            </a:r>
          </a:p>
          <a:p>
            <a:pPr algn="just"/>
            <a:endParaRPr lang="en-US" dirty="0">
              <a:cs typeface="Segoe UI"/>
            </a:endParaRPr>
          </a:p>
          <a:p>
            <a:pPr marL="285750" indent="-285750" algn="just">
              <a:buFont typeface="Wingdings"/>
              <a:buChar char="q"/>
            </a:pPr>
            <a:r>
              <a:rPr lang="en-US" dirty="0">
                <a:cs typeface="Segoe UI"/>
              </a:rPr>
              <a:t>Headquartered in Vadodara, Gujarat with Research Centre in Noida and Surat. </a:t>
            </a:r>
            <a:endParaRPr lang="en-US" dirty="0">
              <a:cs typeface="Calibri"/>
            </a:endParaRPr>
          </a:p>
        </p:txBody>
      </p:sp>
      <p:sp>
        <p:nvSpPr>
          <p:cNvPr id="5" name="Rectangle 4">
            <a:extLst>
              <a:ext uri="{FF2B5EF4-FFF2-40B4-BE49-F238E27FC236}">
                <a16:creationId xmlns:a16="http://schemas.microsoft.com/office/drawing/2014/main" id="{C15BB6F7-CC00-404A-ADE2-87425FF4A9EA}"/>
              </a:ext>
            </a:extLst>
          </p:cNvPr>
          <p:cNvSpPr/>
          <p:nvPr/>
        </p:nvSpPr>
        <p:spPr>
          <a:xfrm rot="16200000">
            <a:off x="2671769" y="5465767"/>
            <a:ext cx="75246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C6E36895-D7CB-46D1-ABDF-A43CD7EED87E}"/>
              </a:ext>
            </a:extLst>
          </p:cNvPr>
          <p:cNvSpPr/>
          <p:nvPr/>
        </p:nvSpPr>
        <p:spPr>
          <a:xfrm rot="16200000">
            <a:off x="4669890" y="5427748"/>
            <a:ext cx="752475" cy="21080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0545F438-CAF8-4626-9F59-2C67D7B018F4}"/>
              </a:ext>
            </a:extLst>
          </p:cNvPr>
          <p:cNvSpPr/>
          <p:nvPr/>
        </p:nvSpPr>
        <p:spPr>
          <a:xfrm rot="16200000">
            <a:off x="6735765" y="5465764"/>
            <a:ext cx="75247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B0BB6233-518F-4EF4-A7E2-4D3F54E2B605}"/>
              </a:ext>
            </a:extLst>
          </p:cNvPr>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 name="Rectangle 9">
            <a:extLst>
              <a:ext uri="{FF2B5EF4-FFF2-40B4-BE49-F238E27FC236}">
                <a16:creationId xmlns:a16="http://schemas.microsoft.com/office/drawing/2014/main" id="{3578D59B-5CB2-4A06-BF5C-A898F5EDB4F7}"/>
              </a:ext>
            </a:extLst>
          </p:cNvPr>
          <p:cNvSpPr/>
          <p:nvPr/>
        </p:nvSpPr>
        <p:spPr>
          <a:xfrm rot="16200000">
            <a:off x="639763" y="5465762"/>
            <a:ext cx="752475"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1" name="Group 10">
            <a:extLst>
              <a:ext uri="{FF2B5EF4-FFF2-40B4-BE49-F238E27FC236}">
                <a16:creationId xmlns:a16="http://schemas.microsoft.com/office/drawing/2014/main" id="{36342E33-AD83-46B0-A8FC-75EA1B69C8EA}"/>
              </a:ext>
            </a:extLst>
          </p:cNvPr>
          <p:cNvGrpSpPr/>
          <p:nvPr/>
        </p:nvGrpSpPr>
        <p:grpSpPr>
          <a:xfrm>
            <a:off x="2" y="6736617"/>
            <a:ext cx="12191999" cy="134339"/>
            <a:chOff x="2" y="2110197"/>
            <a:chExt cx="12191999" cy="134339"/>
          </a:xfrm>
        </p:grpSpPr>
        <p:sp>
          <p:nvSpPr>
            <p:cNvPr id="44" name="Rectangle 43">
              <a:extLst>
                <a:ext uri="{FF2B5EF4-FFF2-40B4-BE49-F238E27FC236}">
                  <a16:creationId xmlns:a16="http://schemas.microsoft.com/office/drawing/2014/main" id="{65C7C924-49EA-475C-AAE0-A704D12E5B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a:extLst>
                <a:ext uri="{FF2B5EF4-FFF2-40B4-BE49-F238E27FC236}">
                  <a16:creationId xmlns:a16="http://schemas.microsoft.com/office/drawing/2014/main" id="{D664E678-88ED-48AC-ABC1-B150BEEF82A0}"/>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9" name="Rectangle 58">
              <a:extLst>
                <a:ext uri="{FF2B5EF4-FFF2-40B4-BE49-F238E27FC236}">
                  <a16:creationId xmlns:a16="http://schemas.microsoft.com/office/drawing/2014/main" id="{BB655660-3AFD-4FD2-99FA-D083C0AEBA16}"/>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0" name="Rectangle 59">
              <a:extLst>
                <a:ext uri="{FF2B5EF4-FFF2-40B4-BE49-F238E27FC236}">
                  <a16:creationId xmlns:a16="http://schemas.microsoft.com/office/drawing/2014/main" id="{EE76731D-E33C-4121-98D4-0785CB00D922}"/>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1" name="Rectangle 60">
              <a:extLst>
                <a:ext uri="{FF2B5EF4-FFF2-40B4-BE49-F238E27FC236}">
                  <a16:creationId xmlns:a16="http://schemas.microsoft.com/office/drawing/2014/main" id="{85895597-A118-49B2-9105-90E1BA81E7CC}"/>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2" name="Rectangle 61">
              <a:extLst>
                <a:ext uri="{FF2B5EF4-FFF2-40B4-BE49-F238E27FC236}">
                  <a16:creationId xmlns:a16="http://schemas.microsoft.com/office/drawing/2014/main" id="{63223E25-CDF5-459F-BE90-9E86A0297E32}"/>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12" name="Picture 11" descr="Orena_Logo_Final.png">
            <a:extLst>
              <a:ext uri="{FF2B5EF4-FFF2-40B4-BE49-F238E27FC236}">
                <a16:creationId xmlns:a16="http://schemas.microsoft.com/office/drawing/2014/main" id="{1E306155-C017-4E50-8736-371487CEDF35}"/>
              </a:ext>
            </a:extLst>
          </p:cNvPr>
          <p:cNvPicPr>
            <a:picLocks noChangeAspect="1"/>
          </p:cNvPicPr>
          <p:nvPr/>
        </p:nvPicPr>
        <p:blipFill>
          <a:blip r:embed="rId2" cstate="screen"/>
          <a:stretch>
            <a:fillRect/>
          </a:stretch>
        </p:blipFill>
        <p:spPr>
          <a:xfrm>
            <a:off x="10164138" y="5460064"/>
            <a:ext cx="1932071" cy="1207206"/>
          </a:xfrm>
          <a:prstGeom prst="rect">
            <a:avLst/>
          </a:prstGeom>
        </p:spPr>
      </p:pic>
      <p:cxnSp>
        <p:nvCxnSpPr>
          <p:cNvPr id="13" name="Straight Connector 12">
            <a:extLst>
              <a:ext uri="{FF2B5EF4-FFF2-40B4-BE49-F238E27FC236}">
                <a16:creationId xmlns:a16="http://schemas.microsoft.com/office/drawing/2014/main" id="{26977C47-0569-4B5E-9F33-26703962DED0}"/>
              </a:ext>
            </a:extLst>
          </p:cNvPr>
          <p:cNvCxnSpPr/>
          <p:nvPr/>
        </p:nvCxnSpPr>
        <p:spPr>
          <a:xfrm flipH="1">
            <a:off x="646078" y="5920189"/>
            <a:ext cx="3379146" cy="10021"/>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pic>
        <p:nvPicPr>
          <p:cNvPr id="35" name="Picture Placeholder 71">
            <a:extLst>
              <a:ext uri="{FF2B5EF4-FFF2-40B4-BE49-F238E27FC236}">
                <a16:creationId xmlns:a16="http://schemas.microsoft.com/office/drawing/2014/main" id="{06023BE4-51C0-4388-86A9-8A8D3ED0C643}"/>
              </a:ext>
            </a:extLst>
          </p:cNvPr>
          <p:cNvPicPr>
            <a:picLocks noChangeAspect="1"/>
          </p:cNvPicPr>
          <p:nvPr/>
        </p:nvPicPr>
        <p:blipFill>
          <a:blip r:embed="rId3" cstate="print">
            <a:extLst>
              <a:ext uri="{28A0092B-C50C-407E-A947-70E740481C1C}">
                <a14:useLocalDpi xmlns:a14="http://schemas.microsoft.com/office/drawing/2010/main" val="0"/>
              </a:ext>
            </a:extLst>
          </a:blip>
          <a:srcRect l="16889" r="16889"/>
          <a:stretch>
            <a:fillRect/>
          </a:stretch>
        </p:blipFill>
        <p:spPr>
          <a:xfrm>
            <a:off x="101289" y="3905524"/>
            <a:ext cx="3720055" cy="2479291"/>
          </a:xfrm>
          <a:prstGeom prst="rect">
            <a:avLst/>
          </a:prstGeom>
        </p:spPr>
      </p:pic>
      <p:pic>
        <p:nvPicPr>
          <p:cNvPr id="36" name="Picture 35">
            <a:extLst>
              <a:ext uri="{FF2B5EF4-FFF2-40B4-BE49-F238E27FC236}">
                <a16:creationId xmlns:a16="http://schemas.microsoft.com/office/drawing/2014/main" id="{461CCA71-4081-400B-BC21-741DF52264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21083" y="3925624"/>
            <a:ext cx="4064001" cy="2495447"/>
          </a:xfrm>
          <a:prstGeom prst="rect">
            <a:avLst/>
          </a:prstGeom>
        </p:spPr>
      </p:pic>
      <p:pic>
        <p:nvPicPr>
          <p:cNvPr id="37" name="Picture 36">
            <a:extLst>
              <a:ext uri="{FF2B5EF4-FFF2-40B4-BE49-F238E27FC236}">
                <a16:creationId xmlns:a16="http://schemas.microsoft.com/office/drawing/2014/main" id="{2FA16A1E-0E50-444C-8743-E50E1CFBA4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88310" y="3906859"/>
            <a:ext cx="3807899" cy="2496249"/>
          </a:xfrm>
          <a:prstGeom prst="rect">
            <a:avLst/>
          </a:prstGeom>
        </p:spPr>
      </p:pic>
    </p:spTree>
    <p:extLst>
      <p:ext uri="{BB962C8B-B14F-4D97-AF65-F5344CB8AC3E}">
        <p14:creationId xmlns:p14="http://schemas.microsoft.com/office/powerpoint/2010/main" val="2497270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8"/>
                                        </p:tgtEl>
                                        <p:attrNameLst>
                                          <p:attrName>style.visibility</p:attrName>
                                        </p:attrNameLst>
                                      </p:cBhvr>
                                      <p:to>
                                        <p:strVal val="visible"/>
                                      </p:to>
                                    </p:set>
                                    <p:anim calcmode="lin" valueType="num">
                                      <p:cBhvr>
                                        <p:cTn id="7" dur="500" fill="hold"/>
                                        <p:tgtEl>
                                          <p:spTgt spid="58"/>
                                        </p:tgtEl>
                                        <p:attrNameLst>
                                          <p:attrName>ppt_w</p:attrName>
                                        </p:attrNameLst>
                                      </p:cBhvr>
                                      <p:tavLst>
                                        <p:tav tm="0">
                                          <p:val>
                                            <p:fltVal val="0"/>
                                          </p:val>
                                        </p:tav>
                                        <p:tav tm="100000">
                                          <p:val>
                                            <p:strVal val="#ppt_w"/>
                                          </p:val>
                                        </p:tav>
                                      </p:tavLst>
                                    </p:anim>
                                    <p:anim calcmode="lin" valueType="num">
                                      <p:cBhvr>
                                        <p:cTn id="8" dur="500" fill="hold"/>
                                        <p:tgtEl>
                                          <p:spTgt spid="58"/>
                                        </p:tgtEl>
                                        <p:attrNameLst>
                                          <p:attrName>ppt_h</p:attrName>
                                        </p:attrNameLst>
                                      </p:cBhvr>
                                      <p:tavLst>
                                        <p:tav tm="0">
                                          <p:val>
                                            <p:fltVal val="0"/>
                                          </p:val>
                                        </p:tav>
                                        <p:tav tm="100000">
                                          <p:val>
                                            <p:strVal val="#ppt_h"/>
                                          </p:val>
                                        </p:tav>
                                      </p:tavLst>
                                    </p:anim>
                                    <p:animEffect transition="in" filter="fade">
                                      <p:cBhvr>
                                        <p:cTn id="9" dur="500"/>
                                        <p:tgtEl>
                                          <p:spTgt spid="58"/>
                                        </p:tgtEl>
                                      </p:cBhvr>
                                    </p:animEffect>
                                  </p:childTnLst>
                                </p:cTn>
                              </p:par>
                            </p:childTnLst>
                          </p:cTn>
                        </p:par>
                        <p:par>
                          <p:cTn id="10" fill="hold">
                            <p:stCondLst>
                              <p:cond delay="500"/>
                            </p:stCondLst>
                            <p:childTnLst>
                              <p:par>
                                <p:cTn id="11" presetID="22" presetClass="entr" presetSubtype="4" fill="hold" nodeType="afterEffect">
                                  <p:stCondLst>
                                    <p:cond delay="0"/>
                                  </p:stCondLst>
                                  <p:childTnLst>
                                    <p:set>
                                      <p:cBhvr>
                                        <p:cTn id="12" dur="1" fill="hold">
                                          <p:stCondLst>
                                            <p:cond delay="0"/>
                                          </p:stCondLst>
                                        </p:cTn>
                                        <p:tgtEl>
                                          <p:spTgt spid="81"/>
                                        </p:tgtEl>
                                        <p:attrNameLst>
                                          <p:attrName>style.visibility</p:attrName>
                                        </p:attrNameLst>
                                      </p:cBhvr>
                                      <p:to>
                                        <p:strVal val="visible"/>
                                      </p:to>
                                    </p:set>
                                    <p:animEffect transition="in" filter="wipe(down)">
                                      <p:cBhvr>
                                        <p:cTn id="13" dur="500"/>
                                        <p:tgtEl>
                                          <p:spTgt spid="81"/>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27"/>
                                        </p:tgtEl>
                                        <p:attrNameLst>
                                          <p:attrName>style.visibility</p:attrName>
                                        </p:attrNameLst>
                                      </p:cBhvr>
                                      <p:to>
                                        <p:strVal val="visible"/>
                                      </p:to>
                                    </p:set>
                                    <p:anim calcmode="lin" valueType="num">
                                      <p:cBhvr>
                                        <p:cTn id="21" dur="500" fill="hold"/>
                                        <p:tgtEl>
                                          <p:spTgt spid="27"/>
                                        </p:tgtEl>
                                        <p:attrNameLst>
                                          <p:attrName>ppt_w</p:attrName>
                                        </p:attrNameLst>
                                      </p:cBhvr>
                                      <p:tavLst>
                                        <p:tav tm="0">
                                          <p:val>
                                            <p:fltVal val="0"/>
                                          </p:val>
                                        </p:tav>
                                        <p:tav tm="100000">
                                          <p:val>
                                            <p:strVal val="#ppt_w"/>
                                          </p:val>
                                        </p:tav>
                                      </p:tavLst>
                                    </p:anim>
                                    <p:anim calcmode="lin" valueType="num">
                                      <p:cBhvr>
                                        <p:cTn id="22" dur="500" fill="hold"/>
                                        <p:tgtEl>
                                          <p:spTgt spid="27"/>
                                        </p:tgtEl>
                                        <p:attrNameLst>
                                          <p:attrName>ppt_h</p:attrName>
                                        </p:attrNameLst>
                                      </p:cBhvr>
                                      <p:tavLst>
                                        <p:tav tm="0">
                                          <p:val>
                                            <p:fltVal val="0"/>
                                          </p:val>
                                        </p:tav>
                                        <p:tav tm="100000">
                                          <p:val>
                                            <p:strVal val="#ppt_h"/>
                                          </p:val>
                                        </p:tav>
                                      </p:tavLst>
                                    </p:anim>
                                    <p:animEffect transition="in" filter="fade">
                                      <p:cBhvr>
                                        <p:cTn id="23" dur="500"/>
                                        <p:tgtEl>
                                          <p:spTgt spid="27"/>
                                        </p:tgtEl>
                                      </p:cBhvr>
                                    </p:animEffect>
                                  </p:childTnLst>
                                </p:cTn>
                              </p:par>
                            </p:childTnLst>
                          </p:cTn>
                        </p:par>
                        <p:par>
                          <p:cTn id="24" fill="hold">
                            <p:stCondLst>
                              <p:cond delay="2000"/>
                            </p:stCondLst>
                            <p:childTnLst>
                              <p:par>
                                <p:cTn id="25" presetID="42" presetClass="entr" presetSubtype="0" fill="hold" grpId="0"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anim calcmode="lin" valueType="num">
                                      <p:cBhvr>
                                        <p:cTn id="28" dur="500" fill="hold"/>
                                        <p:tgtEl>
                                          <p:spTgt spid="5"/>
                                        </p:tgtEl>
                                        <p:attrNameLst>
                                          <p:attrName>ppt_x</p:attrName>
                                        </p:attrNameLst>
                                      </p:cBhvr>
                                      <p:tavLst>
                                        <p:tav tm="0">
                                          <p:val>
                                            <p:strVal val="#ppt_x"/>
                                          </p:val>
                                        </p:tav>
                                        <p:tav tm="100000">
                                          <p:val>
                                            <p:strVal val="#ppt_x"/>
                                          </p:val>
                                        </p:tav>
                                      </p:tavLst>
                                    </p:anim>
                                    <p:anim calcmode="lin" valueType="num">
                                      <p:cBhvr>
                                        <p:cTn id="29" dur="500" fill="hold"/>
                                        <p:tgtEl>
                                          <p:spTgt spid="5"/>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anim calcmode="lin" valueType="num">
                                      <p:cBhvr>
                                        <p:cTn id="34" dur="500" fill="hold"/>
                                        <p:tgtEl>
                                          <p:spTgt spid="7"/>
                                        </p:tgtEl>
                                        <p:attrNameLst>
                                          <p:attrName>ppt_x</p:attrName>
                                        </p:attrNameLst>
                                      </p:cBhvr>
                                      <p:tavLst>
                                        <p:tav tm="0">
                                          <p:val>
                                            <p:strVal val="#ppt_x"/>
                                          </p:val>
                                        </p:tav>
                                        <p:tav tm="100000">
                                          <p:val>
                                            <p:strVal val="#ppt_x"/>
                                          </p:val>
                                        </p:tav>
                                      </p:tavLst>
                                    </p:anim>
                                    <p:anim calcmode="lin" valueType="num">
                                      <p:cBhvr>
                                        <p:cTn id="35" dur="500" fill="hold"/>
                                        <p:tgtEl>
                                          <p:spTgt spid="7"/>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42" presetClass="entr" presetSubtype="0"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anim calcmode="lin" valueType="num">
                                      <p:cBhvr>
                                        <p:cTn id="40" dur="500" fill="hold"/>
                                        <p:tgtEl>
                                          <p:spTgt spid="8"/>
                                        </p:tgtEl>
                                        <p:attrNameLst>
                                          <p:attrName>ppt_x</p:attrName>
                                        </p:attrNameLst>
                                      </p:cBhvr>
                                      <p:tavLst>
                                        <p:tav tm="0">
                                          <p:val>
                                            <p:strVal val="#ppt_x"/>
                                          </p:val>
                                        </p:tav>
                                        <p:tav tm="100000">
                                          <p:val>
                                            <p:strVal val="#ppt_x"/>
                                          </p:val>
                                        </p:tav>
                                      </p:tavLst>
                                    </p:anim>
                                    <p:anim calcmode="lin" valueType="num">
                                      <p:cBhvr>
                                        <p:cTn id="41" dur="500" fill="hold"/>
                                        <p:tgtEl>
                                          <p:spTgt spid="8"/>
                                        </p:tgtEl>
                                        <p:attrNameLst>
                                          <p:attrName>ppt_y</p:attrName>
                                        </p:attrNameLst>
                                      </p:cBhvr>
                                      <p:tavLst>
                                        <p:tav tm="0">
                                          <p:val>
                                            <p:strVal val="#ppt_y+.1"/>
                                          </p:val>
                                        </p:tav>
                                        <p:tav tm="100000">
                                          <p:val>
                                            <p:strVal val="#ppt_y"/>
                                          </p:val>
                                        </p:tav>
                                      </p:tavLst>
                                    </p:anim>
                                  </p:childTnLst>
                                </p:cTn>
                              </p:par>
                            </p:childTnLst>
                          </p:cTn>
                        </p:par>
                        <p:par>
                          <p:cTn id="42" fill="hold">
                            <p:stCondLst>
                              <p:cond delay="3500"/>
                            </p:stCondLst>
                            <p:childTnLst>
                              <p:par>
                                <p:cTn id="43" presetID="42" presetClass="entr" presetSubtype="0" fill="hold" grpId="0" nodeType="after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500"/>
                                        <p:tgtEl>
                                          <p:spTgt spid="9"/>
                                        </p:tgtEl>
                                      </p:cBhvr>
                                    </p:animEffect>
                                    <p:anim calcmode="lin" valueType="num">
                                      <p:cBhvr>
                                        <p:cTn id="46" dur="500" fill="hold"/>
                                        <p:tgtEl>
                                          <p:spTgt spid="9"/>
                                        </p:tgtEl>
                                        <p:attrNameLst>
                                          <p:attrName>ppt_x</p:attrName>
                                        </p:attrNameLst>
                                      </p:cBhvr>
                                      <p:tavLst>
                                        <p:tav tm="0">
                                          <p:val>
                                            <p:strVal val="#ppt_x"/>
                                          </p:val>
                                        </p:tav>
                                        <p:tav tm="100000">
                                          <p:val>
                                            <p:strVal val="#ppt_x"/>
                                          </p:val>
                                        </p:tav>
                                      </p:tavLst>
                                    </p:anim>
                                    <p:anim calcmode="lin" valueType="num">
                                      <p:cBhvr>
                                        <p:cTn id="47" dur="500" fill="hold"/>
                                        <p:tgtEl>
                                          <p:spTgt spid="9"/>
                                        </p:tgtEl>
                                        <p:attrNameLst>
                                          <p:attrName>ppt_y</p:attrName>
                                        </p:attrNameLst>
                                      </p:cBhvr>
                                      <p:tavLst>
                                        <p:tav tm="0">
                                          <p:val>
                                            <p:strVal val="#ppt_y+.1"/>
                                          </p:val>
                                        </p:tav>
                                        <p:tav tm="100000">
                                          <p:val>
                                            <p:strVal val="#ppt_y"/>
                                          </p:val>
                                        </p:tav>
                                      </p:tavLst>
                                    </p:anim>
                                  </p:childTnLst>
                                </p:cTn>
                              </p:par>
                            </p:childTnLst>
                          </p:cTn>
                        </p:par>
                        <p:par>
                          <p:cTn id="48" fill="hold">
                            <p:stCondLst>
                              <p:cond delay="4000"/>
                            </p:stCondLst>
                            <p:childTnLst>
                              <p:par>
                                <p:cTn id="49" presetID="42" presetClass="entr" presetSubtype="0" fill="hold" grpId="0" nodeType="after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anim calcmode="lin" valueType="num">
                                      <p:cBhvr>
                                        <p:cTn id="52" dur="500" fill="hold"/>
                                        <p:tgtEl>
                                          <p:spTgt spid="10"/>
                                        </p:tgtEl>
                                        <p:attrNameLst>
                                          <p:attrName>ppt_x</p:attrName>
                                        </p:attrNameLst>
                                      </p:cBhvr>
                                      <p:tavLst>
                                        <p:tav tm="0">
                                          <p:val>
                                            <p:strVal val="#ppt_x"/>
                                          </p:val>
                                        </p:tav>
                                        <p:tav tm="100000">
                                          <p:val>
                                            <p:strVal val="#ppt_x"/>
                                          </p:val>
                                        </p:tav>
                                      </p:tavLst>
                                    </p:anim>
                                    <p:anim calcmode="lin" valueType="num">
                                      <p:cBhvr>
                                        <p:cTn id="53" dur="500" fill="hold"/>
                                        <p:tgtEl>
                                          <p:spTgt spid="10"/>
                                        </p:tgtEl>
                                        <p:attrNameLst>
                                          <p:attrName>ppt_y</p:attrName>
                                        </p:attrNameLst>
                                      </p:cBhvr>
                                      <p:tavLst>
                                        <p:tav tm="0">
                                          <p:val>
                                            <p:strVal val="#ppt_y+.1"/>
                                          </p:val>
                                        </p:tav>
                                        <p:tav tm="100000">
                                          <p:val>
                                            <p:strVal val="#ppt_y"/>
                                          </p:val>
                                        </p:tav>
                                      </p:tavLst>
                                    </p:anim>
                                  </p:childTnLst>
                                </p:cTn>
                              </p:par>
                            </p:childTnLst>
                          </p:cTn>
                        </p:par>
                        <p:par>
                          <p:cTn id="54" fill="hold">
                            <p:stCondLst>
                              <p:cond delay="4500"/>
                            </p:stCondLst>
                            <p:childTnLst>
                              <p:par>
                                <p:cTn id="55" presetID="10" presetClass="entr" presetSubtype="0" fill="hold" nodeType="after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500"/>
                                        <p:tgtEl>
                                          <p:spTgt spid="11"/>
                                        </p:tgtEl>
                                      </p:cBhvr>
                                    </p:animEffect>
                                  </p:childTnLst>
                                </p:cTn>
                              </p:par>
                            </p:childTnLst>
                          </p:cTn>
                        </p:par>
                        <p:par>
                          <p:cTn id="58" fill="hold">
                            <p:stCondLst>
                              <p:cond delay="5000"/>
                            </p:stCondLst>
                            <p:childTnLst>
                              <p:par>
                                <p:cTn id="59" presetID="22" presetClass="entr" presetSubtype="4" fill="hold" nodeType="after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down)">
                                      <p:cBhvr>
                                        <p:cTn id="6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5" grpId="0" animBg="1"/>
      <p:bldP spid="7" grpId="0" animBg="1"/>
      <p:bldP spid="8" grpId="0" animBg="1"/>
      <p:bldP spid="9"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94496" y="367033"/>
            <a:ext cx="2996652" cy="646331"/>
          </a:xfrm>
          <a:prstGeom prst="rect">
            <a:avLst/>
          </a:prstGeom>
          <a:noFill/>
        </p:spPr>
        <p:txBody>
          <a:bodyPr wrap="square" lIns="91440" tIns="45720" rIns="91440" bIns="45720" rtlCol="0" anchor="t">
            <a:spAutoFit/>
          </a:bodyPr>
          <a:lstStyle/>
          <a:p>
            <a:pPr algn="ctr"/>
            <a:r>
              <a:rPr lang="en-US" sz="3600" b="1" dirty="0">
                <a:solidFill>
                  <a:schemeClr val="tx2"/>
                </a:solidFill>
                <a:latin typeface="Segoe UI"/>
                <a:cs typeface="Segoe UI"/>
              </a:rPr>
              <a:t>Domains</a:t>
            </a:r>
          </a:p>
        </p:txBody>
      </p:sp>
      <p:sp>
        <p:nvSpPr>
          <p:cNvPr id="9" name="TextBox 8"/>
          <p:cNvSpPr txBox="1"/>
          <p:nvPr/>
        </p:nvSpPr>
        <p:spPr>
          <a:xfrm>
            <a:off x="702148" y="1543921"/>
            <a:ext cx="1518301" cy="400110"/>
          </a:xfrm>
          <a:prstGeom prst="rect">
            <a:avLst/>
          </a:prstGeom>
          <a:noFill/>
        </p:spPr>
        <p:txBody>
          <a:bodyPr wrap="none" rtlCol="0">
            <a:spAutoFit/>
          </a:bodyPr>
          <a:lstStyle/>
          <a:p>
            <a:pPr algn="ctr"/>
            <a:r>
              <a:rPr lang="en-US" sz="2000" b="1" dirty="0">
                <a:solidFill>
                  <a:srgbClr val="244D6F"/>
                </a:solidFill>
              </a:rPr>
              <a:t>Automation</a:t>
            </a:r>
            <a:endParaRPr lang="id-ID" sz="2000" b="1" dirty="0">
              <a:solidFill>
                <a:schemeClr val="bg1">
                  <a:lumMod val="50000"/>
                </a:schemeClr>
              </a:solidFill>
              <a:latin typeface="+mj-lt"/>
            </a:endParaRPr>
          </a:p>
        </p:txBody>
      </p:sp>
      <p:sp>
        <p:nvSpPr>
          <p:cNvPr id="10" name="TextBox 9"/>
          <p:cNvSpPr txBox="1"/>
          <p:nvPr/>
        </p:nvSpPr>
        <p:spPr>
          <a:xfrm>
            <a:off x="9796127" y="5199504"/>
            <a:ext cx="1591654" cy="400110"/>
          </a:xfrm>
          <a:prstGeom prst="rect">
            <a:avLst/>
          </a:prstGeom>
          <a:noFill/>
        </p:spPr>
        <p:txBody>
          <a:bodyPr wrap="none" rtlCol="0">
            <a:spAutoFit/>
          </a:bodyPr>
          <a:lstStyle/>
          <a:p>
            <a:pPr marL="285750" indent="-285750"/>
            <a:r>
              <a:rPr lang="en-US" sz="2000" b="1" dirty="0">
                <a:solidFill>
                  <a:srgbClr val="244D6F"/>
                </a:solidFill>
              </a:rPr>
              <a:t>E-Commerce</a:t>
            </a:r>
          </a:p>
        </p:txBody>
      </p:sp>
      <p:sp>
        <p:nvSpPr>
          <p:cNvPr id="11" name="TextBox 10"/>
          <p:cNvSpPr txBox="1"/>
          <p:nvPr/>
        </p:nvSpPr>
        <p:spPr>
          <a:xfrm>
            <a:off x="792381" y="5144931"/>
            <a:ext cx="1634529" cy="400110"/>
          </a:xfrm>
          <a:prstGeom prst="rect">
            <a:avLst/>
          </a:prstGeom>
          <a:noFill/>
        </p:spPr>
        <p:txBody>
          <a:bodyPr wrap="square" rtlCol="0">
            <a:spAutoFit/>
          </a:bodyPr>
          <a:lstStyle/>
          <a:p>
            <a:pPr marL="285750" indent="-285750"/>
            <a:r>
              <a:rPr lang="en-US" sz="2000" b="1" dirty="0">
                <a:solidFill>
                  <a:srgbClr val="244D6F"/>
                </a:solidFill>
              </a:rPr>
              <a:t>Industry 4.0</a:t>
            </a:r>
          </a:p>
        </p:txBody>
      </p:sp>
      <p:sp>
        <p:nvSpPr>
          <p:cNvPr id="12" name="TextBox 11"/>
          <p:cNvSpPr txBox="1"/>
          <p:nvPr/>
        </p:nvSpPr>
        <p:spPr>
          <a:xfrm>
            <a:off x="3329817" y="5177891"/>
            <a:ext cx="2504981" cy="400110"/>
          </a:xfrm>
          <a:prstGeom prst="rect">
            <a:avLst/>
          </a:prstGeom>
          <a:noFill/>
        </p:spPr>
        <p:txBody>
          <a:bodyPr wrap="none" rtlCol="0">
            <a:spAutoFit/>
          </a:bodyPr>
          <a:lstStyle/>
          <a:p>
            <a:pPr marL="285750" indent="-285750"/>
            <a:r>
              <a:rPr lang="en-US" sz="2000" b="1" dirty="0">
                <a:solidFill>
                  <a:srgbClr val="244D6F"/>
                </a:solidFill>
              </a:rPr>
              <a:t>Consumable Durables</a:t>
            </a:r>
          </a:p>
        </p:txBody>
      </p:sp>
      <p:grpSp>
        <p:nvGrpSpPr>
          <p:cNvPr id="73" name="Group 72"/>
          <p:cNvGrpSpPr/>
          <p:nvPr/>
        </p:nvGrpSpPr>
        <p:grpSpPr>
          <a:xfrm>
            <a:off x="840813" y="2007742"/>
            <a:ext cx="1240972" cy="1344529"/>
            <a:chOff x="1627495" y="2469824"/>
            <a:chExt cx="1643606" cy="1545995"/>
          </a:xfrm>
        </p:grpSpPr>
        <p:sp>
          <p:nvSpPr>
            <p:cNvPr id="28" name="Rectangle 27"/>
            <p:cNvSpPr/>
            <p:nvPr/>
          </p:nvSpPr>
          <p:spPr>
            <a:xfrm>
              <a:off x="1627496" y="2469824"/>
              <a:ext cx="1643605" cy="1376313"/>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p:cNvSpPr/>
            <p:nvPr/>
          </p:nvSpPr>
          <p:spPr>
            <a:xfrm>
              <a:off x="1627497" y="2469824"/>
              <a:ext cx="1376313" cy="13763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0" name="Rectangle 29"/>
            <p:cNvSpPr/>
            <p:nvPr/>
          </p:nvSpPr>
          <p:spPr>
            <a:xfrm>
              <a:off x="1627495" y="2469824"/>
              <a:ext cx="1521058" cy="1545995"/>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72" name="Group 71"/>
          <p:cNvGrpSpPr/>
          <p:nvPr/>
        </p:nvGrpSpPr>
        <p:grpSpPr>
          <a:xfrm>
            <a:off x="9859708" y="3761210"/>
            <a:ext cx="1332411" cy="1422908"/>
            <a:chOff x="4078464" y="2469824"/>
            <a:chExt cx="1643606" cy="1545995"/>
          </a:xfrm>
        </p:grpSpPr>
        <p:sp>
          <p:nvSpPr>
            <p:cNvPr id="31" name="Rectangle 30"/>
            <p:cNvSpPr/>
            <p:nvPr/>
          </p:nvSpPr>
          <p:spPr>
            <a:xfrm>
              <a:off x="4078465" y="2469824"/>
              <a:ext cx="1643605" cy="1376313"/>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3" name="Rectangle 32"/>
            <p:cNvSpPr/>
            <p:nvPr/>
          </p:nvSpPr>
          <p:spPr>
            <a:xfrm>
              <a:off x="4078464" y="2469824"/>
              <a:ext cx="1521058" cy="1545995"/>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Rectangle 31"/>
            <p:cNvSpPr/>
            <p:nvPr/>
          </p:nvSpPr>
          <p:spPr>
            <a:xfrm>
              <a:off x="4078466" y="2469824"/>
              <a:ext cx="1376313" cy="13763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grpSp>
      <p:grpSp>
        <p:nvGrpSpPr>
          <p:cNvPr id="71" name="Group 70"/>
          <p:cNvGrpSpPr/>
          <p:nvPr/>
        </p:nvGrpSpPr>
        <p:grpSpPr>
          <a:xfrm>
            <a:off x="805432" y="3632124"/>
            <a:ext cx="1366617" cy="1324438"/>
            <a:chOff x="6529433" y="2469824"/>
            <a:chExt cx="1643606" cy="1545995"/>
          </a:xfrm>
        </p:grpSpPr>
        <p:sp>
          <p:nvSpPr>
            <p:cNvPr id="34" name="Rectangle 33"/>
            <p:cNvSpPr/>
            <p:nvPr/>
          </p:nvSpPr>
          <p:spPr>
            <a:xfrm>
              <a:off x="6529434" y="2469824"/>
              <a:ext cx="1643605" cy="1376313"/>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6" name="Rectangle 35"/>
            <p:cNvSpPr/>
            <p:nvPr/>
          </p:nvSpPr>
          <p:spPr>
            <a:xfrm>
              <a:off x="6529433" y="2469824"/>
              <a:ext cx="1521058" cy="1545995"/>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p:cNvSpPr/>
            <p:nvPr/>
          </p:nvSpPr>
          <p:spPr>
            <a:xfrm>
              <a:off x="6529437" y="2469824"/>
              <a:ext cx="1376313" cy="137631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grpSp>
      <p:grpSp>
        <p:nvGrpSpPr>
          <p:cNvPr id="70" name="Group 69"/>
          <p:cNvGrpSpPr/>
          <p:nvPr/>
        </p:nvGrpSpPr>
        <p:grpSpPr>
          <a:xfrm>
            <a:off x="3778837" y="3721955"/>
            <a:ext cx="1397726" cy="1312052"/>
            <a:chOff x="9013428" y="2469824"/>
            <a:chExt cx="1643606" cy="1545995"/>
          </a:xfrm>
        </p:grpSpPr>
        <p:sp>
          <p:nvSpPr>
            <p:cNvPr id="37" name="Rectangle 36"/>
            <p:cNvSpPr/>
            <p:nvPr/>
          </p:nvSpPr>
          <p:spPr>
            <a:xfrm>
              <a:off x="9013429" y="2469824"/>
              <a:ext cx="1643605" cy="1376313"/>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9" name="Rectangle 38"/>
            <p:cNvSpPr/>
            <p:nvPr/>
          </p:nvSpPr>
          <p:spPr>
            <a:xfrm>
              <a:off x="9013428" y="2469824"/>
              <a:ext cx="1521058" cy="1545995"/>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8" name="Rectangle 37"/>
            <p:cNvSpPr/>
            <p:nvPr/>
          </p:nvSpPr>
          <p:spPr>
            <a:xfrm>
              <a:off x="9013430" y="2469824"/>
              <a:ext cx="1376313" cy="137631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grpSp>
          <p:nvGrpSpPr>
            <p:cNvPr id="69" name="Group 68"/>
            <p:cNvGrpSpPr/>
            <p:nvPr/>
          </p:nvGrpSpPr>
          <p:grpSpPr>
            <a:xfrm>
              <a:off x="9619799" y="3050963"/>
              <a:ext cx="172392" cy="169905"/>
              <a:chOff x="198438" y="331788"/>
              <a:chExt cx="330200" cy="325437"/>
            </a:xfrm>
            <a:solidFill>
              <a:schemeClr val="bg1"/>
            </a:solidFill>
          </p:grpSpPr>
          <p:sp>
            <p:nvSpPr>
              <p:cNvPr id="66" name="Rectangle 25"/>
              <p:cNvSpPr>
                <a:spLocks noChangeArrowheads="1"/>
              </p:cNvSpPr>
              <p:nvPr/>
            </p:nvSpPr>
            <p:spPr bwMode="auto">
              <a:xfrm>
                <a:off x="198438" y="331788"/>
                <a:ext cx="330200" cy="63500"/>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dirty="0"/>
              </a:p>
            </p:txBody>
          </p:sp>
          <p:sp>
            <p:nvSpPr>
              <p:cNvPr id="68" name="Rectangle 27"/>
              <p:cNvSpPr>
                <a:spLocks noChangeArrowheads="1"/>
              </p:cNvSpPr>
              <p:nvPr/>
            </p:nvSpPr>
            <p:spPr bwMode="auto">
              <a:xfrm>
                <a:off x="198438" y="592138"/>
                <a:ext cx="330200" cy="65087"/>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cxnSp>
        <p:nvCxnSpPr>
          <p:cNvPr id="75" name="Straight Connector 74"/>
          <p:cNvCxnSpPr/>
          <p:nvPr/>
        </p:nvCxnSpPr>
        <p:spPr>
          <a:xfrm flipH="1">
            <a:off x="1415035" y="3204701"/>
            <a:ext cx="8041" cy="388244"/>
          </a:xfrm>
          <a:prstGeom prst="line">
            <a:avLst/>
          </a:prstGeom>
          <a:ln w="41275">
            <a:tailEnd type="oval"/>
          </a:ln>
        </p:spPr>
        <p:style>
          <a:lnRef idx="1">
            <a:schemeClr val="accent1"/>
          </a:lnRef>
          <a:fillRef idx="0">
            <a:schemeClr val="accent1"/>
          </a:fillRef>
          <a:effectRef idx="0">
            <a:schemeClr val="accent1"/>
          </a:effectRef>
          <a:fontRef idx="minor">
            <a:schemeClr val="tx1"/>
          </a:fontRef>
        </p:style>
      </p:cxnSp>
      <p:grpSp>
        <p:nvGrpSpPr>
          <p:cNvPr id="56" name="Group 55"/>
          <p:cNvGrpSpPr/>
          <p:nvPr/>
        </p:nvGrpSpPr>
        <p:grpSpPr>
          <a:xfrm>
            <a:off x="9830209" y="2024075"/>
            <a:ext cx="1359294" cy="1410631"/>
            <a:chOff x="1626582" y="2469824"/>
            <a:chExt cx="1644519" cy="1586045"/>
          </a:xfrm>
        </p:grpSpPr>
        <p:sp>
          <p:nvSpPr>
            <p:cNvPr id="57" name="Rectangle 56"/>
            <p:cNvSpPr/>
            <p:nvPr/>
          </p:nvSpPr>
          <p:spPr>
            <a:xfrm>
              <a:off x="1627496" y="2469824"/>
              <a:ext cx="1643605" cy="1376313"/>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1" name="Rectangle 60"/>
            <p:cNvSpPr/>
            <p:nvPr/>
          </p:nvSpPr>
          <p:spPr>
            <a:xfrm>
              <a:off x="1627497" y="2469824"/>
              <a:ext cx="1376313" cy="13763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2" name="Rectangle 61"/>
            <p:cNvSpPr/>
            <p:nvPr/>
          </p:nvSpPr>
          <p:spPr>
            <a:xfrm>
              <a:off x="1626582" y="2509874"/>
              <a:ext cx="1521058" cy="1545995"/>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81" name="Straight Connector 80"/>
          <p:cNvCxnSpPr/>
          <p:nvPr/>
        </p:nvCxnSpPr>
        <p:spPr>
          <a:xfrm flipH="1">
            <a:off x="10517043" y="3301879"/>
            <a:ext cx="1589" cy="437120"/>
          </a:xfrm>
          <a:prstGeom prst="line">
            <a:avLst/>
          </a:prstGeom>
          <a:ln w="41275">
            <a:tailEnd type="oval"/>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9958685" y="1591385"/>
            <a:ext cx="1116717" cy="400110"/>
          </a:xfrm>
          <a:prstGeom prst="rect">
            <a:avLst/>
          </a:prstGeom>
          <a:noFill/>
        </p:spPr>
        <p:txBody>
          <a:bodyPr wrap="none" rtlCol="0">
            <a:spAutoFit/>
          </a:bodyPr>
          <a:lstStyle/>
          <a:p>
            <a:pPr algn="ctr"/>
            <a:r>
              <a:rPr lang="en-US" sz="2000" b="1" dirty="0">
                <a:solidFill>
                  <a:srgbClr val="244D6F"/>
                </a:solidFill>
              </a:rPr>
              <a:t>IT &amp; ITES</a:t>
            </a:r>
            <a:endParaRPr lang="id-ID" sz="2000" b="1" dirty="0">
              <a:solidFill>
                <a:srgbClr val="244D6F"/>
              </a:solidFill>
            </a:endParaRPr>
          </a:p>
        </p:txBody>
      </p:sp>
      <p:pic>
        <p:nvPicPr>
          <p:cNvPr id="104" name="Picture 103" descr="Orena_Logo_Final.png"/>
          <p:cNvPicPr>
            <a:picLocks noChangeAspect="1"/>
          </p:cNvPicPr>
          <p:nvPr/>
        </p:nvPicPr>
        <p:blipFill>
          <a:blip r:embed="rId2" cstate="screen"/>
          <a:stretch>
            <a:fillRect/>
          </a:stretch>
        </p:blipFill>
        <p:spPr>
          <a:xfrm>
            <a:off x="10177201" y="5595548"/>
            <a:ext cx="1932071" cy="1207206"/>
          </a:xfrm>
          <a:prstGeom prst="rect">
            <a:avLst/>
          </a:prstGeom>
        </p:spPr>
      </p:pic>
      <p:sp>
        <p:nvSpPr>
          <p:cNvPr id="105" name="Rectangle 104"/>
          <p:cNvSpPr/>
          <p:nvPr/>
        </p:nvSpPr>
        <p:spPr>
          <a:xfrm rot="16200000">
            <a:off x="2671769" y="5465767"/>
            <a:ext cx="75246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6" name="Rectangle 105"/>
          <p:cNvSpPr/>
          <p:nvPr/>
        </p:nvSpPr>
        <p:spPr>
          <a:xfrm rot="16200000">
            <a:off x="4703767" y="5465765"/>
            <a:ext cx="75246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Rectangle 106"/>
          <p:cNvSpPr/>
          <p:nvPr/>
        </p:nvSpPr>
        <p:spPr>
          <a:xfrm rot="16200000">
            <a:off x="6735765" y="5465764"/>
            <a:ext cx="75247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8" name="Rectangle 107"/>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0" name="Rectangle 109"/>
          <p:cNvSpPr/>
          <p:nvPr/>
        </p:nvSpPr>
        <p:spPr>
          <a:xfrm rot="16200000">
            <a:off x="677854" y="5436273"/>
            <a:ext cx="702098" cy="2040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11" name="Group 110"/>
          <p:cNvGrpSpPr/>
          <p:nvPr/>
        </p:nvGrpSpPr>
        <p:grpSpPr>
          <a:xfrm>
            <a:off x="2" y="6736617"/>
            <a:ext cx="12191999" cy="134339"/>
            <a:chOff x="2" y="2110197"/>
            <a:chExt cx="12191999" cy="134339"/>
          </a:xfrm>
        </p:grpSpPr>
        <p:sp>
          <p:nvSpPr>
            <p:cNvPr id="112" name="Rectangle 111"/>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3" name="Rectangle 112"/>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4" name="Rectangle 113"/>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5" name="Rectangle 114"/>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6" name="Rectangle 115"/>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7" name="Rectangle 116"/>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5" name="Picture 4">
            <a:extLst>
              <a:ext uri="{FF2B5EF4-FFF2-40B4-BE49-F238E27FC236}">
                <a16:creationId xmlns:a16="http://schemas.microsoft.com/office/drawing/2014/main" id="{6FB63672-B491-4ADA-99A4-68C0B5EEECF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652" b="10972"/>
          <a:stretch/>
        </p:blipFill>
        <p:spPr>
          <a:xfrm>
            <a:off x="954236" y="2181328"/>
            <a:ext cx="898174" cy="869258"/>
          </a:xfrm>
          <a:prstGeom prst="rect">
            <a:avLst/>
          </a:prstGeom>
        </p:spPr>
      </p:pic>
      <p:pic>
        <p:nvPicPr>
          <p:cNvPr id="7" name="Picture 6">
            <a:extLst>
              <a:ext uri="{FF2B5EF4-FFF2-40B4-BE49-F238E27FC236}">
                <a16:creationId xmlns:a16="http://schemas.microsoft.com/office/drawing/2014/main" id="{1F9571B7-1DA3-4E01-9289-CE366A706E6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70910" y="3898424"/>
            <a:ext cx="965279" cy="965279"/>
          </a:xfrm>
          <a:prstGeom prst="rect">
            <a:avLst/>
          </a:prstGeom>
        </p:spPr>
      </p:pic>
      <p:pic>
        <p:nvPicPr>
          <p:cNvPr id="13" name="Picture 12">
            <a:extLst>
              <a:ext uri="{FF2B5EF4-FFF2-40B4-BE49-F238E27FC236}">
                <a16:creationId xmlns:a16="http://schemas.microsoft.com/office/drawing/2014/main" id="{D55FD31A-0984-4065-A890-803D98EFB7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64536" y="3879804"/>
            <a:ext cx="1082092" cy="765116"/>
          </a:xfrm>
          <a:prstGeom prst="rect">
            <a:avLst/>
          </a:prstGeom>
        </p:spPr>
      </p:pic>
      <p:pic>
        <p:nvPicPr>
          <p:cNvPr id="15" name="Picture 14">
            <a:extLst>
              <a:ext uri="{FF2B5EF4-FFF2-40B4-BE49-F238E27FC236}">
                <a16:creationId xmlns:a16="http://schemas.microsoft.com/office/drawing/2014/main" id="{E7E90DEA-F865-4CCC-946A-B599B5AB7CDE}"/>
              </a:ext>
            </a:extLst>
          </p:cNvPr>
          <p:cNvPicPr>
            <a:picLocks noChangeAspect="1"/>
          </p:cNvPicPr>
          <p:nvPr/>
        </p:nvPicPr>
        <p:blipFill rotWithShape="1">
          <a:blip r:embed="rId6">
            <a:extLst>
              <a:ext uri="{28A0092B-C50C-407E-A947-70E740481C1C}">
                <a14:useLocalDpi xmlns:a14="http://schemas.microsoft.com/office/drawing/2010/main" val="0"/>
              </a:ext>
            </a:extLst>
          </a:blip>
          <a:srcRect r="2091" b="22607"/>
          <a:stretch/>
        </p:blipFill>
        <p:spPr>
          <a:xfrm>
            <a:off x="3862813" y="3898424"/>
            <a:ext cx="1002597" cy="792516"/>
          </a:xfrm>
          <a:prstGeom prst="rect">
            <a:avLst/>
          </a:prstGeom>
        </p:spPr>
      </p:pic>
      <p:pic>
        <p:nvPicPr>
          <p:cNvPr id="17" name="Picture 16">
            <a:extLst>
              <a:ext uri="{FF2B5EF4-FFF2-40B4-BE49-F238E27FC236}">
                <a16:creationId xmlns:a16="http://schemas.microsoft.com/office/drawing/2014/main" id="{32474E3F-C8C9-42AD-9003-6BB6CBF205C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000939" y="2240208"/>
            <a:ext cx="867700" cy="867700"/>
          </a:xfrm>
          <a:prstGeom prst="rect">
            <a:avLst/>
          </a:prstGeom>
        </p:spPr>
      </p:pic>
      <p:sp>
        <p:nvSpPr>
          <p:cNvPr id="54" name="TextBox 53"/>
          <p:cNvSpPr txBox="1"/>
          <p:nvPr/>
        </p:nvSpPr>
        <p:spPr>
          <a:xfrm>
            <a:off x="3331784" y="1591385"/>
            <a:ext cx="2250874" cy="400110"/>
          </a:xfrm>
          <a:prstGeom prst="rect">
            <a:avLst/>
          </a:prstGeom>
          <a:noFill/>
        </p:spPr>
        <p:txBody>
          <a:bodyPr wrap="none" rtlCol="0">
            <a:spAutoFit/>
          </a:bodyPr>
          <a:lstStyle/>
          <a:p>
            <a:pPr algn="ctr"/>
            <a:r>
              <a:rPr lang="en-US" sz="2000" b="1" dirty="0">
                <a:solidFill>
                  <a:srgbClr val="244D6F"/>
                </a:solidFill>
              </a:rPr>
              <a:t>Embedded Systems</a:t>
            </a:r>
            <a:endParaRPr lang="id-ID" sz="2000" b="1" dirty="0">
              <a:solidFill>
                <a:schemeClr val="bg1">
                  <a:lumMod val="50000"/>
                </a:schemeClr>
              </a:solidFill>
              <a:latin typeface="+mj-lt"/>
            </a:endParaRPr>
          </a:p>
        </p:txBody>
      </p:sp>
      <p:sp>
        <p:nvSpPr>
          <p:cNvPr id="58" name="TextBox 57"/>
          <p:cNvSpPr txBox="1"/>
          <p:nvPr/>
        </p:nvSpPr>
        <p:spPr>
          <a:xfrm>
            <a:off x="6746895" y="1600294"/>
            <a:ext cx="1580754" cy="400110"/>
          </a:xfrm>
          <a:prstGeom prst="rect">
            <a:avLst/>
          </a:prstGeom>
          <a:noFill/>
        </p:spPr>
        <p:txBody>
          <a:bodyPr wrap="none" rtlCol="0">
            <a:spAutoFit/>
          </a:bodyPr>
          <a:lstStyle/>
          <a:p>
            <a:pPr algn="ctr"/>
            <a:r>
              <a:rPr lang="en-US" sz="2000" b="1" dirty="0">
                <a:solidFill>
                  <a:srgbClr val="244D6F"/>
                </a:solidFill>
              </a:rPr>
              <a:t>Digitalization</a:t>
            </a:r>
            <a:endParaRPr lang="id-ID" sz="2000" b="1" dirty="0">
              <a:solidFill>
                <a:schemeClr val="bg1">
                  <a:lumMod val="50000"/>
                </a:schemeClr>
              </a:solidFill>
              <a:latin typeface="+mj-lt"/>
            </a:endParaRPr>
          </a:p>
        </p:txBody>
      </p:sp>
      <p:grpSp>
        <p:nvGrpSpPr>
          <p:cNvPr id="59" name="Group 58"/>
          <p:cNvGrpSpPr/>
          <p:nvPr/>
        </p:nvGrpSpPr>
        <p:grpSpPr>
          <a:xfrm>
            <a:off x="3796892" y="2059063"/>
            <a:ext cx="1366617" cy="1324438"/>
            <a:chOff x="6529433" y="2469824"/>
            <a:chExt cx="1643606" cy="1545995"/>
          </a:xfrm>
        </p:grpSpPr>
        <p:sp>
          <p:nvSpPr>
            <p:cNvPr id="60" name="Rectangle 59"/>
            <p:cNvSpPr/>
            <p:nvPr/>
          </p:nvSpPr>
          <p:spPr>
            <a:xfrm>
              <a:off x="6529434" y="2469824"/>
              <a:ext cx="1643605" cy="1376313"/>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3" name="Rectangle 62"/>
            <p:cNvSpPr/>
            <p:nvPr/>
          </p:nvSpPr>
          <p:spPr>
            <a:xfrm>
              <a:off x="6529433" y="2469824"/>
              <a:ext cx="1521058" cy="1545995"/>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4" name="Rectangle 63"/>
            <p:cNvSpPr/>
            <p:nvPr/>
          </p:nvSpPr>
          <p:spPr>
            <a:xfrm>
              <a:off x="6529437" y="2469824"/>
              <a:ext cx="1376313" cy="137631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grpSp>
      <p:pic>
        <p:nvPicPr>
          <p:cNvPr id="6" name="Picture 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877293" y="2277728"/>
            <a:ext cx="1075684" cy="772857"/>
          </a:xfrm>
          <a:prstGeom prst="rect">
            <a:avLst/>
          </a:prstGeom>
        </p:spPr>
      </p:pic>
      <p:cxnSp>
        <p:nvCxnSpPr>
          <p:cNvPr id="67" name="Straight Connector 66"/>
          <p:cNvCxnSpPr/>
          <p:nvPr/>
        </p:nvCxnSpPr>
        <p:spPr>
          <a:xfrm flipH="1">
            <a:off x="4433058" y="3320754"/>
            <a:ext cx="8041" cy="388244"/>
          </a:xfrm>
          <a:prstGeom prst="line">
            <a:avLst/>
          </a:prstGeom>
          <a:ln w="41275">
            <a:tailEnd type="ova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10436" y="2181328"/>
            <a:ext cx="2897364" cy="2846618"/>
          </a:xfrm>
          <a:prstGeom prst="rect">
            <a:avLst/>
          </a:prstGeom>
        </p:spPr>
      </p:pic>
    </p:spTree>
    <p:extLst>
      <p:ext uri="{BB962C8B-B14F-4D97-AF65-F5344CB8AC3E}">
        <p14:creationId xmlns:p14="http://schemas.microsoft.com/office/powerpoint/2010/main" val="397677361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par>
                          <p:cTn id="18" fill="hold">
                            <p:stCondLst>
                              <p:cond delay="1500"/>
                            </p:stCondLst>
                            <p:childTnLst>
                              <p:par>
                                <p:cTn id="19" presetID="10" presetClass="entr" presetSubtype="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par>
                          <p:cTn id="22" fill="hold">
                            <p:stCondLst>
                              <p:cond delay="2000"/>
                            </p:stCondLst>
                            <p:childTnLst>
                              <p:par>
                                <p:cTn id="23" presetID="10" presetClass="entr" presetSubtype="0"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par>
                          <p:cTn id="26" fill="hold">
                            <p:stCondLst>
                              <p:cond delay="2500"/>
                            </p:stCondLst>
                            <p:childTnLst>
                              <p:par>
                                <p:cTn id="27" presetID="10" presetClass="entr" presetSubtype="0" fill="hold" grpId="0" nodeType="afterEffect">
                                  <p:stCondLst>
                                    <p:cond delay="0"/>
                                  </p:stCondLst>
                                  <p:childTnLst>
                                    <p:set>
                                      <p:cBhvr>
                                        <p:cTn id="28" dur="1" fill="hold">
                                          <p:stCondLst>
                                            <p:cond delay="0"/>
                                          </p:stCondLst>
                                        </p:cTn>
                                        <p:tgtEl>
                                          <p:spTgt spid="82"/>
                                        </p:tgtEl>
                                        <p:attrNameLst>
                                          <p:attrName>style.visibility</p:attrName>
                                        </p:attrNameLst>
                                      </p:cBhvr>
                                      <p:to>
                                        <p:strVal val="visible"/>
                                      </p:to>
                                    </p:set>
                                    <p:animEffect transition="in" filter="fade">
                                      <p:cBhvr>
                                        <p:cTn id="29" dur="500"/>
                                        <p:tgtEl>
                                          <p:spTgt spid="82"/>
                                        </p:tgtEl>
                                      </p:cBhvr>
                                    </p:animEffect>
                                  </p:childTnLst>
                                </p:cTn>
                              </p:par>
                            </p:childTnLst>
                          </p:cTn>
                        </p:par>
                        <p:par>
                          <p:cTn id="30" fill="hold">
                            <p:stCondLst>
                              <p:cond delay="3000"/>
                            </p:stCondLst>
                            <p:childTnLst>
                              <p:par>
                                <p:cTn id="31" presetID="10" presetClass="entr" presetSubtype="0" fill="hold" nodeType="afterEffect">
                                  <p:stCondLst>
                                    <p:cond delay="0"/>
                                  </p:stCondLst>
                                  <p:childTnLst>
                                    <p:set>
                                      <p:cBhvr>
                                        <p:cTn id="32" dur="1" fill="hold">
                                          <p:stCondLst>
                                            <p:cond delay="0"/>
                                          </p:stCondLst>
                                        </p:cTn>
                                        <p:tgtEl>
                                          <p:spTgt spid="111"/>
                                        </p:tgtEl>
                                        <p:attrNameLst>
                                          <p:attrName>style.visibility</p:attrName>
                                        </p:attrNameLst>
                                      </p:cBhvr>
                                      <p:to>
                                        <p:strVal val="visible"/>
                                      </p:to>
                                    </p:set>
                                    <p:animEffect transition="in" filter="fade">
                                      <p:cBhvr>
                                        <p:cTn id="33" dur="500"/>
                                        <p:tgtEl>
                                          <p:spTgt spid="111"/>
                                        </p:tgtEl>
                                      </p:cBhvr>
                                    </p:animEffect>
                                  </p:childTnLst>
                                </p:cTn>
                              </p:par>
                            </p:childTnLst>
                          </p:cTn>
                        </p:par>
                        <p:par>
                          <p:cTn id="34" fill="hold">
                            <p:stCondLst>
                              <p:cond delay="3500"/>
                            </p:stCondLst>
                            <p:childTnLst>
                              <p:par>
                                <p:cTn id="35" presetID="42" presetClass="entr" presetSubtype="0" fill="hold" grpId="0" nodeType="afterEffect">
                                  <p:stCondLst>
                                    <p:cond delay="0"/>
                                  </p:stCondLst>
                                  <p:childTnLst>
                                    <p:set>
                                      <p:cBhvr>
                                        <p:cTn id="36" dur="1" fill="hold">
                                          <p:stCondLst>
                                            <p:cond delay="0"/>
                                          </p:stCondLst>
                                        </p:cTn>
                                        <p:tgtEl>
                                          <p:spTgt spid="110"/>
                                        </p:tgtEl>
                                        <p:attrNameLst>
                                          <p:attrName>style.visibility</p:attrName>
                                        </p:attrNameLst>
                                      </p:cBhvr>
                                      <p:to>
                                        <p:strVal val="visible"/>
                                      </p:to>
                                    </p:set>
                                    <p:animEffect transition="in" filter="fade">
                                      <p:cBhvr>
                                        <p:cTn id="37" dur="500"/>
                                        <p:tgtEl>
                                          <p:spTgt spid="110"/>
                                        </p:tgtEl>
                                      </p:cBhvr>
                                    </p:animEffect>
                                    <p:anim calcmode="lin" valueType="num">
                                      <p:cBhvr>
                                        <p:cTn id="38" dur="500" fill="hold"/>
                                        <p:tgtEl>
                                          <p:spTgt spid="110"/>
                                        </p:tgtEl>
                                        <p:attrNameLst>
                                          <p:attrName>ppt_x</p:attrName>
                                        </p:attrNameLst>
                                      </p:cBhvr>
                                      <p:tavLst>
                                        <p:tav tm="0">
                                          <p:val>
                                            <p:strVal val="#ppt_x"/>
                                          </p:val>
                                        </p:tav>
                                        <p:tav tm="100000">
                                          <p:val>
                                            <p:strVal val="#ppt_x"/>
                                          </p:val>
                                        </p:tav>
                                      </p:tavLst>
                                    </p:anim>
                                    <p:anim calcmode="lin" valueType="num">
                                      <p:cBhvr>
                                        <p:cTn id="39" dur="500" fill="hold"/>
                                        <p:tgtEl>
                                          <p:spTgt spid="110"/>
                                        </p:tgtEl>
                                        <p:attrNameLst>
                                          <p:attrName>ppt_y</p:attrName>
                                        </p:attrNameLst>
                                      </p:cBhvr>
                                      <p:tavLst>
                                        <p:tav tm="0">
                                          <p:val>
                                            <p:strVal val="#ppt_y+.1"/>
                                          </p:val>
                                        </p:tav>
                                        <p:tav tm="100000">
                                          <p:val>
                                            <p:strVal val="#ppt_y"/>
                                          </p:val>
                                        </p:tav>
                                      </p:tavLst>
                                    </p:anim>
                                  </p:childTnLst>
                                </p:cTn>
                              </p:par>
                            </p:childTnLst>
                          </p:cTn>
                        </p:par>
                        <p:par>
                          <p:cTn id="40" fill="hold">
                            <p:stCondLst>
                              <p:cond delay="4000"/>
                            </p:stCondLst>
                            <p:childTnLst>
                              <p:par>
                                <p:cTn id="41" presetID="42" presetClass="entr" presetSubtype="0" fill="hold" grpId="0" nodeType="afterEffect">
                                  <p:stCondLst>
                                    <p:cond delay="0"/>
                                  </p:stCondLst>
                                  <p:childTnLst>
                                    <p:set>
                                      <p:cBhvr>
                                        <p:cTn id="42" dur="1" fill="hold">
                                          <p:stCondLst>
                                            <p:cond delay="0"/>
                                          </p:stCondLst>
                                        </p:cTn>
                                        <p:tgtEl>
                                          <p:spTgt spid="105"/>
                                        </p:tgtEl>
                                        <p:attrNameLst>
                                          <p:attrName>style.visibility</p:attrName>
                                        </p:attrNameLst>
                                      </p:cBhvr>
                                      <p:to>
                                        <p:strVal val="visible"/>
                                      </p:to>
                                    </p:set>
                                    <p:animEffect transition="in" filter="fade">
                                      <p:cBhvr>
                                        <p:cTn id="43" dur="500"/>
                                        <p:tgtEl>
                                          <p:spTgt spid="105"/>
                                        </p:tgtEl>
                                      </p:cBhvr>
                                    </p:animEffect>
                                    <p:anim calcmode="lin" valueType="num">
                                      <p:cBhvr>
                                        <p:cTn id="44" dur="500" fill="hold"/>
                                        <p:tgtEl>
                                          <p:spTgt spid="105"/>
                                        </p:tgtEl>
                                        <p:attrNameLst>
                                          <p:attrName>ppt_x</p:attrName>
                                        </p:attrNameLst>
                                      </p:cBhvr>
                                      <p:tavLst>
                                        <p:tav tm="0">
                                          <p:val>
                                            <p:strVal val="#ppt_x"/>
                                          </p:val>
                                        </p:tav>
                                        <p:tav tm="100000">
                                          <p:val>
                                            <p:strVal val="#ppt_x"/>
                                          </p:val>
                                        </p:tav>
                                      </p:tavLst>
                                    </p:anim>
                                    <p:anim calcmode="lin" valueType="num">
                                      <p:cBhvr>
                                        <p:cTn id="45" dur="500" fill="hold"/>
                                        <p:tgtEl>
                                          <p:spTgt spid="105"/>
                                        </p:tgtEl>
                                        <p:attrNameLst>
                                          <p:attrName>ppt_y</p:attrName>
                                        </p:attrNameLst>
                                      </p:cBhvr>
                                      <p:tavLst>
                                        <p:tav tm="0">
                                          <p:val>
                                            <p:strVal val="#ppt_y+.1"/>
                                          </p:val>
                                        </p:tav>
                                        <p:tav tm="100000">
                                          <p:val>
                                            <p:strVal val="#ppt_y"/>
                                          </p:val>
                                        </p:tav>
                                      </p:tavLst>
                                    </p:anim>
                                  </p:childTnLst>
                                </p:cTn>
                              </p:par>
                            </p:childTnLst>
                          </p:cTn>
                        </p:par>
                        <p:par>
                          <p:cTn id="46" fill="hold">
                            <p:stCondLst>
                              <p:cond delay="4500"/>
                            </p:stCondLst>
                            <p:childTnLst>
                              <p:par>
                                <p:cTn id="47" presetID="42" presetClass="entr" presetSubtype="0" fill="hold" grpId="0" nodeType="afterEffect">
                                  <p:stCondLst>
                                    <p:cond delay="0"/>
                                  </p:stCondLst>
                                  <p:childTnLst>
                                    <p:set>
                                      <p:cBhvr>
                                        <p:cTn id="48" dur="1" fill="hold">
                                          <p:stCondLst>
                                            <p:cond delay="0"/>
                                          </p:stCondLst>
                                        </p:cTn>
                                        <p:tgtEl>
                                          <p:spTgt spid="106"/>
                                        </p:tgtEl>
                                        <p:attrNameLst>
                                          <p:attrName>style.visibility</p:attrName>
                                        </p:attrNameLst>
                                      </p:cBhvr>
                                      <p:to>
                                        <p:strVal val="visible"/>
                                      </p:to>
                                    </p:set>
                                    <p:animEffect transition="in" filter="fade">
                                      <p:cBhvr>
                                        <p:cTn id="49" dur="500"/>
                                        <p:tgtEl>
                                          <p:spTgt spid="106"/>
                                        </p:tgtEl>
                                      </p:cBhvr>
                                    </p:animEffect>
                                    <p:anim calcmode="lin" valueType="num">
                                      <p:cBhvr>
                                        <p:cTn id="50" dur="500" fill="hold"/>
                                        <p:tgtEl>
                                          <p:spTgt spid="106"/>
                                        </p:tgtEl>
                                        <p:attrNameLst>
                                          <p:attrName>ppt_x</p:attrName>
                                        </p:attrNameLst>
                                      </p:cBhvr>
                                      <p:tavLst>
                                        <p:tav tm="0">
                                          <p:val>
                                            <p:strVal val="#ppt_x"/>
                                          </p:val>
                                        </p:tav>
                                        <p:tav tm="100000">
                                          <p:val>
                                            <p:strVal val="#ppt_x"/>
                                          </p:val>
                                        </p:tav>
                                      </p:tavLst>
                                    </p:anim>
                                    <p:anim calcmode="lin" valueType="num">
                                      <p:cBhvr>
                                        <p:cTn id="51" dur="500" fill="hold"/>
                                        <p:tgtEl>
                                          <p:spTgt spid="106"/>
                                        </p:tgtEl>
                                        <p:attrNameLst>
                                          <p:attrName>ppt_y</p:attrName>
                                        </p:attrNameLst>
                                      </p:cBhvr>
                                      <p:tavLst>
                                        <p:tav tm="0">
                                          <p:val>
                                            <p:strVal val="#ppt_y+.1"/>
                                          </p:val>
                                        </p:tav>
                                        <p:tav tm="100000">
                                          <p:val>
                                            <p:strVal val="#ppt_y"/>
                                          </p:val>
                                        </p:tav>
                                      </p:tavLst>
                                    </p:anim>
                                  </p:childTnLst>
                                </p:cTn>
                              </p:par>
                            </p:childTnLst>
                          </p:cTn>
                        </p:par>
                        <p:par>
                          <p:cTn id="52" fill="hold">
                            <p:stCondLst>
                              <p:cond delay="5000"/>
                            </p:stCondLst>
                            <p:childTnLst>
                              <p:par>
                                <p:cTn id="53" presetID="42" presetClass="entr" presetSubtype="0" fill="hold" grpId="0" nodeType="afterEffect">
                                  <p:stCondLst>
                                    <p:cond delay="0"/>
                                  </p:stCondLst>
                                  <p:childTnLst>
                                    <p:set>
                                      <p:cBhvr>
                                        <p:cTn id="54" dur="1" fill="hold">
                                          <p:stCondLst>
                                            <p:cond delay="0"/>
                                          </p:stCondLst>
                                        </p:cTn>
                                        <p:tgtEl>
                                          <p:spTgt spid="107"/>
                                        </p:tgtEl>
                                        <p:attrNameLst>
                                          <p:attrName>style.visibility</p:attrName>
                                        </p:attrNameLst>
                                      </p:cBhvr>
                                      <p:to>
                                        <p:strVal val="visible"/>
                                      </p:to>
                                    </p:set>
                                    <p:animEffect transition="in" filter="fade">
                                      <p:cBhvr>
                                        <p:cTn id="55" dur="500"/>
                                        <p:tgtEl>
                                          <p:spTgt spid="107"/>
                                        </p:tgtEl>
                                      </p:cBhvr>
                                    </p:animEffect>
                                    <p:anim calcmode="lin" valueType="num">
                                      <p:cBhvr>
                                        <p:cTn id="56" dur="500" fill="hold"/>
                                        <p:tgtEl>
                                          <p:spTgt spid="107"/>
                                        </p:tgtEl>
                                        <p:attrNameLst>
                                          <p:attrName>ppt_x</p:attrName>
                                        </p:attrNameLst>
                                      </p:cBhvr>
                                      <p:tavLst>
                                        <p:tav tm="0">
                                          <p:val>
                                            <p:strVal val="#ppt_x"/>
                                          </p:val>
                                        </p:tav>
                                        <p:tav tm="100000">
                                          <p:val>
                                            <p:strVal val="#ppt_x"/>
                                          </p:val>
                                        </p:tav>
                                      </p:tavLst>
                                    </p:anim>
                                    <p:anim calcmode="lin" valueType="num">
                                      <p:cBhvr>
                                        <p:cTn id="57" dur="500" fill="hold"/>
                                        <p:tgtEl>
                                          <p:spTgt spid="107"/>
                                        </p:tgtEl>
                                        <p:attrNameLst>
                                          <p:attrName>ppt_y</p:attrName>
                                        </p:attrNameLst>
                                      </p:cBhvr>
                                      <p:tavLst>
                                        <p:tav tm="0">
                                          <p:val>
                                            <p:strVal val="#ppt_y+.1"/>
                                          </p:val>
                                        </p:tav>
                                        <p:tav tm="100000">
                                          <p:val>
                                            <p:strVal val="#ppt_y"/>
                                          </p:val>
                                        </p:tav>
                                      </p:tavLst>
                                    </p:anim>
                                  </p:childTnLst>
                                </p:cTn>
                              </p:par>
                            </p:childTnLst>
                          </p:cTn>
                        </p:par>
                        <p:par>
                          <p:cTn id="58" fill="hold">
                            <p:stCondLst>
                              <p:cond delay="5500"/>
                            </p:stCondLst>
                            <p:childTnLst>
                              <p:par>
                                <p:cTn id="59" presetID="42" presetClass="entr" presetSubtype="0" fill="hold" grpId="0" nodeType="afterEffect">
                                  <p:stCondLst>
                                    <p:cond delay="0"/>
                                  </p:stCondLst>
                                  <p:childTnLst>
                                    <p:set>
                                      <p:cBhvr>
                                        <p:cTn id="60" dur="1" fill="hold">
                                          <p:stCondLst>
                                            <p:cond delay="0"/>
                                          </p:stCondLst>
                                        </p:cTn>
                                        <p:tgtEl>
                                          <p:spTgt spid="108"/>
                                        </p:tgtEl>
                                        <p:attrNameLst>
                                          <p:attrName>style.visibility</p:attrName>
                                        </p:attrNameLst>
                                      </p:cBhvr>
                                      <p:to>
                                        <p:strVal val="visible"/>
                                      </p:to>
                                    </p:set>
                                    <p:animEffect transition="in" filter="fade">
                                      <p:cBhvr>
                                        <p:cTn id="61" dur="500"/>
                                        <p:tgtEl>
                                          <p:spTgt spid="108"/>
                                        </p:tgtEl>
                                      </p:cBhvr>
                                    </p:animEffect>
                                    <p:anim calcmode="lin" valueType="num">
                                      <p:cBhvr>
                                        <p:cTn id="62" dur="500" fill="hold"/>
                                        <p:tgtEl>
                                          <p:spTgt spid="108"/>
                                        </p:tgtEl>
                                        <p:attrNameLst>
                                          <p:attrName>ppt_x</p:attrName>
                                        </p:attrNameLst>
                                      </p:cBhvr>
                                      <p:tavLst>
                                        <p:tav tm="0">
                                          <p:val>
                                            <p:strVal val="#ppt_x"/>
                                          </p:val>
                                        </p:tav>
                                        <p:tav tm="100000">
                                          <p:val>
                                            <p:strVal val="#ppt_x"/>
                                          </p:val>
                                        </p:tav>
                                      </p:tavLst>
                                    </p:anim>
                                    <p:anim calcmode="lin" valueType="num">
                                      <p:cBhvr>
                                        <p:cTn id="63" dur="500" fill="hold"/>
                                        <p:tgtEl>
                                          <p:spTgt spid="108"/>
                                        </p:tgtEl>
                                        <p:attrNameLst>
                                          <p:attrName>ppt_y</p:attrName>
                                        </p:attrNameLst>
                                      </p:cBhvr>
                                      <p:tavLst>
                                        <p:tav tm="0">
                                          <p:val>
                                            <p:strVal val="#ppt_y+.1"/>
                                          </p:val>
                                        </p:tav>
                                        <p:tav tm="100000">
                                          <p:val>
                                            <p:strVal val="#ppt_y"/>
                                          </p:val>
                                        </p:tav>
                                      </p:tavLst>
                                    </p:anim>
                                  </p:childTnLst>
                                </p:cTn>
                              </p:par>
                            </p:childTnLst>
                          </p:cTn>
                        </p:par>
                        <p:par>
                          <p:cTn id="64" fill="hold">
                            <p:stCondLst>
                              <p:cond delay="6000"/>
                            </p:stCondLst>
                            <p:childTnLst>
                              <p:par>
                                <p:cTn id="65" presetID="10" presetClass="entr" presetSubtype="0" fill="hold" grpId="0" nodeType="afterEffect">
                                  <p:stCondLst>
                                    <p:cond delay="0"/>
                                  </p:stCondLst>
                                  <p:childTnLst>
                                    <p:set>
                                      <p:cBhvr>
                                        <p:cTn id="66" dur="1" fill="hold">
                                          <p:stCondLst>
                                            <p:cond delay="0"/>
                                          </p:stCondLst>
                                        </p:cTn>
                                        <p:tgtEl>
                                          <p:spTgt spid="54"/>
                                        </p:tgtEl>
                                        <p:attrNameLst>
                                          <p:attrName>style.visibility</p:attrName>
                                        </p:attrNameLst>
                                      </p:cBhvr>
                                      <p:to>
                                        <p:strVal val="visible"/>
                                      </p:to>
                                    </p:set>
                                    <p:animEffect transition="in" filter="fade">
                                      <p:cBhvr>
                                        <p:cTn id="67" dur="500"/>
                                        <p:tgtEl>
                                          <p:spTgt spid="54"/>
                                        </p:tgtEl>
                                      </p:cBhvr>
                                    </p:animEffect>
                                  </p:childTnLst>
                                </p:cTn>
                              </p:par>
                            </p:childTnLst>
                          </p:cTn>
                        </p:par>
                        <p:par>
                          <p:cTn id="68" fill="hold">
                            <p:stCondLst>
                              <p:cond delay="6500"/>
                            </p:stCondLst>
                            <p:childTnLst>
                              <p:par>
                                <p:cTn id="69" presetID="10" presetClass="entr" presetSubtype="0" fill="hold" grpId="0" nodeType="afterEffect">
                                  <p:stCondLst>
                                    <p:cond delay="0"/>
                                  </p:stCondLst>
                                  <p:childTnLst>
                                    <p:set>
                                      <p:cBhvr>
                                        <p:cTn id="70" dur="1" fill="hold">
                                          <p:stCondLst>
                                            <p:cond delay="0"/>
                                          </p:stCondLst>
                                        </p:cTn>
                                        <p:tgtEl>
                                          <p:spTgt spid="58"/>
                                        </p:tgtEl>
                                        <p:attrNameLst>
                                          <p:attrName>style.visibility</p:attrName>
                                        </p:attrNameLst>
                                      </p:cBhvr>
                                      <p:to>
                                        <p:strVal val="visible"/>
                                      </p:to>
                                    </p:set>
                                    <p:animEffect transition="in" filter="fade">
                                      <p:cBhvr>
                                        <p:cTn id="71"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1" grpId="0"/>
      <p:bldP spid="12" grpId="0"/>
      <p:bldP spid="82" grpId="0"/>
      <p:bldP spid="105" grpId="0" animBg="1"/>
      <p:bldP spid="106" grpId="0" animBg="1"/>
      <p:bldP spid="107" grpId="0" animBg="1"/>
      <p:bldP spid="108" grpId="0" animBg="1"/>
      <p:bldP spid="110" grpId="0" animBg="1"/>
      <p:bldP spid="54" grpId="0"/>
      <p:bldP spid="58"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4064001" y="162154"/>
            <a:ext cx="4655009" cy="646331"/>
          </a:xfrm>
          <a:prstGeom prst="rect">
            <a:avLst/>
          </a:prstGeom>
          <a:noFill/>
          <a:ln w="57150">
            <a:solidFill>
              <a:schemeClr val="bg1"/>
            </a:solidFill>
          </a:ln>
        </p:spPr>
        <p:txBody>
          <a:bodyPr wrap="square" lIns="91440" tIns="45720" rIns="91440" bIns="45720" rtlCol="0" anchor="t">
            <a:spAutoFit/>
          </a:bodyPr>
          <a:lstStyle/>
          <a:p>
            <a:pPr algn="ctr"/>
            <a:r>
              <a:rPr lang="en-US" sz="3600" b="1" dirty="0">
                <a:solidFill>
                  <a:schemeClr val="tx2"/>
                </a:solidFill>
                <a:latin typeface="Segoe UI"/>
                <a:cs typeface="Segoe UI"/>
              </a:rPr>
              <a:t>Our Services</a:t>
            </a:r>
          </a:p>
        </p:txBody>
      </p:sp>
      <p:sp>
        <p:nvSpPr>
          <p:cNvPr id="50" name="TextBox 49"/>
          <p:cNvSpPr txBox="1"/>
          <p:nvPr/>
        </p:nvSpPr>
        <p:spPr>
          <a:xfrm>
            <a:off x="1418522" y="2437319"/>
            <a:ext cx="184730" cy="338554"/>
          </a:xfrm>
          <a:prstGeom prst="rect">
            <a:avLst/>
          </a:prstGeom>
          <a:noFill/>
        </p:spPr>
        <p:txBody>
          <a:bodyPr wrap="none" rtlCol="0">
            <a:spAutoFit/>
          </a:bodyPr>
          <a:lstStyle/>
          <a:p>
            <a:pPr algn="ctr"/>
            <a:endParaRPr lang="id-ID" sz="1600" b="1">
              <a:solidFill>
                <a:schemeClr val="tx1">
                  <a:lumMod val="50000"/>
                  <a:lumOff val="50000"/>
                </a:schemeClr>
              </a:solidFill>
              <a:latin typeface="+mj-lt"/>
            </a:endParaRPr>
          </a:p>
        </p:txBody>
      </p:sp>
      <p:grpSp>
        <p:nvGrpSpPr>
          <p:cNvPr id="52" name="Group 51"/>
          <p:cNvGrpSpPr/>
          <p:nvPr/>
        </p:nvGrpSpPr>
        <p:grpSpPr>
          <a:xfrm>
            <a:off x="1460215" y="1737741"/>
            <a:ext cx="423629" cy="370251"/>
            <a:chOff x="8296275" y="8293096"/>
            <a:chExt cx="1385888" cy="1211261"/>
          </a:xfrm>
          <a:solidFill>
            <a:schemeClr val="bg1"/>
          </a:solidFill>
        </p:grpSpPr>
        <p:sp>
          <p:nvSpPr>
            <p:cNvPr id="53" name="Freeform 8"/>
            <p:cNvSpPr>
              <a:spLocks noEditPoints="1"/>
            </p:cNvSpPr>
            <p:nvPr/>
          </p:nvSpPr>
          <p:spPr bwMode="auto">
            <a:xfrm>
              <a:off x="8296275" y="8293096"/>
              <a:ext cx="1385888" cy="1211261"/>
            </a:xfrm>
            <a:custGeom>
              <a:avLst/>
              <a:gdLst>
                <a:gd name="T0" fmla="*/ 368 w 369"/>
                <a:gd name="T1" fmla="*/ 190 h 323"/>
                <a:gd name="T2" fmla="*/ 322 w 369"/>
                <a:gd name="T3" fmla="*/ 17 h 323"/>
                <a:gd name="T4" fmla="*/ 299 w 369"/>
                <a:gd name="T5" fmla="*/ 0 h 323"/>
                <a:gd name="T6" fmla="*/ 184 w 369"/>
                <a:gd name="T7" fmla="*/ 0 h 323"/>
                <a:gd name="T8" fmla="*/ 69 w 369"/>
                <a:gd name="T9" fmla="*/ 0 h 323"/>
                <a:gd name="T10" fmla="*/ 47 w 369"/>
                <a:gd name="T11" fmla="*/ 17 h 323"/>
                <a:gd name="T12" fmla="*/ 1 w 369"/>
                <a:gd name="T13" fmla="*/ 190 h 323"/>
                <a:gd name="T14" fmla="*/ 0 w 369"/>
                <a:gd name="T15" fmla="*/ 196 h 323"/>
                <a:gd name="T16" fmla="*/ 0 w 369"/>
                <a:gd name="T17" fmla="*/ 276 h 323"/>
                <a:gd name="T18" fmla="*/ 46 w 369"/>
                <a:gd name="T19" fmla="*/ 323 h 323"/>
                <a:gd name="T20" fmla="*/ 323 w 369"/>
                <a:gd name="T21" fmla="*/ 323 h 323"/>
                <a:gd name="T22" fmla="*/ 369 w 369"/>
                <a:gd name="T23" fmla="*/ 276 h 323"/>
                <a:gd name="T24" fmla="*/ 369 w 369"/>
                <a:gd name="T25" fmla="*/ 196 h 323"/>
                <a:gd name="T26" fmla="*/ 368 w 369"/>
                <a:gd name="T27" fmla="*/ 190 h 323"/>
                <a:gd name="T28" fmla="*/ 346 w 369"/>
                <a:gd name="T29" fmla="*/ 276 h 323"/>
                <a:gd name="T30" fmla="*/ 323 w 369"/>
                <a:gd name="T31" fmla="*/ 299 h 323"/>
                <a:gd name="T32" fmla="*/ 46 w 369"/>
                <a:gd name="T33" fmla="*/ 299 h 323"/>
                <a:gd name="T34" fmla="*/ 23 w 369"/>
                <a:gd name="T35" fmla="*/ 276 h 323"/>
                <a:gd name="T36" fmla="*/ 23 w 369"/>
                <a:gd name="T37" fmla="*/ 196 h 323"/>
                <a:gd name="T38" fmla="*/ 69 w 369"/>
                <a:gd name="T39" fmla="*/ 23 h 323"/>
                <a:gd name="T40" fmla="*/ 299 w 369"/>
                <a:gd name="T41" fmla="*/ 23 h 323"/>
                <a:gd name="T42" fmla="*/ 346 w 369"/>
                <a:gd name="T43" fmla="*/ 196 h 323"/>
                <a:gd name="T44" fmla="*/ 346 w 369"/>
                <a:gd name="T45" fmla="*/ 276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9" h="323">
                  <a:moveTo>
                    <a:pt x="368" y="190"/>
                  </a:moveTo>
                  <a:cubicBezTo>
                    <a:pt x="322" y="17"/>
                    <a:pt x="322" y="17"/>
                    <a:pt x="322" y="17"/>
                  </a:cubicBezTo>
                  <a:cubicBezTo>
                    <a:pt x="319" y="7"/>
                    <a:pt x="310" y="0"/>
                    <a:pt x="299" y="0"/>
                  </a:cubicBezTo>
                  <a:cubicBezTo>
                    <a:pt x="184" y="0"/>
                    <a:pt x="184" y="0"/>
                    <a:pt x="184" y="0"/>
                  </a:cubicBezTo>
                  <a:cubicBezTo>
                    <a:pt x="69" y="0"/>
                    <a:pt x="69" y="0"/>
                    <a:pt x="69" y="0"/>
                  </a:cubicBezTo>
                  <a:cubicBezTo>
                    <a:pt x="59" y="0"/>
                    <a:pt x="50" y="7"/>
                    <a:pt x="47" y="17"/>
                  </a:cubicBezTo>
                  <a:cubicBezTo>
                    <a:pt x="1" y="190"/>
                    <a:pt x="1" y="190"/>
                    <a:pt x="1" y="190"/>
                  </a:cubicBezTo>
                  <a:cubicBezTo>
                    <a:pt x="0" y="192"/>
                    <a:pt x="0" y="194"/>
                    <a:pt x="0" y="196"/>
                  </a:cubicBezTo>
                  <a:cubicBezTo>
                    <a:pt x="0" y="276"/>
                    <a:pt x="0" y="276"/>
                    <a:pt x="0" y="276"/>
                  </a:cubicBezTo>
                  <a:cubicBezTo>
                    <a:pt x="0" y="302"/>
                    <a:pt x="21" y="323"/>
                    <a:pt x="46" y="323"/>
                  </a:cubicBezTo>
                  <a:cubicBezTo>
                    <a:pt x="323" y="323"/>
                    <a:pt x="323" y="323"/>
                    <a:pt x="323" y="323"/>
                  </a:cubicBezTo>
                  <a:cubicBezTo>
                    <a:pt x="348" y="323"/>
                    <a:pt x="369" y="302"/>
                    <a:pt x="369" y="276"/>
                  </a:cubicBezTo>
                  <a:cubicBezTo>
                    <a:pt x="369" y="196"/>
                    <a:pt x="369" y="196"/>
                    <a:pt x="369" y="196"/>
                  </a:cubicBezTo>
                  <a:cubicBezTo>
                    <a:pt x="369" y="194"/>
                    <a:pt x="368" y="192"/>
                    <a:pt x="368" y="190"/>
                  </a:cubicBezTo>
                  <a:close/>
                  <a:moveTo>
                    <a:pt x="346" y="276"/>
                  </a:moveTo>
                  <a:cubicBezTo>
                    <a:pt x="346" y="289"/>
                    <a:pt x="335" y="299"/>
                    <a:pt x="323" y="299"/>
                  </a:cubicBezTo>
                  <a:cubicBezTo>
                    <a:pt x="46" y="299"/>
                    <a:pt x="46" y="299"/>
                    <a:pt x="46" y="299"/>
                  </a:cubicBezTo>
                  <a:cubicBezTo>
                    <a:pt x="34" y="299"/>
                    <a:pt x="23" y="289"/>
                    <a:pt x="23" y="276"/>
                  </a:cubicBezTo>
                  <a:cubicBezTo>
                    <a:pt x="23" y="196"/>
                    <a:pt x="23" y="196"/>
                    <a:pt x="23" y="196"/>
                  </a:cubicBezTo>
                  <a:cubicBezTo>
                    <a:pt x="69" y="23"/>
                    <a:pt x="69" y="23"/>
                    <a:pt x="69" y="23"/>
                  </a:cubicBezTo>
                  <a:cubicBezTo>
                    <a:pt x="299" y="23"/>
                    <a:pt x="299" y="23"/>
                    <a:pt x="299" y="23"/>
                  </a:cubicBezTo>
                  <a:cubicBezTo>
                    <a:pt x="346" y="196"/>
                    <a:pt x="346" y="196"/>
                    <a:pt x="346" y="196"/>
                  </a:cubicBezTo>
                  <a:lnTo>
                    <a:pt x="346" y="2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4" name="Freeform 9"/>
            <p:cNvSpPr>
              <a:spLocks noEditPoints="1"/>
            </p:cNvSpPr>
            <p:nvPr/>
          </p:nvSpPr>
          <p:spPr bwMode="auto">
            <a:xfrm>
              <a:off x="8461376" y="8466137"/>
              <a:ext cx="1055689" cy="776288"/>
            </a:xfrm>
            <a:custGeom>
              <a:avLst/>
              <a:gdLst>
                <a:gd name="T0" fmla="*/ 229 w 281"/>
                <a:gd name="T1" fmla="*/ 0 h 207"/>
                <a:gd name="T2" fmla="*/ 51 w 281"/>
                <a:gd name="T3" fmla="*/ 0 h 207"/>
                <a:gd name="T4" fmla="*/ 40 w 281"/>
                <a:gd name="T5" fmla="*/ 9 h 207"/>
                <a:gd name="T6" fmla="*/ 0 w 281"/>
                <a:gd name="T7" fmla="*/ 147 h 207"/>
                <a:gd name="T8" fmla="*/ 2 w 281"/>
                <a:gd name="T9" fmla="*/ 157 h 207"/>
                <a:gd name="T10" fmla="*/ 12 w 281"/>
                <a:gd name="T11" fmla="*/ 161 h 207"/>
                <a:gd name="T12" fmla="*/ 45 w 281"/>
                <a:gd name="T13" fmla="*/ 161 h 207"/>
                <a:gd name="T14" fmla="*/ 58 w 281"/>
                <a:gd name="T15" fmla="*/ 161 h 207"/>
                <a:gd name="T16" fmla="*/ 64 w 281"/>
                <a:gd name="T17" fmla="*/ 161 h 207"/>
                <a:gd name="T18" fmla="*/ 81 w 281"/>
                <a:gd name="T19" fmla="*/ 195 h 207"/>
                <a:gd name="T20" fmla="*/ 101 w 281"/>
                <a:gd name="T21" fmla="*/ 207 h 207"/>
                <a:gd name="T22" fmla="*/ 179 w 281"/>
                <a:gd name="T23" fmla="*/ 207 h 207"/>
                <a:gd name="T24" fmla="*/ 200 w 281"/>
                <a:gd name="T25" fmla="*/ 195 h 207"/>
                <a:gd name="T26" fmla="*/ 217 w 281"/>
                <a:gd name="T27" fmla="*/ 161 h 207"/>
                <a:gd name="T28" fmla="*/ 223 w 281"/>
                <a:gd name="T29" fmla="*/ 161 h 207"/>
                <a:gd name="T30" fmla="*/ 236 w 281"/>
                <a:gd name="T31" fmla="*/ 161 h 207"/>
                <a:gd name="T32" fmla="*/ 269 w 281"/>
                <a:gd name="T33" fmla="*/ 161 h 207"/>
                <a:gd name="T34" fmla="*/ 278 w 281"/>
                <a:gd name="T35" fmla="*/ 157 h 207"/>
                <a:gd name="T36" fmla="*/ 280 w 281"/>
                <a:gd name="T37" fmla="*/ 147 h 207"/>
                <a:gd name="T38" fmla="*/ 241 w 281"/>
                <a:gd name="T39" fmla="*/ 9 h 207"/>
                <a:gd name="T40" fmla="*/ 229 w 281"/>
                <a:gd name="T41" fmla="*/ 0 h 207"/>
                <a:gd name="T42" fmla="*/ 236 w 281"/>
                <a:gd name="T43" fmla="*/ 138 h 207"/>
                <a:gd name="T44" fmla="*/ 217 w 281"/>
                <a:gd name="T45" fmla="*/ 138 h 207"/>
                <a:gd name="T46" fmla="*/ 196 w 281"/>
                <a:gd name="T47" fmla="*/ 151 h 207"/>
                <a:gd name="T48" fmla="*/ 179 w 281"/>
                <a:gd name="T49" fmla="*/ 184 h 207"/>
                <a:gd name="T50" fmla="*/ 101 w 281"/>
                <a:gd name="T51" fmla="*/ 184 h 207"/>
                <a:gd name="T52" fmla="*/ 85 w 281"/>
                <a:gd name="T53" fmla="*/ 151 h 207"/>
                <a:gd name="T54" fmla="*/ 64 w 281"/>
                <a:gd name="T55" fmla="*/ 138 h 207"/>
                <a:gd name="T56" fmla="*/ 45 w 281"/>
                <a:gd name="T57" fmla="*/ 138 h 207"/>
                <a:gd name="T58" fmla="*/ 18 w 281"/>
                <a:gd name="T59" fmla="*/ 138 h 207"/>
                <a:gd name="T60" fmla="*/ 51 w 281"/>
                <a:gd name="T61" fmla="*/ 12 h 207"/>
                <a:gd name="T62" fmla="*/ 229 w 281"/>
                <a:gd name="T63" fmla="*/ 12 h 207"/>
                <a:gd name="T64" fmla="*/ 263 w 281"/>
                <a:gd name="T65" fmla="*/ 138 h 207"/>
                <a:gd name="T66" fmla="*/ 236 w 281"/>
                <a:gd name="T67" fmla="*/ 13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1" h="207">
                  <a:moveTo>
                    <a:pt x="229" y="0"/>
                  </a:moveTo>
                  <a:cubicBezTo>
                    <a:pt x="51" y="0"/>
                    <a:pt x="51" y="0"/>
                    <a:pt x="51" y="0"/>
                  </a:cubicBezTo>
                  <a:cubicBezTo>
                    <a:pt x="46" y="0"/>
                    <a:pt x="41" y="4"/>
                    <a:pt x="40" y="9"/>
                  </a:cubicBezTo>
                  <a:cubicBezTo>
                    <a:pt x="0" y="147"/>
                    <a:pt x="0" y="147"/>
                    <a:pt x="0" y="147"/>
                  </a:cubicBezTo>
                  <a:cubicBezTo>
                    <a:pt x="0" y="150"/>
                    <a:pt x="0" y="154"/>
                    <a:pt x="2" y="157"/>
                  </a:cubicBezTo>
                  <a:cubicBezTo>
                    <a:pt x="5" y="160"/>
                    <a:pt x="8" y="161"/>
                    <a:pt x="12" y="161"/>
                  </a:cubicBezTo>
                  <a:cubicBezTo>
                    <a:pt x="45" y="161"/>
                    <a:pt x="45" y="161"/>
                    <a:pt x="45" y="161"/>
                  </a:cubicBezTo>
                  <a:cubicBezTo>
                    <a:pt x="58" y="161"/>
                    <a:pt x="58" y="161"/>
                    <a:pt x="58" y="161"/>
                  </a:cubicBezTo>
                  <a:cubicBezTo>
                    <a:pt x="64" y="161"/>
                    <a:pt x="64" y="161"/>
                    <a:pt x="64" y="161"/>
                  </a:cubicBezTo>
                  <a:cubicBezTo>
                    <a:pt x="81" y="195"/>
                    <a:pt x="81" y="195"/>
                    <a:pt x="81" y="195"/>
                  </a:cubicBezTo>
                  <a:cubicBezTo>
                    <a:pt x="85" y="203"/>
                    <a:pt x="93" y="207"/>
                    <a:pt x="101" y="207"/>
                  </a:cubicBezTo>
                  <a:cubicBezTo>
                    <a:pt x="179" y="207"/>
                    <a:pt x="179" y="207"/>
                    <a:pt x="179" y="207"/>
                  </a:cubicBezTo>
                  <a:cubicBezTo>
                    <a:pt x="188" y="207"/>
                    <a:pt x="196" y="203"/>
                    <a:pt x="200" y="195"/>
                  </a:cubicBezTo>
                  <a:cubicBezTo>
                    <a:pt x="217" y="161"/>
                    <a:pt x="217" y="161"/>
                    <a:pt x="217" y="161"/>
                  </a:cubicBezTo>
                  <a:cubicBezTo>
                    <a:pt x="223" y="161"/>
                    <a:pt x="223" y="161"/>
                    <a:pt x="223" y="161"/>
                  </a:cubicBezTo>
                  <a:cubicBezTo>
                    <a:pt x="236" y="161"/>
                    <a:pt x="236" y="161"/>
                    <a:pt x="236" y="161"/>
                  </a:cubicBezTo>
                  <a:cubicBezTo>
                    <a:pt x="269" y="161"/>
                    <a:pt x="269" y="161"/>
                    <a:pt x="269" y="161"/>
                  </a:cubicBezTo>
                  <a:cubicBezTo>
                    <a:pt x="273" y="161"/>
                    <a:pt x="276" y="160"/>
                    <a:pt x="278" y="157"/>
                  </a:cubicBezTo>
                  <a:cubicBezTo>
                    <a:pt x="280" y="154"/>
                    <a:pt x="281" y="150"/>
                    <a:pt x="280" y="147"/>
                  </a:cubicBezTo>
                  <a:cubicBezTo>
                    <a:pt x="241" y="9"/>
                    <a:pt x="241" y="9"/>
                    <a:pt x="241" y="9"/>
                  </a:cubicBezTo>
                  <a:cubicBezTo>
                    <a:pt x="239" y="4"/>
                    <a:pt x="235" y="0"/>
                    <a:pt x="229" y="0"/>
                  </a:cubicBezTo>
                  <a:close/>
                  <a:moveTo>
                    <a:pt x="236" y="138"/>
                  </a:moveTo>
                  <a:cubicBezTo>
                    <a:pt x="217" y="138"/>
                    <a:pt x="217" y="138"/>
                    <a:pt x="217" y="138"/>
                  </a:cubicBezTo>
                  <a:cubicBezTo>
                    <a:pt x="208" y="138"/>
                    <a:pt x="200" y="143"/>
                    <a:pt x="196" y="151"/>
                  </a:cubicBezTo>
                  <a:cubicBezTo>
                    <a:pt x="179" y="184"/>
                    <a:pt x="179" y="184"/>
                    <a:pt x="179" y="184"/>
                  </a:cubicBezTo>
                  <a:cubicBezTo>
                    <a:pt x="101" y="184"/>
                    <a:pt x="101" y="184"/>
                    <a:pt x="101" y="184"/>
                  </a:cubicBezTo>
                  <a:cubicBezTo>
                    <a:pt x="85" y="151"/>
                    <a:pt x="85" y="151"/>
                    <a:pt x="85" y="151"/>
                  </a:cubicBezTo>
                  <a:cubicBezTo>
                    <a:pt x="81" y="143"/>
                    <a:pt x="73" y="138"/>
                    <a:pt x="64" y="138"/>
                  </a:cubicBezTo>
                  <a:cubicBezTo>
                    <a:pt x="45" y="138"/>
                    <a:pt x="45" y="138"/>
                    <a:pt x="45" y="138"/>
                  </a:cubicBezTo>
                  <a:cubicBezTo>
                    <a:pt x="18" y="138"/>
                    <a:pt x="18" y="138"/>
                    <a:pt x="18" y="138"/>
                  </a:cubicBezTo>
                  <a:cubicBezTo>
                    <a:pt x="51" y="12"/>
                    <a:pt x="51" y="12"/>
                    <a:pt x="51" y="12"/>
                  </a:cubicBezTo>
                  <a:cubicBezTo>
                    <a:pt x="229" y="12"/>
                    <a:pt x="229" y="12"/>
                    <a:pt x="229" y="12"/>
                  </a:cubicBezTo>
                  <a:cubicBezTo>
                    <a:pt x="263" y="138"/>
                    <a:pt x="263" y="138"/>
                    <a:pt x="263" y="138"/>
                  </a:cubicBezTo>
                  <a:lnTo>
                    <a:pt x="236" y="13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p>
          </p:txBody>
        </p:sp>
      </p:grpSp>
      <p:sp>
        <p:nvSpPr>
          <p:cNvPr id="56" name="TextBox 55"/>
          <p:cNvSpPr txBox="1"/>
          <p:nvPr/>
        </p:nvSpPr>
        <p:spPr>
          <a:xfrm>
            <a:off x="438505" y="4886904"/>
            <a:ext cx="2609497" cy="338554"/>
          </a:xfrm>
          <a:prstGeom prst="rect">
            <a:avLst/>
          </a:prstGeom>
          <a:noFill/>
        </p:spPr>
        <p:txBody>
          <a:bodyPr wrap="none" rtlCol="0">
            <a:spAutoFit/>
          </a:bodyPr>
          <a:lstStyle/>
          <a:p>
            <a:pPr algn="ctr"/>
            <a:r>
              <a:rPr lang="en-US" sz="1600" b="1" dirty="0">
                <a:solidFill>
                  <a:schemeClr val="tx1">
                    <a:lumMod val="50000"/>
                    <a:lumOff val="50000"/>
                  </a:schemeClr>
                </a:solidFill>
                <a:latin typeface="+mj-lt"/>
              </a:rPr>
              <a:t>IP Patent &amp; Development</a:t>
            </a:r>
            <a:endParaRPr lang="id-ID" sz="1600" b="1" dirty="0">
              <a:solidFill>
                <a:schemeClr val="tx1">
                  <a:lumMod val="50000"/>
                  <a:lumOff val="50000"/>
                </a:schemeClr>
              </a:solidFill>
              <a:latin typeface="+mj-lt"/>
            </a:endParaRPr>
          </a:p>
        </p:txBody>
      </p:sp>
      <p:sp>
        <p:nvSpPr>
          <p:cNvPr id="59" name="TextBox 58"/>
          <p:cNvSpPr txBox="1"/>
          <p:nvPr/>
        </p:nvSpPr>
        <p:spPr>
          <a:xfrm>
            <a:off x="3810891" y="2723040"/>
            <a:ext cx="1998817" cy="338554"/>
          </a:xfrm>
          <a:prstGeom prst="rect">
            <a:avLst/>
          </a:prstGeom>
          <a:noFill/>
        </p:spPr>
        <p:txBody>
          <a:bodyPr wrap="none" lIns="91440" tIns="45720" rIns="91440" bIns="45720" rtlCol="0" anchor="t">
            <a:spAutoFit/>
          </a:bodyPr>
          <a:lstStyle/>
          <a:p>
            <a:r>
              <a:rPr lang="en-US" sz="1600" b="1" dirty="0">
                <a:solidFill>
                  <a:schemeClr val="tx1">
                    <a:lumMod val="50000"/>
                    <a:lumOff val="50000"/>
                  </a:schemeClr>
                </a:solidFill>
                <a:latin typeface="+mj-lt"/>
              </a:rPr>
              <a:t>Talent Acquisition</a:t>
            </a:r>
            <a:endParaRPr lang="id-ID" sz="1600" b="1" dirty="0">
              <a:solidFill>
                <a:schemeClr val="tx1">
                  <a:lumMod val="50000"/>
                  <a:lumOff val="50000"/>
                </a:schemeClr>
              </a:solidFill>
              <a:latin typeface="+mj-lt"/>
            </a:endParaRPr>
          </a:p>
        </p:txBody>
      </p:sp>
      <p:sp>
        <p:nvSpPr>
          <p:cNvPr id="62" name="TextBox 61"/>
          <p:cNvSpPr txBox="1"/>
          <p:nvPr/>
        </p:nvSpPr>
        <p:spPr>
          <a:xfrm>
            <a:off x="3723179" y="4846439"/>
            <a:ext cx="2051184" cy="584775"/>
          </a:xfrm>
          <a:prstGeom prst="rect">
            <a:avLst/>
          </a:prstGeom>
          <a:noFill/>
        </p:spPr>
        <p:txBody>
          <a:bodyPr wrap="square" rtlCol="0">
            <a:spAutoFit/>
          </a:bodyPr>
          <a:lstStyle/>
          <a:p>
            <a:pPr algn="ctr"/>
            <a:r>
              <a:rPr lang="en-US" sz="1600" b="1" dirty="0">
                <a:solidFill>
                  <a:schemeClr val="tx1">
                    <a:lumMod val="50000"/>
                    <a:lumOff val="50000"/>
                  </a:schemeClr>
                </a:solidFill>
                <a:latin typeface="+mj-lt"/>
              </a:rPr>
              <a:t>Setting up </a:t>
            </a:r>
          </a:p>
          <a:p>
            <a:pPr algn="ctr"/>
            <a:r>
              <a:rPr lang="en-US" sz="1600" b="1" dirty="0">
                <a:solidFill>
                  <a:schemeClr val="tx1">
                    <a:lumMod val="50000"/>
                    <a:lumOff val="50000"/>
                  </a:schemeClr>
                </a:solidFill>
                <a:latin typeface="+mj-lt"/>
              </a:rPr>
              <a:t>Research Centers</a:t>
            </a:r>
            <a:endParaRPr lang="id-ID" sz="1600" b="1" dirty="0">
              <a:solidFill>
                <a:schemeClr val="tx1">
                  <a:lumMod val="50000"/>
                  <a:lumOff val="50000"/>
                </a:schemeClr>
              </a:solidFill>
              <a:latin typeface="+mj-lt"/>
            </a:endParaRPr>
          </a:p>
        </p:txBody>
      </p:sp>
      <p:sp>
        <p:nvSpPr>
          <p:cNvPr id="77" name="TextBox 76"/>
          <p:cNvSpPr txBox="1"/>
          <p:nvPr/>
        </p:nvSpPr>
        <p:spPr>
          <a:xfrm>
            <a:off x="6859162" y="4872787"/>
            <a:ext cx="2204450" cy="584775"/>
          </a:xfrm>
          <a:prstGeom prst="rect">
            <a:avLst/>
          </a:prstGeom>
          <a:noFill/>
        </p:spPr>
        <p:txBody>
          <a:bodyPr wrap="none" lIns="91440" tIns="45720" rIns="91440" bIns="45720" rtlCol="0" anchor="t">
            <a:spAutoFit/>
          </a:bodyPr>
          <a:lstStyle/>
          <a:p>
            <a:pPr algn="ctr"/>
            <a:r>
              <a:rPr lang="en-US" sz="1600" b="1" dirty="0">
                <a:solidFill>
                  <a:schemeClr val="tx1">
                    <a:lumMod val="50000"/>
                    <a:lumOff val="50000"/>
                  </a:schemeClr>
                </a:solidFill>
                <a:latin typeface="+mj-lt"/>
              </a:rPr>
              <a:t>Executing Industrial </a:t>
            </a:r>
          </a:p>
          <a:p>
            <a:pPr algn="ctr"/>
            <a:r>
              <a:rPr lang="en-US" sz="1600" b="1" dirty="0">
                <a:solidFill>
                  <a:schemeClr val="tx1">
                    <a:lumMod val="50000"/>
                    <a:lumOff val="50000"/>
                  </a:schemeClr>
                </a:solidFill>
                <a:latin typeface="+mj-lt"/>
              </a:rPr>
              <a:t>Projects	</a:t>
            </a:r>
            <a:endParaRPr lang="id-ID" sz="1600" b="1" dirty="0">
              <a:solidFill>
                <a:schemeClr val="tx1">
                  <a:lumMod val="50000"/>
                  <a:lumOff val="50000"/>
                </a:schemeClr>
              </a:solidFill>
              <a:latin typeface="+mj-lt"/>
            </a:endParaRPr>
          </a:p>
        </p:txBody>
      </p:sp>
      <p:sp>
        <p:nvSpPr>
          <p:cNvPr id="101" name="Freeform 22"/>
          <p:cNvSpPr>
            <a:spLocks noEditPoints="1"/>
          </p:cNvSpPr>
          <p:nvPr/>
        </p:nvSpPr>
        <p:spPr bwMode="auto">
          <a:xfrm>
            <a:off x="4624105" y="1790635"/>
            <a:ext cx="422173" cy="304256"/>
          </a:xfrm>
          <a:custGeom>
            <a:avLst/>
            <a:gdLst>
              <a:gd name="T0" fmla="*/ 298 w 368"/>
              <a:gd name="T1" fmla="*/ 94 h 265"/>
              <a:gd name="T2" fmla="*/ 196 w 368"/>
              <a:gd name="T3" fmla="*/ 0 h 265"/>
              <a:gd name="T4" fmla="*/ 102 w 368"/>
              <a:gd name="T5" fmla="*/ 60 h 265"/>
              <a:gd name="T6" fmla="*/ 86 w 368"/>
              <a:gd name="T7" fmla="*/ 58 h 265"/>
              <a:gd name="T8" fmla="*/ 35 w 368"/>
              <a:gd name="T9" fmla="*/ 109 h 265"/>
              <a:gd name="T10" fmla="*/ 37 w 368"/>
              <a:gd name="T11" fmla="*/ 126 h 265"/>
              <a:gd name="T12" fmla="*/ 0 w 368"/>
              <a:gd name="T13" fmla="*/ 190 h 265"/>
              <a:gd name="T14" fmla="*/ 75 w 368"/>
              <a:gd name="T15" fmla="*/ 265 h 265"/>
              <a:gd name="T16" fmla="*/ 75 w 368"/>
              <a:gd name="T17" fmla="*/ 265 h 265"/>
              <a:gd name="T18" fmla="*/ 282 w 368"/>
              <a:gd name="T19" fmla="*/ 265 h 265"/>
              <a:gd name="T20" fmla="*/ 282 w 368"/>
              <a:gd name="T21" fmla="*/ 265 h 265"/>
              <a:gd name="T22" fmla="*/ 368 w 368"/>
              <a:gd name="T23" fmla="*/ 178 h 265"/>
              <a:gd name="T24" fmla="*/ 298 w 368"/>
              <a:gd name="T25" fmla="*/ 94 h 265"/>
              <a:gd name="T26" fmla="*/ 282 w 368"/>
              <a:gd name="T27" fmla="*/ 242 h 265"/>
              <a:gd name="T28" fmla="*/ 282 w 368"/>
              <a:gd name="T29" fmla="*/ 242 h 265"/>
              <a:gd name="T30" fmla="*/ 75 w 368"/>
              <a:gd name="T31" fmla="*/ 242 h 265"/>
              <a:gd name="T32" fmla="*/ 23 w 368"/>
              <a:gd name="T33" fmla="*/ 190 h 265"/>
              <a:gd name="T34" fmla="*/ 49 w 368"/>
              <a:gd name="T35" fmla="*/ 145 h 265"/>
              <a:gd name="T36" fmla="*/ 59 w 368"/>
              <a:gd name="T37" fmla="*/ 118 h 265"/>
              <a:gd name="T38" fmla="*/ 58 w 368"/>
              <a:gd name="T39" fmla="*/ 109 h 265"/>
              <a:gd name="T40" fmla="*/ 86 w 368"/>
              <a:gd name="T41" fmla="*/ 81 h 265"/>
              <a:gd name="T42" fmla="*/ 102 w 368"/>
              <a:gd name="T43" fmla="*/ 83 h 265"/>
              <a:gd name="T44" fmla="*/ 123 w 368"/>
              <a:gd name="T45" fmla="*/ 70 h 265"/>
              <a:gd name="T46" fmla="*/ 196 w 368"/>
              <a:gd name="T47" fmla="*/ 23 h 265"/>
              <a:gd name="T48" fmla="*/ 275 w 368"/>
              <a:gd name="T49" fmla="*/ 96 h 265"/>
              <a:gd name="T50" fmla="*/ 294 w 368"/>
              <a:gd name="T51" fmla="*/ 116 h 265"/>
              <a:gd name="T52" fmla="*/ 345 w 368"/>
              <a:gd name="T53" fmla="*/ 178 h 265"/>
              <a:gd name="T54" fmla="*/ 282 w 368"/>
              <a:gd name="T55" fmla="*/ 24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68" h="265">
                <a:moveTo>
                  <a:pt x="298" y="94"/>
                </a:moveTo>
                <a:cubicBezTo>
                  <a:pt x="293" y="41"/>
                  <a:pt x="250" y="0"/>
                  <a:pt x="196" y="0"/>
                </a:cubicBezTo>
                <a:cubicBezTo>
                  <a:pt x="154" y="0"/>
                  <a:pt x="118" y="25"/>
                  <a:pt x="102" y="60"/>
                </a:cubicBezTo>
                <a:cubicBezTo>
                  <a:pt x="97" y="59"/>
                  <a:pt x="92" y="58"/>
                  <a:pt x="86" y="58"/>
                </a:cubicBezTo>
                <a:cubicBezTo>
                  <a:pt x="58" y="58"/>
                  <a:pt x="35" y="81"/>
                  <a:pt x="35" y="109"/>
                </a:cubicBezTo>
                <a:cubicBezTo>
                  <a:pt x="35" y="115"/>
                  <a:pt x="36" y="120"/>
                  <a:pt x="37" y="126"/>
                </a:cubicBezTo>
                <a:cubicBezTo>
                  <a:pt x="15" y="139"/>
                  <a:pt x="0" y="162"/>
                  <a:pt x="0" y="190"/>
                </a:cubicBezTo>
                <a:cubicBezTo>
                  <a:pt x="0" y="231"/>
                  <a:pt x="34" y="265"/>
                  <a:pt x="75" y="265"/>
                </a:cubicBezTo>
                <a:cubicBezTo>
                  <a:pt x="75" y="265"/>
                  <a:pt x="75" y="265"/>
                  <a:pt x="75" y="265"/>
                </a:cubicBezTo>
                <a:cubicBezTo>
                  <a:pt x="282" y="265"/>
                  <a:pt x="282" y="265"/>
                  <a:pt x="282" y="265"/>
                </a:cubicBezTo>
                <a:cubicBezTo>
                  <a:pt x="282" y="265"/>
                  <a:pt x="282" y="265"/>
                  <a:pt x="282" y="265"/>
                </a:cubicBezTo>
                <a:cubicBezTo>
                  <a:pt x="330" y="265"/>
                  <a:pt x="368" y="226"/>
                  <a:pt x="368" y="178"/>
                </a:cubicBezTo>
                <a:cubicBezTo>
                  <a:pt x="368" y="136"/>
                  <a:pt x="338" y="101"/>
                  <a:pt x="298" y="94"/>
                </a:cubicBezTo>
                <a:close/>
                <a:moveTo>
                  <a:pt x="282" y="242"/>
                </a:moveTo>
                <a:cubicBezTo>
                  <a:pt x="282" y="242"/>
                  <a:pt x="282" y="242"/>
                  <a:pt x="282" y="242"/>
                </a:cubicBezTo>
                <a:cubicBezTo>
                  <a:pt x="75" y="242"/>
                  <a:pt x="75" y="242"/>
                  <a:pt x="75" y="242"/>
                </a:cubicBezTo>
                <a:cubicBezTo>
                  <a:pt x="46" y="242"/>
                  <a:pt x="23" y="219"/>
                  <a:pt x="23" y="190"/>
                </a:cubicBezTo>
                <a:cubicBezTo>
                  <a:pt x="23" y="172"/>
                  <a:pt x="33" y="155"/>
                  <a:pt x="49" y="145"/>
                </a:cubicBezTo>
                <a:cubicBezTo>
                  <a:pt x="65" y="136"/>
                  <a:pt x="66" y="135"/>
                  <a:pt x="59" y="118"/>
                </a:cubicBezTo>
                <a:cubicBezTo>
                  <a:pt x="58" y="115"/>
                  <a:pt x="58" y="112"/>
                  <a:pt x="58" y="109"/>
                </a:cubicBezTo>
                <a:cubicBezTo>
                  <a:pt x="58" y="94"/>
                  <a:pt x="70" y="81"/>
                  <a:pt x="86" y="81"/>
                </a:cubicBezTo>
                <a:cubicBezTo>
                  <a:pt x="86" y="81"/>
                  <a:pt x="94" y="80"/>
                  <a:pt x="102" y="83"/>
                </a:cubicBezTo>
                <a:cubicBezTo>
                  <a:pt x="115" y="89"/>
                  <a:pt x="117" y="83"/>
                  <a:pt x="123" y="70"/>
                </a:cubicBezTo>
                <a:cubicBezTo>
                  <a:pt x="136" y="41"/>
                  <a:pt x="165" y="23"/>
                  <a:pt x="196" y="23"/>
                </a:cubicBezTo>
                <a:cubicBezTo>
                  <a:pt x="237" y="23"/>
                  <a:pt x="271" y="54"/>
                  <a:pt x="275" y="96"/>
                </a:cubicBezTo>
                <a:cubicBezTo>
                  <a:pt x="277" y="112"/>
                  <a:pt x="277" y="112"/>
                  <a:pt x="294" y="116"/>
                </a:cubicBezTo>
                <a:cubicBezTo>
                  <a:pt x="324" y="122"/>
                  <a:pt x="345" y="148"/>
                  <a:pt x="345" y="178"/>
                </a:cubicBezTo>
                <a:cubicBezTo>
                  <a:pt x="345" y="213"/>
                  <a:pt x="317" y="242"/>
                  <a:pt x="282" y="24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p>
        </p:txBody>
      </p:sp>
      <p:sp>
        <p:nvSpPr>
          <p:cNvPr id="102" name="Rectangle 101"/>
          <p:cNvSpPr/>
          <p:nvPr/>
        </p:nvSpPr>
        <p:spPr>
          <a:xfrm rot="16200000">
            <a:off x="2671769" y="5465767"/>
            <a:ext cx="75246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3" name="Rectangle 102"/>
          <p:cNvSpPr/>
          <p:nvPr/>
        </p:nvSpPr>
        <p:spPr>
          <a:xfrm rot="16200000">
            <a:off x="4703767" y="5465765"/>
            <a:ext cx="75246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4" name="Rectangle 103"/>
          <p:cNvSpPr/>
          <p:nvPr/>
        </p:nvSpPr>
        <p:spPr>
          <a:xfrm rot="16200000">
            <a:off x="6735765" y="5465764"/>
            <a:ext cx="75247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5" name="Rectangle 104"/>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8" name="Group 107"/>
          <p:cNvGrpSpPr/>
          <p:nvPr/>
        </p:nvGrpSpPr>
        <p:grpSpPr>
          <a:xfrm>
            <a:off x="2" y="6736617"/>
            <a:ext cx="12191999" cy="134339"/>
            <a:chOff x="2" y="2110197"/>
            <a:chExt cx="12191999" cy="134339"/>
          </a:xfrm>
        </p:grpSpPr>
        <p:sp>
          <p:nvSpPr>
            <p:cNvPr id="109" name="Rectangle 108"/>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0" name="Rectangle 109"/>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1" name="Rectangle 110"/>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2" name="Rectangle 111"/>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3" name="Rectangle 112"/>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4" name="Rectangle 113"/>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115" name="Picture 114" descr="Orena_Logo_Final.png"/>
          <p:cNvPicPr>
            <a:picLocks noChangeAspect="1"/>
          </p:cNvPicPr>
          <p:nvPr/>
        </p:nvPicPr>
        <p:blipFill>
          <a:blip r:embed="rId2" cstate="screen"/>
          <a:stretch>
            <a:fillRect/>
          </a:stretch>
        </p:blipFill>
        <p:spPr>
          <a:xfrm>
            <a:off x="10203327" y="5517170"/>
            <a:ext cx="1932071" cy="1207206"/>
          </a:xfrm>
          <a:prstGeom prst="rect">
            <a:avLst/>
          </a:prstGeom>
        </p:spPr>
      </p:pic>
      <p:sp>
        <p:nvSpPr>
          <p:cNvPr id="116" name="Rectangle 115"/>
          <p:cNvSpPr/>
          <p:nvPr/>
        </p:nvSpPr>
        <p:spPr>
          <a:xfrm rot="16200000">
            <a:off x="661425" y="5431040"/>
            <a:ext cx="752475" cy="207532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7" name="Rectangle 116"/>
          <p:cNvSpPr/>
          <p:nvPr/>
        </p:nvSpPr>
        <p:spPr>
          <a:xfrm rot="16200000">
            <a:off x="948831" y="5774831"/>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9" name="TextBox 118"/>
          <p:cNvSpPr txBox="1"/>
          <p:nvPr/>
        </p:nvSpPr>
        <p:spPr>
          <a:xfrm>
            <a:off x="442843" y="2698176"/>
            <a:ext cx="2430474" cy="338554"/>
          </a:xfrm>
          <a:prstGeom prst="rect">
            <a:avLst/>
          </a:prstGeom>
          <a:noFill/>
        </p:spPr>
        <p:txBody>
          <a:bodyPr wrap="none" lIns="91440" tIns="45720" rIns="91440" bIns="45720" rtlCol="0" anchor="t">
            <a:spAutoFit/>
          </a:bodyPr>
          <a:lstStyle/>
          <a:p>
            <a:pPr algn="ctr"/>
            <a:r>
              <a:rPr lang="en-US" sz="1600" b="1" dirty="0">
                <a:solidFill>
                  <a:schemeClr val="tx1">
                    <a:lumMod val="50000"/>
                    <a:lumOff val="50000"/>
                  </a:schemeClr>
                </a:solidFill>
                <a:latin typeface="+mj-lt"/>
              </a:rPr>
              <a:t>Making Industry Ready</a:t>
            </a:r>
            <a:endParaRPr lang="id-ID" sz="1600" b="1" dirty="0">
              <a:solidFill>
                <a:schemeClr val="tx1">
                  <a:lumMod val="50000"/>
                  <a:lumOff val="50000"/>
                </a:schemeClr>
              </a:solidFill>
              <a:latin typeface="+mj-lt"/>
              <a:ea typeface="Source Sans Pro Light"/>
            </a:endParaRPr>
          </a:p>
        </p:txBody>
      </p:sp>
      <p:sp>
        <p:nvSpPr>
          <p:cNvPr id="8" name="TextBox 7">
            <a:extLst>
              <a:ext uri="{FF2B5EF4-FFF2-40B4-BE49-F238E27FC236}">
                <a16:creationId xmlns:a16="http://schemas.microsoft.com/office/drawing/2014/main" id="{CC2B9EF1-36F8-4F66-B1D5-9D18034A8FA8}"/>
              </a:ext>
            </a:extLst>
          </p:cNvPr>
          <p:cNvSpPr txBox="1"/>
          <p:nvPr/>
        </p:nvSpPr>
        <p:spPr>
          <a:xfrm>
            <a:off x="6985950" y="2653618"/>
            <a:ext cx="206746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solidFill>
                  <a:schemeClr val="tx1">
                    <a:lumMod val="50000"/>
                    <a:lumOff val="50000"/>
                  </a:schemeClr>
                </a:solidFill>
                <a:latin typeface="+mj-lt"/>
                <a:ea typeface="Source Sans Pro Light"/>
              </a:rPr>
              <a:t>Expert Exchange </a:t>
            </a:r>
          </a:p>
        </p:txBody>
      </p:sp>
      <p:sp>
        <p:nvSpPr>
          <p:cNvPr id="4" name="TextBox 3">
            <a:extLst>
              <a:ext uri="{FF2B5EF4-FFF2-40B4-BE49-F238E27FC236}">
                <a16:creationId xmlns:a16="http://schemas.microsoft.com/office/drawing/2014/main" id="{5BE157CD-838E-4903-BFEA-63028709BA0F}"/>
              </a:ext>
            </a:extLst>
          </p:cNvPr>
          <p:cNvSpPr txBox="1"/>
          <p:nvPr/>
        </p:nvSpPr>
        <p:spPr>
          <a:xfrm>
            <a:off x="9392198" y="2645414"/>
            <a:ext cx="27432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solidFill>
                  <a:schemeClr val="tx1">
                    <a:lumMod val="50000"/>
                    <a:lumOff val="50000"/>
                  </a:schemeClr>
                </a:solidFill>
                <a:latin typeface="+mj-lt"/>
                <a:ea typeface="Source Sans Pro Light"/>
              </a:rPr>
              <a:t>Corporate Workshop</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55750" y="1631368"/>
            <a:ext cx="1154938" cy="811344"/>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5503" y="1621549"/>
            <a:ext cx="1521875" cy="851879"/>
          </a:xfrm>
          <a:prstGeom prst="rect">
            <a:avLst/>
          </a:prstGeom>
        </p:spPr>
      </p:pic>
      <p:sp>
        <p:nvSpPr>
          <p:cNvPr id="11" name="AutoShape 2" descr="Beyond22 - Expert-Exchange"/>
          <p:cNvSpPr>
            <a:spLocks noChangeAspect="1" noChangeArrowheads="1"/>
          </p:cNvSpPr>
          <p:nvPr/>
        </p:nvSpPr>
        <p:spPr bwMode="auto">
          <a:xfrm>
            <a:off x="2032000" y="65608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12000" y="1573644"/>
            <a:ext cx="1197005" cy="950004"/>
          </a:xfrm>
          <a:prstGeom prst="rect">
            <a:avLst/>
          </a:prstGeom>
        </p:spPr>
      </p:pic>
      <p:sp>
        <p:nvSpPr>
          <p:cNvPr id="15" name="AutoShape 8" descr="TEST-Workshops | Verena Martin"/>
          <p:cNvSpPr>
            <a:spLocks noChangeAspect="1" noChangeArrowheads="1"/>
          </p:cNvSpPr>
          <p:nvPr/>
        </p:nvSpPr>
        <p:spPr bwMode="auto">
          <a:xfrm>
            <a:off x="155575" y="-822325"/>
            <a:ext cx="2571750" cy="1714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788931" y="1649013"/>
            <a:ext cx="1182459" cy="788306"/>
          </a:xfrm>
          <a:prstGeom prst="rect">
            <a:avLst/>
          </a:prstGeom>
        </p:spPr>
      </p:pic>
      <p:pic>
        <p:nvPicPr>
          <p:cNvPr id="18" name="Picture 1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90660" y="3727289"/>
            <a:ext cx="1636718" cy="695794"/>
          </a:xfrm>
          <a:prstGeom prst="rect">
            <a:avLst/>
          </a:prstGeom>
        </p:spPr>
      </p:pic>
      <p:pic>
        <p:nvPicPr>
          <p:cNvPr id="19" name="Picture 1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96100" y="3598730"/>
            <a:ext cx="1014588" cy="824353"/>
          </a:xfrm>
          <a:prstGeom prst="rect">
            <a:avLst/>
          </a:prstGeom>
        </p:spPr>
      </p:pic>
      <p:pic>
        <p:nvPicPr>
          <p:cNvPr id="23" name="Picture 2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221248" y="3237705"/>
            <a:ext cx="1203539" cy="1384674"/>
          </a:xfrm>
          <a:prstGeom prst="rect">
            <a:avLst/>
          </a:prstGeom>
        </p:spPr>
      </p:pic>
    </p:spTree>
    <p:extLst>
      <p:ext uri="{BB962C8B-B14F-4D97-AF65-F5344CB8AC3E}">
        <p14:creationId xmlns:p14="http://schemas.microsoft.com/office/powerpoint/2010/main" val="75255420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52"/>
                                        </p:tgtEl>
                                        <p:attrNameLst>
                                          <p:attrName>style.visibility</p:attrName>
                                        </p:attrNameLst>
                                      </p:cBhvr>
                                      <p:to>
                                        <p:strVal val="visible"/>
                                      </p:to>
                                    </p:set>
                                    <p:anim calcmode="lin" valueType="num">
                                      <p:cBhvr>
                                        <p:cTn id="13" dur="500" fill="hold"/>
                                        <p:tgtEl>
                                          <p:spTgt spid="52"/>
                                        </p:tgtEl>
                                        <p:attrNameLst>
                                          <p:attrName>ppt_w</p:attrName>
                                        </p:attrNameLst>
                                      </p:cBhvr>
                                      <p:tavLst>
                                        <p:tav tm="0">
                                          <p:val>
                                            <p:fltVal val="0"/>
                                          </p:val>
                                        </p:tav>
                                        <p:tav tm="100000">
                                          <p:val>
                                            <p:strVal val="#ppt_w"/>
                                          </p:val>
                                        </p:tav>
                                      </p:tavLst>
                                    </p:anim>
                                    <p:anim calcmode="lin" valueType="num">
                                      <p:cBhvr>
                                        <p:cTn id="14" dur="500" fill="hold"/>
                                        <p:tgtEl>
                                          <p:spTgt spid="52"/>
                                        </p:tgtEl>
                                        <p:attrNameLst>
                                          <p:attrName>ppt_h</p:attrName>
                                        </p:attrNameLst>
                                      </p:cBhvr>
                                      <p:tavLst>
                                        <p:tav tm="0">
                                          <p:val>
                                            <p:fltVal val="0"/>
                                          </p:val>
                                        </p:tav>
                                        <p:tav tm="100000">
                                          <p:val>
                                            <p:strVal val="#ppt_h"/>
                                          </p:val>
                                        </p:tav>
                                      </p:tavLst>
                                    </p:anim>
                                    <p:animEffect transition="in" filter="fade">
                                      <p:cBhvr>
                                        <p:cTn id="15" dur="500"/>
                                        <p:tgtEl>
                                          <p:spTgt spid="52"/>
                                        </p:tgtEl>
                                      </p:cBhvr>
                                    </p:animEffect>
                                  </p:childTnLst>
                                </p:cTn>
                              </p:par>
                            </p:childTnLst>
                          </p:cTn>
                        </p:par>
                        <p:par>
                          <p:cTn id="16" fill="hold">
                            <p:stCondLst>
                              <p:cond delay="10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childTnLst>
                                </p:cTn>
                              </p:par>
                            </p:childTnLst>
                          </p:cTn>
                        </p:par>
                        <p:par>
                          <p:cTn id="20" fill="hold">
                            <p:stCondLst>
                              <p:cond delay="1500"/>
                            </p:stCondLst>
                            <p:childTnLst>
                              <p:par>
                                <p:cTn id="21" presetID="53" presetClass="entr" presetSubtype="16" fill="hold" grpId="0" nodeType="afterEffect">
                                  <p:stCondLst>
                                    <p:cond delay="0"/>
                                  </p:stCondLst>
                                  <p:childTnLst>
                                    <p:set>
                                      <p:cBhvr>
                                        <p:cTn id="22" dur="1" fill="hold">
                                          <p:stCondLst>
                                            <p:cond delay="0"/>
                                          </p:stCondLst>
                                        </p:cTn>
                                        <p:tgtEl>
                                          <p:spTgt spid="101"/>
                                        </p:tgtEl>
                                        <p:attrNameLst>
                                          <p:attrName>style.visibility</p:attrName>
                                        </p:attrNameLst>
                                      </p:cBhvr>
                                      <p:to>
                                        <p:strVal val="visible"/>
                                      </p:to>
                                    </p:set>
                                    <p:anim calcmode="lin" valueType="num">
                                      <p:cBhvr>
                                        <p:cTn id="23" dur="500" fill="hold"/>
                                        <p:tgtEl>
                                          <p:spTgt spid="101"/>
                                        </p:tgtEl>
                                        <p:attrNameLst>
                                          <p:attrName>ppt_w</p:attrName>
                                        </p:attrNameLst>
                                      </p:cBhvr>
                                      <p:tavLst>
                                        <p:tav tm="0">
                                          <p:val>
                                            <p:fltVal val="0"/>
                                          </p:val>
                                        </p:tav>
                                        <p:tav tm="100000">
                                          <p:val>
                                            <p:strVal val="#ppt_w"/>
                                          </p:val>
                                        </p:tav>
                                      </p:tavLst>
                                    </p:anim>
                                    <p:anim calcmode="lin" valueType="num">
                                      <p:cBhvr>
                                        <p:cTn id="24" dur="500" fill="hold"/>
                                        <p:tgtEl>
                                          <p:spTgt spid="101"/>
                                        </p:tgtEl>
                                        <p:attrNameLst>
                                          <p:attrName>ppt_h</p:attrName>
                                        </p:attrNameLst>
                                      </p:cBhvr>
                                      <p:tavLst>
                                        <p:tav tm="0">
                                          <p:val>
                                            <p:fltVal val="0"/>
                                          </p:val>
                                        </p:tav>
                                        <p:tav tm="100000">
                                          <p:val>
                                            <p:strVal val="#ppt_h"/>
                                          </p:val>
                                        </p:tav>
                                      </p:tavLst>
                                    </p:anim>
                                    <p:animEffect transition="in" filter="fade">
                                      <p:cBhvr>
                                        <p:cTn id="25" dur="500"/>
                                        <p:tgtEl>
                                          <p:spTgt spid="101"/>
                                        </p:tgtEl>
                                      </p:cBhvr>
                                    </p:animEffect>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59"/>
                                        </p:tgtEl>
                                        <p:attrNameLst>
                                          <p:attrName>style.visibility</p:attrName>
                                        </p:attrNameLst>
                                      </p:cBhvr>
                                      <p:to>
                                        <p:strVal val="visible"/>
                                      </p:to>
                                    </p:set>
                                    <p:animEffect transition="in" filter="fade">
                                      <p:cBhvr>
                                        <p:cTn id="29" dur="500"/>
                                        <p:tgtEl>
                                          <p:spTgt spid="59"/>
                                        </p:tgtEl>
                                      </p:cBhvr>
                                    </p:animEffect>
                                  </p:childTnLst>
                                </p:cTn>
                              </p:par>
                            </p:childTnLst>
                          </p:cTn>
                        </p:par>
                        <p:par>
                          <p:cTn id="30" fill="hold">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56"/>
                                        </p:tgtEl>
                                        <p:attrNameLst>
                                          <p:attrName>style.visibility</p:attrName>
                                        </p:attrNameLst>
                                      </p:cBhvr>
                                      <p:to>
                                        <p:strVal val="visible"/>
                                      </p:to>
                                    </p:set>
                                    <p:animEffect transition="in" filter="fade">
                                      <p:cBhvr>
                                        <p:cTn id="33" dur="500"/>
                                        <p:tgtEl>
                                          <p:spTgt spid="56"/>
                                        </p:tgtEl>
                                      </p:cBhvr>
                                    </p:animEffect>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fade">
                                      <p:cBhvr>
                                        <p:cTn id="37" dur="500"/>
                                        <p:tgtEl>
                                          <p:spTgt spid="62"/>
                                        </p:tgtEl>
                                      </p:cBhvr>
                                    </p:animEffect>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77"/>
                                        </p:tgtEl>
                                        <p:attrNameLst>
                                          <p:attrName>style.visibility</p:attrName>
                                        </p:attrNameLst>
                                      </p:cBhvr>
                                      <p:to>
                                        <p:strVal val="visible"/>
                                      </p:to>
                                    </p:set>
                                    <p:animEffect transition="in" filter="fade">
                                      <p:cBhvr>
                                        <p:cTn id="41" dur="500"/>
                                        <p:tgtEl>
                                          <p:spTgt spid="77"/>
                                        </p:tgtEl>
                                      </p:cBhvr>
                                    </p:animEffect>
                                  </p:childTnLst>
                                </p:cTn>
                              </p:par>
                            </p:childTnLst>
                          </p:cTn>
                        </p:par>
                        <p:par>
                          <p:cTn id="42" fill="hold">
                            <p:stCondLst>
                              <p:cond delay="4000"/>
                            </p:stCondLst>
                            <p:childTnLst>
                              <p:par>
                                <p:cTn id="43" presetID="10" presetClass="entr" presetSubtype="0" fill="hold" nodeType="afterEffect">
                                  <p:stCondLst>
                                    <p:cond delay="0"/>
                                  </p:stCondLst>
                                  <p:childTnLst>
                                    <p:set>
                                      <p:cBhvr>
                                        <p:cTn id="44" dur="1" fill="hold">
                                          <p:stCondLst>
                                            <p:cond delay="0"/>
                                          </p:stCondLst>
                                        </p:cTn>
                                        <p:tgtEl>
                                          <p:spTgt spid="108"/>
                                        </p:tgtEl>
                                        <p:attrNameLst>
                                          <p:attrName>style.visibility</p:attrName>
                                        </p:attrNameLst>
                                      </p:cBhvr>
                                      <p:to>
                                        <p:strVal val="visible"/>
                                      </p:to>
                                    </p:set>
                                    <p:animEffect transition="in" filter="fade">
                                      <p:cBhvr>
                                        <p:cTn id="45" dur="500"/>
                                        <p:tgtEl>
                                          <p:spTgt spid="108"/>
                                        </p:tgtEl>
                                      </p:cBhvr>
                                    </p:animEffect>
                                  </p:childTnLst>
                                </p:cTn>
                              </p:par>
                            </p:childTnLst>
                          </p:cTn>
                        </p:par>
                        <p:par>
                          <p:cTn id="46" fill="hold">
                            <p:stCondLst>
                              <p:cond delay="4500"/>
                            </p:stCondLst>
                            <p:childTnLst>
                              <p:par>
                                <p:cTn id="47" presetID="42" presetClass="entr" presetSubtype="0" fill="hold" grpId="0" nodeType="afterEffect">
                                  <p:stCondLst>
                                    <p:cond delay="0"/>
                                  </p:stCondLst>
                                  <p:childTnLst>
                                    <p:set>
                                      <p:cBhvr>
                                        <p:cTn id="48" dur="1" fill="hold">
                                          <p:stCondLst>
                                            <p:cond delay="0"/>
                                          </p:stCondLst>
                                        </p:cTn>
                                        <p:tgtEl>
                                          <p:spTgt spid="102"/>
                                        </p:tgtEl>
                                        <p:attrNameLst>
                                          <p:attrName>style.visibility</p:attrName>
                                        </p:attrNameLst>
                                      </p:cBhvr>
                                      <p:to>
                                        <p:strVal val="visible"/>
                                      </p:to>
                                    </p:set>
                                    <p:animEffect transition="in" filter="fade">
                                      <p:cBhvr>
                                        <p:cTn id="49" dur="500"/>
                                        <p:tgtEl>
                                          <p:spTgt spid="102"/>
                                        </p:tgtEl>
                                      </p:cBhvr>
                                    </p:animEffect>
                                    <p:anim calcmode="lin" valueType="num">
                                      <p:cBhvr>
                                        <p:cTn id="50" dur="500" fill="hold"/>
                                        <p:tgtEl>
                                          <p:spTgt spid="102"/>
                                        </p:tgtEl>
                                        <p:attrNameLst>
                                          <p:attrName>ppt_x</p:attrName>
                                        </p:attrNameLst>
                                      </p:cBhvr>
                                      <p:tavLst>
                                        <p:tav tm="0">
                                          <p:val>
                                            <p:strVal val="#ppt_x"/>
                                          </p:val>
                                        </p:tav>
                                        <p:tav tm="100000">
                                          <p:val>
                                            <p:strVal val="#ppt_x"/>
                                          </p:val>
                                        </p:tav>
                                      </p:tavLst>
                                    </p:anim>
                                    <p:anim calcmode="lin" valueType="num">
                                      <p:cBhvr>
                                        <p:cTn id="51" dur="500" fill="hold"/>
                                        <p:tgtEl>
                                          <p:spTgt spid="102"/>
                                        </p:tgtEl>
                                        <p:attrNameLst>
                                          <p:attrName>ppt_y</p:attrName>
                                        </p:attrNameLst>
                                      </p:cBhvr>
                                      <p:tavLst>
                                        <p:tav tm="0">
                                          <p:val>
                                            <p:strVal val="#ppt_y+.1"/>
                                          </p:val>
                                        </p:tav>
                                        <p:tav tm="100000">
                                          <p:val>
                                            <p:strVal val="#ppt_y"/>
                                          </p:val>
                                        </p:tav>
                                      </p:tavLst>
                                    </p:anim>
                                  </p:childTnLst>
                                </p:cTn>
                              </p:par>
                            </p:childTnLst>
                          </p:cTn>
                        </p:par>
                        <p:par>
                          <p:cTn id="52" fill="hold">
                            <p:stCondLst>
                              <p:cond delay="5000"/>
                            </p:stCondLst>
                            <p:childTnLst>
                              <p:par>
                                <p:cTn id="53" presetID="42" presetClass="entr" presetSubtype="0" fill="hold" grpId="0" nodeType="afterEffect">
                                  <p:stCondLst>
                                    <p:cond delay="0"/>
                                  </p:stCondLst>
                                  <p:childTnLst>
                                    <p:set>
                                      <p:cBhvr>
                                        <p:cTn id="54" dur="1" fill="hold">
                                          <p:stCondLst>
                                            <p:cond delay="0"/>
                                          </p:stCondLst>
                                        </p:cTn>
                                        <p:tgtEl>
                                          <p:spTgt spid="103"/>
                                        </p:tgtEl>
                                        <p:attrNameLst>
                                          <p:attrName>style.visibility</p:attrName>
                                        </p:attrNameLst>
                                      </p:cBhvr>
                                      <p:to>
                                        <p:strVal val="visible"/>
                                      </p:to>
                                    </p:set>
                                    <p:animEffect transition="in" filter="fade">
                                      <p:cBhvr>
                                        <p:cTn id="55" dur="500"/>
                                        <p:tgtEl>
                                          <p:spTgt spid="103"/>
                                        </p:tgtEl>
                                      </p:cBhvr>
                                    </p:animEffect>
                                    <p:anim calcmode="lin" valueType="num">
                                      <p:cBhvr>
                                        <p:cTn id="56" dur="500" fill="hold"/>
                                        <p:tgtEl>
                                          <p:spTgt spid="103"/>
                                        </p:tgtEl>
                                        <p:attrNameLst>
                                          <p:attrName>ppt_x</p:attrName>
                                        </p:attrNameLst>
                                      </p:cBhvr>
                                      <p:tavLst>
                                        <p:tav tm="0">
                                          <p:val>
                                            <p:strVal val="#ppt_x"/>
                                          </p:val>
                                        </p:tav>
                                        <p:tav tm="100000">
                                          <p:val>
                                            <p:strVal val="#ppt_x"/>
                                          </p:val>
                                        </p:tav>
                                      </p:tavLst>
                                    </p:anim>
                                    <p:anim calcmode="lin" valueType="num">
                                      <p:cBhvr>
                                        <p:cTn id="57" dur="500" fill="hold"/>
                                        <p:tgtEl>
                                          <p:spTgt spid="103"/>
                                        </p:tgtEl>
                                        <p:attrNameLst>
                                          <p:attrName>ppt_y</p:attrName>
                                        </p:attrNameLst>
                                      </p:cBhvr>
                                      <p:tavLst>
                                        <p:tav tm="0">
                                          <p:val>
                                            <p:strVal val="#ppt_y+.1"/>
                                          </p:val>
                                        </p:tav>
                                        <p:tav tm="100000">
                                          <p:val>
                                            <p:strVal val="#ppt_y"/>
                                          </p:val>
                                        </p:tav>
                                      </p:tavLst>
                                    </p:anim>
                                  </p:childTnLst>
                                </p:cTn>
                              </p:par>
                            </p:childTnLst>
                          </p:cTn>
                        </p:par>
                        <p:par>
                          <p:cTn id="58" fill="hold">
                            <p:stCondLst>
                              <p:cond delay="5500"/>
                            </p:stCondLst>
                            <p:childTnLst>
                              <p:par>
                                <p:cTn id="59" presetID="42" presetClass="entr" presetSubtype="0" fill="hold" grpId="0" nodeType="afterEffect">
                                  <p:stCondLst>
                                    <p:cond delay="0"/>
                                  </p:stCondLst>
                                  <p:childTnLst>
                                    <p:set>
                                      <p:cBhvr>
                                        <p:cTn id="60" dur="1" fill="hold">
                                          <p:stCondLst>
                                            <p:cond delay="0"/>
                                          </p:stCondLst>
                                        </p:cTn>
                                        <p:tgtEl>
                                          <p:spTgt spid="104"/>
                                        </p:tgtEl>
                                        <p:attrNameLst>
                                          <p:attrName>style.visibility</p:attrName>
                                        </p:attrNameLst>
                                      </p:cBhvr>
                                      <p:to>
                                        <p:strVal val="visible"/>
                                      </p:to>
                                    </p:set>
                                    <p:animEffect transition="in" filter="fade">
                                      <p:cBhvr>
                                        <p:cTn id="61" dur="500"/>
                                        <p:tgtEl>
                                          <p:spTgt spid="104"/>
                                        </p:tgtEl>
                                      </p:cBhvr>
                                    </p:animEffect>
                                    <p:anim calcmode="lin" valueType="num">
                                      <p:cBhvr>
                                        <p:cTn id="62" dur="500" fill="hold"/>
                                        <p:tgtEl>
                                          <p:spTgt spid="104"/>
                                        </p:tgtEl>
                                        <p:attrNameLst>
                                          <p:attrName>ppt_x</p:attrName>
                                        </p:attrNameLst>
                                      </p:cBhvr>
                                      <p:tavLst>
                                        <p:tav tm="0">
                                          <p:val>
                                            <p:strVal val="#ppt_x"/>
                                          </p:val>
                                        </p:tav>
                                        <p:tav tm="100000">
                                          <p:val>
                                            <p:strVal val="#ppt_x"/>
                                          </p:val>
                                        </p:tav>
                                      </p:tavLst>
                                    </p:anim>
                                    <p:anim calcmode="lin" valueType="num">
                                      <p:cBhvr>
                                        <p:cTn id="63" dur="500" fill="hold"/>
                                        <p:tgtEl>
                                          <p:spTgt spid="104"/>
                                        </p:tgtEl>
                                        <p:attrNameLst>
                                          <p:attrName>ppt_y</p:attrName>
                                        </p:attrNameLst>
                                      </p:cBhvr>
                                      <p:tavLst>
                                        <p:tav tm="0">
                                          <p:val>
                                            <p:strVal val="#ppt_y+.1"/>
                                          </p:val>
                                        </p:tav>
                                        <p:tav tm="100000">
                                          <p:val>
                                            <p:strVal val="#ppt_y"/>
                                          </p:val>
                                        </p:tav>
                                      </p:tavLst>
                                    </p:anim>
                                  </p:childTnLst>
                                </p:cTn>
                              </p:par>
                            </p:childTnLst>
                          </p:cTn>
                        </p:par>
                        <p:par>
                          <p:cTn id="64" fill="hold">
                            <p:stCondLst>
                              <p:cond delay="6000"/>
                            </p:stCondLst>
                            <p:childTnLst>
                              <p:par>
                                <p:cTn id="65" presetID="42" presetClass="entr" presetSubtype="0" fill="hold" grpId="0" nodeType="afterEffect">
                                  <p:stCondLst>
                                    <p:cond delay="0"/>
                                  </p:stCondLst>
                                  <p:childTnLst>
                                    <p:set>
                                      <p:cBhvr>
                                        <p:cTn id="66" dur="1" fill="hold">
                                          <p:stCondLst>
                                            <p:cond delay="0"/>
                                          </p:stCondLst>
                                        </p:cTn>
                                        <p:tgtEl>
                                          <p:spTgt spid="105"/>
                                        </p:tgtEl>
                                        <p:attrNameLst>
                                          <p:attrName>style.visibility</p:attrName>
                                        </p:attrNameLst>
                                      </p:cBhvr>
                                      <p:to>
                                        <p:strVal val="visible"/>
                                      </p:to>
                                    </p:set>
                                    <p:animEffect transition="in" filter="fade">
                                      <p:cBhvr>
                                        <p:cTn id="67" dur="500"/>
                                        <p:tgtEl>
                                          <p:spTgt spid="105"/>
                                        </p:tgtEl>
                                      </p:cBhvr>
                                    </p:animEffect>
                                    <p:anim calcmode="lin" valueType="num">
                                      <p:cBhvr>
                                        <p:cTn id="68" dur="500" fill="hold"/>
                                        <p:tgtEl>
                                          <p:spTgt spid="105"/>
                                        </p:tgtEl>
                                        <p:attrNameLst>
                                          <p:attrName>ppt_x</p:attrName>
                                        </p:attrNameLst>
                                      </p:cBhvr>
                                      <p:tavLst>
                                        <p:tav tm="0">
                                          <p:val>
                                            <p:strVal val="#ppt_x"/>
                                          </p:val>
                                        </p:tav>
                                        <p:tav tm="100000">
                                          <p:val>
                                            <p:strVal val="#ppt_x"/>
                                          </p:val>
                                        </p:tav>
                                      </p:tavLst>
                                    </p:anim>
                                    <p:anim calcmode="lin" valueType="num">
                                      <p:cBhvr>
                                        <p:cTn id="69" dur="500" fill="hold"/>
                                        <p:tgtEl>
                                          <p:spTgt spid="105"/>
                                        </p:tgtEl>
                                        <p:attrNameLst>
                                          <p:attrName>ppt_y</p:attrName>
                                        </p:attrNameLst>
                                      </p:cBhvr>
                                      <p:tavLst>
                                        <p:tav tm="0">
                                          <p:val>
                                            <p:strVal val="#ppt_y+.1"/>
                                          </p:val>
                                        </p:tav>
                                        <p:tav tm="100000">
                                          <p:val>
                                            <p:strVal val="#ppt_y"/>
                                          </p:val>
                                        </p:tav>
                                      </p:tavLst>
                                    </p:anim>
                                  </p:childTnLst>
                                </p:cTn>
                              </p:par>
                            </p:childTnLst>
                          </p:cTn>
                        </p:par>
                        <p:par>
                          <p:cTn id="70" fill="hold">
                            <p:stCondLst>
                              <p:cond delay="6500"/>
                            </p:stCondLst>
                            <p:childTnLst>
                              <p:par>
                                <p:cTn id="71" presetID="42" presetClass="entr" presetSubtype="0" fill="hold" grpId="0" nodeType="afterEffect">
                                  <p:stCondLst>
                                    <p:cond delay="0"/>
                                  </p:stCondLst>
                                  <p:childTnLst>
                                    <p:set>
                                      <p:cBhvr>
                                        <p:cTn id="72" dur="1" fill="hold">
                                          <p:stCondLst>
                                            <p:cond delay="0"/>
                                          </p:stCondLst>
                                        </p:cTn>
                                        <p:tgtEl>
                                          <p:spTgt spid="116"/>
                                        </p:tgtEl>
                                        <p:attrNameLst>
                                          <p:attrName>style.visibility</p:attrName>
                                        </p:attrNameLst>
                                      </p:cBhvr>
                                      <p:to>
                                        <p:strVal val="visible"/>
                                      </p:to>
                                    </p:set>
                                    <p:animEffect transition="in" filter="fade">
                                      <p:cBhvr>
                                        <p:cTn id="73" dur="500"/>
                                        <p:tgtEl>
                                          <p:spTgt spid="116"/>
                                        </p:tgtEl>
                                      </p:cBhvr>
                                    </p:animEffect>
                                    <p:anim calcmode="lin" valueType="num">
                                      <p:cBhvr>
                                        <p:cTn id="74" dur="500" fill="hold"/>
                                        <p:tgtEl>
                                          <p:spTgt spid="116"/>
                                        </p:tgtEl>
                                        <p:attrNameLst>
                                          <p:attrName>ppt_x</p:attrName>
                                        </p:attrNameLst>
                                      </p:cBhvr>
                                      <p:tavLst>
                                        <p:tav tm="0">
                                          <p:val>
                                            <p:strVal val="#ppt_x"/>
                                          </p:val>
                                        </p:tav>
                                        <p:tav tm="100000">
                                          <p:val>
                                            <p:strVal val="#ppt_x"/>
                                          </p:val>
                                        </p:tav>
                                      </p:tavLst>
                                    </p:anim>
                                    <p:anim calcmode="lin" valueType="num">
                                      <p:cBhvr>
                                        <p:cTn id="75" dur="500" fill="hold"/>
                                        <p:tgtEl>
                                          <p:spTgt spid="116"/>
                                        </p:tgtEl>
                                        <p:attrNameLst>
                                          <p:attrName>ppt_y</p:attrName>
                                        </p:attrNameLst>
                                      </p:cBhvr>
                                      <p:tavLst>
                                        <p:tav tm="0">
                                          <p:val>
                                            <p:strVal val="#ppt_y+.1"/>
                                          </p:val>
                                        </p:tav>
                                        <p:tav tm="100000">
                                          <p:val>
                                            <p:strVal val="#ppt_y"/>
                                          </p:val>
                                        </p:tav>
                                      </p:tavLst>
                                    </p:anim>
                                  </p:childTnLst>
                                </p:cTn>
                              </p:par>
                            </p:childTnLst>
                          </p:cTn>
                        </p:par>
                        <p:par>
                          <p:cTn id="76" fill="hold">
                            <p:stCondLst>
                              <p:cond delay="7000"/>
                            </p:stCondLst>
                            <p:childTnLst>
                              <p:par>
                                <p:cTn id="77" presetID="10" presetClass="entr" presetSubtype="0" fill="hold" grpId="0" nodeType="afterEffect">
                                  <p:stCondLst>
                                    <p:cond delay="0"/>
                                  </p:stCondLst>
                                  <p:childTnLst>
                                    <p:set>
                                      <p:cBhvr>
                                        <p:cTn id="78" dur="1" fill="hold">
                                          <p:stCondLst>
                                            <p:cond delay="0"/>
                                          </p:stCondLst>
                                        </p:cTn>
                                        <p:tgtEl>
                                          <p:spTgt spid="119"/>
                                        </p:tgtEl>
                                        <p:attrNameLst>
                                          <p:attrName>style.visibility</p:attrName>
                                        </p:attrNameLst>
                                      </p:cBhvr>
                                      <p:to>
                                        <p:strVal val="visible"/>
                                      </p:to>
                                    </p:set>
                                    <p:animEffect transition="in" filter="fade">
                                      <p:cBhvr>
                                        <p:cTn id="79"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0" grpId="0"/>
      <p:bldP spid="56" grpId="0"/>
      <p:bldP spid="59" grpId="0"/>
      <p:bldP spid="62" grpId="0"/>
      <p:bldP spid="77" grpId="0"/>
      <p:bldP spid="101" grpId="0" animBg="1"/>
      <p:bldP spid="102" grpId="0" animBg="1"/>
      <p:bldP spid="103" grpId="0" animBg="1"/>
      <p:bldP spid="104" grpId="0" animBg="1"/>
      <p:bldP spid="105" grpId="0" animBg="1"/>
      <p:bldP spid="116" grpId="0" animBg="1"/>
      <p:bldP spid="119"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36DEB840-5E96-4FE7-9779-0C269D61D519}"/>
              </a:ext>
            </a:extLst>
          </p:cNvPr>
          <p:cNvPicPr>
            <a:picLocks noChangeAspect="1"/>
          </p:cNvPicPr>
          <p:nvPr/>
        </p:nvPicPr>
        <p:blipFill>
          <a:blip r:embed="rId2"/>
          <a:stretch>
            <a:fillRect/>
          </a:stretch>
        </p:blipFill>
        <p:spPr>
          <a:xfrm>
            <a:off x="1604512" y="1225060"/>
            <a:ext cx="9141123" cy="4867953"/>
          </a:xfrm>
          <a:prstGeom prst="rect">
            <a:avLst/>
          </a:prstGeom>
        </p:spPr>
      </p:pic>
      <p:sp>
        <p:nvSpPr>
          <p:cNvPr id="10" name="TextBox 9"/>
          <p:cNvSpPr txBox="1"/>
          <p:nvPr/>
        </p:nvSpPr>
        <p:spPr>
          <a:xfrm>
            <a:off x="1533010" y="303090"/>
            <a:ext cx="9054478" cy="1200329"/>
          </a:xfrm>
          <a:prstGeom prst="rect">
            <a:avLst/>
          </a:prstGeom>
          <a:solidFill>
            <a:schemeClr val="bg1"/>
          </a:solidFill>
          <a:ln>
            <a:solidFill>
              <a:schemeClr val="bg1"/>
            </a:solidFill>
          </a:ln>
        </p:spPr>
        <p:txBody>
          <a:bodyPr wrap="square" lIns="91440" tIns="45720" rIns="91440" bIns="45720" rtlCol="0" anchor="t">
            <a:spAutoFit/>
          </a:bodyPr>
          <a:lstStyle/>
          <a:p>
            <a:pPr algn="ctr"/>
            <a:r>
              <a:rPr lang="en-US" sz="3600" b="1" dirty="0">
                <a:solidFill>
                  <a:schemeClr val="tx2"/>
                </a:solidFill>
                <a:latin typeface="Segoe UI"/>
                <a:cs typeface="Segoe UI"/>
              </a:rPr>
              <a:t>Campus Recruitment and Training</a:t>
            </a:r>
            <a:endParaRPr lang="id-ID" sz="3600" b="1" dirty="0">
              <a:solidFill>
                <a:schemeClr val="tx2"/>
              </a:solidFill>
              <a:latin typeface="Segoe UI"/>
              <a:cs typeface="Segoe UI"/>
            </a:endParaRPr>
          </a:p>
          <a:p>
            <a:pPr algn="ctr"/>
            <a:endParaRPr lang="en-US" sz="3600" dirty="0">
              <a:solidFill>
                <a:srgbClr val="2980B9"/>
              </a:solidFill>
              <a:latin typeface="+mj-lt"/>
              <a:ea typeface="Source Sans Pro Light"/>
            </a:endParaRPr>
          </a:p>
        </p:txBody>
      </p:sp>
      <p:sp>
        <p:nvSpPr>
          <p:cNvPr id="56" name="TextBox 55"/>
          <p:cNvSpPr txBox="1"/>
          <p:nvPr/>
        </p:nvSpPr>
        <p:spPr>
          <a:xfrm>
            <a:off x="2021922" y="4475027"/>
            <a:ext cx="184731" cy="338554"/>
          </a:xfrm>
          <a:prstGeom prst="rect">
            <a:avLst/>
          </a:prstGeom>
          <a:noFill/>
        </p:spPr>
        <p:txBody>
          <a:bodyPr wrap="none" lIns="91440" tIns="45720" rIns="91440" bIns="45720" rtlCol="0" anchor="t">
            <a:spAutoFit/>
          </a:bodyPr>
          <a:lstStyle/>
          <a:p>
            <a:pPr algn="ctr"/>
            <a:endParaRPr lang="en-US" sz="1600" b="1" dirty="0">
              <a:solidFill>
                <a:schemeClr val="tx1">
                  <a:lumMod val="50000"/>
                  <a:lumOff val="50000"/>
                </a:schemeClr>
              </a:solidFill>
              <a:latin typeface="+mj-lt"/>
              <a:ea typeface="Source Sans Pro Light"/>
            </a:endParaRPr>
          </a:p>
        </p:txBody>
      </p:sp>
      <p:sp>
        <p:nvSpPr>
          <p:cNvPr id="102" name="Rectangle 101"/>
          <p:cNvSpPr/>
          <p:nvPr/>
        </p:nvSpPr>
        <p:spPr>
          <a:xfrm rot="16200000">
            <a:off x="2671769" y="5465767"/>
            <a:ext cx="752466"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3" name="Rectangle 102"/>
          <p:cNvSpPr/>
          <p:nvPr/>
        </p:nvSpPr>
        <p:spPr>
          <a:xfrm rot="16200000">
            <a:off x="4703767" y="5465765"/>
            <a:ext cx="75246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4" name="Rectangle 103"/>
          <p:cNvSpPr/>
          <p:nvPr/>
        </p:nvSpPr>
        <p:spPr>
          <a:xfrm rot="16200000">
            <a:off x="6735765" y="5465764"/>
            <a:ext cx="75247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5" name="Rectangle 104"/>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8" name="Group 107"/>
          <p:cNvGrpSpPr/>
          <p:nvPr/>
        </p:nvGrpSpPr>
        <p:grpSpPr>
          <a:xfrm>
            <a:off x="2" y="6736617"/>
            <a:ext cx="12191999" cy="134339"/>
            <a:chOff x="2" y="2110197"/>
            <a:chExt cx="12191999" cy="134339"/>
          </a:xfrm>
        </p:grpSpPr>
        <p:sp>
          <p:nvSpPr>
            <p:cNvPr id="109" name="Rectangle 108"/>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0" name="Rectangle 109"/>
            <p:cNvSpPr/>
            <p:nvPr/>
          </p:nvSpPr>
          <p:spPr>
            <a:xfrm rot="16200000">
              <a:off x="5012835" y="1161369"/>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1" name="Rectangle 110"/>
            <p:cNvSpPr/>
            <p:nvPr/>
          </p:nvSpPr>
          <p:spPr>
            <a:xfrm rot="16200000">
              <a:off x="7044834" y="1161369"/>
              <a:ext cx="134335"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2" name="Rectangle 111"/>
            <p:cNvSpPr/>
            <p:nvPr/>
          </p:nvSpPr>
          <p:spPr>
            <a:xfrm rot="16200000">
              <a:off x="9076834" y="1161367"/>
              <a:ext cx="134336"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3" name="Rectangle 112"/>
            <p:cNvSpPr/>
            <p:nvPr/>
          </p:nvSpPr>
          <p:spPr>
            <a:xfrm rot="16200000">
              <a:off x="11108832" y="1161366"/>
              <a:ext cx="134338"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4" name="Rectangle 113"/>
            <p:cNvSpPr/>
            <p:nvPr/>
          </p:nvSpPr>
          <p:spPr>
            <a:xfrm rot="16200000">
              <a:off x="948836" y="1161370"/>
              <a:ext cx="134331"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115" name="Picture 114" descr="Orena_Logo_Final.png"/>
          <p:cNvPicPr>
            <a:picLocks noChangeAspect="1"/>
          </p:cNvPicPr>
          <p:nvPr/>
        </p:nvPicPr>
        <p:blipFill>
          <a:blip r:embed="rId3" cstate="screen"/>
          <a:stretch>
            <a:fillRect/>
          </a:stretch>
        </p:blipFill>
        <p:spPr>
          <a:xfrm>
            <a:off x="10203327" y="5517170"/>
            <a:ext cx="1932071" cy="1207206"/>
          </a:xfrm>
          <a:prstGeom prst="rect">
            <a:avLst/>
          </a:prstGeom>
        </p:spPr>
      </p:pic>
      <p:sp>
        <p:nvSpPr>
          <p:cNvPr id="116" name="Rectangle 115"/>
          <p:cNvSpPr/>
          <p:nvPr/>
        </p:nvSpPr>
        <p:spPr>
          <a:xfrm rot="16200000">
            <a:off x="639762" y="5452705"/>
            <a:ext cx="752474" cy="2031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7" name="Rectangle 116"/>
          <p:cNvSpPr/>
          <p:nvPr/>
        </p:nvSpPr>
        <p:spPr>
          <a:xfrm rot="16200000">
            <a:off x="948831" y="5774831"/>
            <a:ext cx="134338"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428637623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nodePh="1">
                                  <p:stCondLst>
                                    <p:cond delay="0"/>
                                  </p:stCondLst>
                                  <p:endCondLst>
                                    <p:cond evt="begin" delay="0">
                                      <p:tn val="11"/>
                                    </p:cond>
                                  </p:endCondLst>
                                  <p:childTnLst>
                                    <p:set>
                                      <p:cBhvr>
                                        <p:cTn id="12" dur="1" fill="hold">
                                          <p:stCondLst>
                                            <p:cond delay="0"/>
                                          </p:stCondLst>
                                        </p:cTn>
                                        <p:tgtEl>
                                          <p:spTgt spid="56"/>
                                        </p:tgtEl>
                                        <p:attrNameLst>
                                          <p:attrName>style.visibility</p:attrName>
                                        </p:attrNameLst>
                                      </p:cBhvr>
                                      <p:to>
                                        <p:strVal val="visible"/>
                                      </p:to>
                                    </p:set>
                                    <p:animEffect transition="in" filter="fade">
                                      <p:cBhvr>
                                        <p:cTn id="13" dur="500"/>
                                        <p:tgtEl>
                                          <p:spTgt spid="56"/>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108"/>
                                        </p:tgtEl>
                                        <p:attrNameLst>
                                          <p:attrName>style.visibility</p:attrName>
                                        </p:attrNameLst>
                                      </p:cBhvr>
                                      <p:to>
                                        <p:strVal val="visible"/>
                                      </p:to>
                                    </p:set>
                                    <p:animEffect transition="in" filter="fade">
                                      <p:cBhvr>
                                        <p:cTn id="17" dur="500"/>
                                        <p:tgtEl>
                                          <p:spTgt spid="108"/>
                                        </p:tgtEl>
                                      </p:cBhvr>
                                    </p:animEffect>
                                  </p:childTnLst>
                                </p:cTn>
                              </p:par>
                            </p:childTnLst>
                          </p:cTn>
                        </p:par>
                        <p:par>
                          <p:cTn id="18" fill="hold">
                            <p:stCondLst>
                              <p:cond delay="1500"/>
                            </p:stCondLst>
                            <p:childTnLst>
                              <p:par>
                                <p:cTn id="19" presetID="42" presetClass="entr" presetSubtype="0" fill="hold" grpId="0" nodeType="after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500"/>
                                        <p:tgtEl>
                                          <p:spTgt spid="102"/>
                                        </p:tgtEl>
                                      </p:cBhvr>
                                    </p:animEffect>
                                    <p:anim calcmode="lin" valueType="num">
                                      <p:cBhvr>
                                        <p:cTn id="22" dur="500" fill="hold"/>
                                        <p:tgtEl>
                                          <p:spTgt spid="102"/>
                                        </p:tgtEl>
                                        <p:attrNameLst>
                                          <p:attrName>ppt_x</p:attrName>
                                        </p:attrNameLst>
                                      </p:cBhvr>
                                      <p:tavLst>
                                        <p:tav tm="0">
                                          <p:val>
                                            <p:strVal val="#ppt_x"/>
                                          </p:val>
                                        </p:tav>
                                        <p:tav tm="100000">
                                          <p:val>
                                            <p:strVal val="#ppt_x"/>
                                          </p:val>
                                        </p:tav>
                                      </p:tavLst>
                                    </p:anim>
                                    <p:anim calcmode="lin" valueType="num">
                                      <p:cBhvr>
                                        <p:cTn id="23" dur="500" fill="hold"/>
                                        <p:tgtEl>
                                          <p:spTgt spid="102"/>
                                        </p:tgtEl>
                                        <p:attrNameLst>
                                          <p:attrName>ppt_y</p:attrName>
                                        </p:attrNameLst>
                                      </p:cBhvr>
                                      <p:tavLst>
                                        <p:tav tm="0">
                                          <p:val>
                                            <p:strVal val="#ppt_y+.1"/>
                                          </p:val>
                                        </p:tav>
                                        <p:tav tm="100000">
                                          <p:val>
                                            <p:strVal val="#ppt_y"/>
                                          </p:val>
                                        </p:tav>
                                      </p:tavLst>
                                    </p:anim>
                                  </p:childTnLst>
                                </p:cTn>
                              </p:par>
                            </p:childTnLst>
                          </p:cTn>
                        </p:par>
                        <p:par>
                          <p:cTn id="24" fill="hold">
                            <p:stCondLst>
                              <p:cond delay="2000"/>
                            </p:stCondLst>
                            <p:childTnLst>
                              <p:par>
                                <p:cTn id="25" presetID="42" presetClass="entr" presetSubtype="0" fill="hold" grpId="0" nodeType="afterEffect">
                                  <p:stCondLst>
                                    <p:cond delay="0"/>
                                  </p:stCondLst>
                                  <p:childTnLst>
                                    <p:set>
                                      <p:cBhvr>
                                        <p:cTn id="26" dur="1" fill="hold">
                                          <p:stCondLst>
                                            <p:cond delay="0"/>
                                          </p:stCondLst>
                                        </p:cTn>
                                        <p:tgtEl>
                                          <p:spTgt spid="103"/>
                                        </p:tgtEl>
                                        <p:attrNameLst>
                                          <p:attrName>style.visibility</p:attrName>
                                        </p:attrNameLst>
                                      </p:cBhvr>
                                      <p:to>
                                        <p:strVal val="visible"/>
                                      </p:to>
                                    </p:set>
                                    <p:animEffect transition="in" filter="fade">
                                      <p:cBhvr>
                                        <p:cTn id="27" dur="500"/>
                                        <p:tgtEl>
                                          <p:spTgt spid="103"/>
                                        </p:tgtEl>
                                      </p:cBhvr>
                                    </p:animEffect>
                                    <p:anim calcmode="lin" valueType="num">
                                      <p:cBhvr>
                                        <p:cTn id="28" dur="500" fill="hold"/>
                                        <p:tgtEl>
                                          <p:spTgt spid="103"/>
                                        </p:tgtEl>
                                        <p:attrNameLst>
                                          <p:attrName>ppt_x</p:attrName>
                                        </p:attrNameLst>
                                      </p:cBhvr>
                                      <p:tavLst>
                                        <p:tav tm="0">
                                          <p:val>
                                            <p:strVal val="#ppt_x"/>
                                          </p:val>
                                        </p:tav>
                                        <p:tav tm="100000">
                                          <p:val>
                                            <p:strVal val="#ppt_x"/>
                                          </p:val>
                                        </p:tav>
                                      </p:tavLst>
                                    </p:anim>
                                    <p:anim calcmode="lin" valueType="num">
                                      <p:cBhvr>
                                        <p:cTn id="29" dur="500" fill="hold"/>
                                        <p:tgtEl>
                                          <p:spTgt spid="103"/>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104"/>
                                        </p:tgtEl>
                                        <p:attrNameLst>
                                          <p:attrName>style.visibility</p:attrName>
                                        </p:attrNameLst>
                                      </p:cBhvr>
                                      <p:to>
                                        <p:strVal val="visible"/>
                                      </p:to>
                                    </p:set>
                                    <p:animEffect transition="in" filter="fade">
                                      <p:cBhvr>
                                        <p:cTn id="33" dur="500"/>
                                        <p:tgtEl>
                                          <p:spTgt spid="104"/>
                                        </p:tgtEl>
                                      </p:cBhvr>
                                    </p:animEffect>
                                    <p:anim calcmode="lin" valueType="num">
                                      <p:cBhvr>
                                        <p:cTn id="34" dur="500" fill="hold"/>
                                        <p:tgtEl>
                                          <p:spTgt spid="104"/>
                                        </p:tgtEl>
                                        <p:attrNameLst>
                                          <p:attrName>ppt_x</p:attrName>
                                        </p:attrNameLst>
                                      </p:cBhvr>
                                      <p:tavLst>
                                        <p:tav tm="0">
                                          <p:val>
                                            <p:strVal val="#ppt_x"/>
                                          </p:val>
                                        </p:tav>
                                        <p:tav tm="100000">
                                          <p:val>
                                            <p:strVal val="#ppt_x"/>
                                          </p:val>
                                        </p:tav>
                                      </p:tavLst>
                                    </p:anim>
                                    <p:anim calcmode="lin" valueType="num">
                                      <p:cBhvr>
                                        <p:cTn id="35" dur="500" fill="hold"/>
                                        <p:tgtEl>
                                          <p:spTgt spid="104"/>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42" presetClass="entr" presetSubtype="0" fill="hold" grpId="0" nodeType="afterEffect">
                                  <p:stCondLst>
                                    <p:cond delay="0"/>
                                  </p:stCondLst>
                                  <p:childTnLst>
                                    <p:set>
                                      <p:cBhvr>
                                        <p:cTn id="38" dur="1" fill="hold">
                                          <p:stCondLst>
                                            <p:cond delay="0"/>
                                          </p:stCondLst>
                                        </p:cTn>
                                        <p:tgtEl>
                                          <p:spTgt spid="105"/>
                                        </p:tgtEl>
                                        <p:attrNameLst>
                                          <p:attrName>style.visibility</p:attrName>
                                        </p:attrNameLst>
                                      </p:cBhvr>
                                      <p:to>
                                        <p:strVal val="visible"/>
                                      </p:to>
                                    </p:set>
                                    <p:animEffect transition="in" filter="fade">
                                      <p:cBhvr>
                                        <p:cTn id="39" dur="500"/>
                                        <p:tgtEl>
                                          <p:spTgt spid="105"/>
                                        </p:tgtEl>
                                      </p:cBhvr>
                                    </p:animEffect>
                                    <p:anim calcmode="lin" valueType="num">
                                      <p:cBhvr>
                                        <p:cTn id="40" dur="500" fill="hold"/>
                                        <p:tgtEl>
                                          <p:spTgt spid="105"/>
                                        </p:tgtEl>
                                        <p:attrNameLst>
                                          <p:attrName>ppt_x</p:attrName>
                                        </p:attrNameLst>
                                      </p:cBhvr>
                                      <p:tavLst>
                                        <p:tav tm="0">
                                          <p:val>
                                            <p:strVal val="#ppt_x"/>
                                          </p:val>
                                        </p:tav>
                                        <p:tav tm="100000">
                                          <p:val>
                                            <p:strVal val="#ppt_x"/>
                                          </p:val>
                                        </p:tav>
                                      </p:tavLst>
                                    </p:anim>
                                    <p:anim calcmode="lin" valueType="num">
                                      <p:cBhvr>
                                        <p:cTn id="41" dur="500" fill="hold"/>
                                        <p:tgtEl>
                                          <p:spTgt spid="105"/>
                                        </p:tgtEl>
                                        <p:attrNameLst>
                                          <p:attrName>ppt_y</p:attrName>
                                        </p:attrNameLst>
                                      </p:cBhvr>
                                      <p:tavLst>
                                        <p:tav tm="0">
                                          <p:val>
                                            <p:strVal val="#ppt_y+.1"/>
                                          </p:val>
                                        </p:tav>
                                        <p:tav tm="100000">
                                          <p:val>
                                            <p:strVal val="#ppt_y"/>
                                          </p:val>
                                        </p:tav>
                                      </p:tavLst>
                                    </p:anim>
                                  </p:childTnLst>
                                </p:cTn>
                              </p:par>
                            </p:childTnLst>
                          </p:cTn>
                        </p:par>
                        <p:par>
                          <p:cTn id="42" fill="hold">
                            <p:stCondLst>
                              <p:cond delay="3500"/>
                            </p:stCondLst>
                            <p:childTnLst>
                              <p:par>
                                <p:cTn id="43" presetID="42" presetClass="entr" presetSubtype="0" fill="hold" grpId="0" nodeType="afterEffect">
                                  <p:stCondLst>
                                    <p:cond delay="0"/>
                                  </p:stCondLst>
                                  <p:childTnLst>
                                    <p:set>
                                      <p:cBhvr>
                                        <p:cTn id="44" dur="1" fill="hold">
                                          <p:stCondLst>
                                            <p:cond delay="0"/>
                                          </p:stCondLst>
                                        </p:cTn>
                                        <p:tgtEl>
                                          <p:spTgt spid="116"/>
                                        </p:tgtEl>
                                        <p:attrNameLst>
                                          <p:attrName>style.visibility</p:attrName>
                                        </p:attrNameLst>
                                      </p:cBhvr>
                                      <p:to>
                                        <p:strVal val="visible"/>
                                      </p:to>
                                    </p:set>
                                    <p:animEffect transition="in" filter="fade">
                                      <p:cBhvr>
                                        <p:cTn id="45" dur="500"/>
                                        <p:tgtEl>
                                          <p:spTgt spid="116"/>
                                        </p:tgtEl>
                                      </p:cBhvr>
                                    </p:animEffect>
                                    <p:anim calcmode="lin" valueType="num">
                                      <p:cBhvr>
                                        <p:cTn id="46" dur="500" fill="hold"/>
                                        <p:tgtEl>
                                          <p:spTgt spid="116"/>
                                        </p:tgtEl>
                                        <p:attrNameLst>
                                          <p:attrName>ppt_x</p:attrName>
                                        </p:attrNameLst>
                                      </p:cBhvr>
                                      <p:tavLst>
                                        <p:tav tm="0">
                                          <p:val>
                                            <p:strVal val="#ppt_x"/>
                                          </p:val>
                                        </p:tav>
                                        <p:tav tm="100000">
                                          <p:val>
                                            <p:strVal val="#ppt_x"/>
                                          </p:val>
                                        </p:tav>
                                      </p:tavLst>
                                    </p:anim>
                                    <p:anim calcmode="lin" valueType="num">
                                      <p:cBhvr>
                                        <p:cTn id="47" dur="500" fill="hold"/>
                                        <p:tgtEl>
                                          <p:spTgt spid="1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6" grpId="0"/>
      <p:bldP spid="102" grpId="0" animBg="1"/>
      <p:bldP spid="103" grpId="0" animBg="1"/>
      <p:bldP spid="104" grpId="0" animBg="1"/>
      <p:bldP spid="105" grpId="0" animBg="1"/>
      <p:bldP spid="1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3275214" y="393373"/>
            <a:ext cx="6682215" cy="1200329"/>
          </a:xfrm>
          <a:prstGeom prst="rect">
            <a:avLst/>
          </a:prstGeom>
          <a:solidFill>
            <a:schemeClr val="bg1"/>
          </a:solidFill>
          <a:ln>
            <a:solidFill>
              <a:schemeClr val="bg1"/>
            </a:solidFill>
          </a:ln>
        </p:spPr>
        <p:txBody>
          <a:bodyPr wrap="square" lIns="91440" tIns="45720" rIns="91440" bIns="45720" rtlCol="0" anchor="t">
            <a:spAutoFit/>
          </a:bodyPr>
          <a:lstStyle/>
          <a:p>
            <a:pPr algn="ctr"/>
            <a:endParaRPr lang="en-US" sz="3600" b="1" dirty="0">
              <a:solidFill>
                <a:srgbClr val="2980B9"/>
              </a:solidFill>
              <a:ea typeface="Source Sans Pro Light"/>
              <a:cs typeface="+mn-lt"/>
            </a:endParaRPr>
          </a:p>
          <a:p>
            <a:pPr algn="ctr"/>
            <a:endParaRPr lang="en-US" sz="3600" dirty="0">
              <a:solidFill>
                <a:srgbClr val="2980B9"/>
              </a:solidFill>
              <a:latin typeface="+mj-lt"/>
              <a:ea typeface="Source Sans Pro Light"/>
            </a:endParaRPr>
          </a:p>
        </p:txBody>
      </p:sp>
      <p:sp>
        <p:nvSpPr>
          <p:cNvPr id="56" name="TextBox 55"/>
          <p:cNvSpPr txBox="1"/>
          <p:nvPr/>
        </p:nvSpPr>
        <p:spPr>
          <a:xfrm>
            <a:off x="2021922" y="4475027"/>
            <a:ext cx="184731" cy="338554"/>
          </a:xfrm>
          <a:prstGeom prst="rect">
            <a:avLst/>
          </a:prstGeom>
          <a:noFill/>
        </p:spPr>
        <p:txBody>
          <a:bodyPr wrap="none" lIns="91440" tIns="45720" rIns="91440" bIns="45720" rtlCol="0" anchor="t">
            <a:spAutoFit/>
          </a:bodyPr>
          <a:lstStyle/>
          <a:p>
            <a:pPr algn="ctr"/>
            <a:endParaRPr lang="en-US" sz="1600" b="1" dirty="0">
              <a:solidFill>
                <a:schemeClr val="tx1">
                  <a:lumMod val="50000"/>
                  <a:lumOff val="50000"/>
                </a:schemeClr>
              </a:solidFill>
              <a:latin typeface="+mj-lt"/>
              <a:ea typeface="Source Sans Pro Light"/>
            </a:endParaRPr>
          </a:p>
        </p:txBody>
      </p:sp>
      <p:sp>
        <p:nvSpPr>
          <p:cNvPr id="102" name="Rectangle 101"/>
          <p:cNvSpPr/>
          <p:nvPr/>
        </p:nvSpPr>
        <p:spPr>
          <a:xfrm rot="16200000">
            <a:off x="2671769" y="5465767"/>
            <a:ext cx="752466"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3" name="Rectangle 102"/>
          <p:cNvSpPr/>
          <p:nvPr/>
        </p:nvSpPr>
        <p:spPr>
          <a:xfrm rot="16200000">
            <a:off x="4732520" y="5408257"/>
            <a:ext cx="738091" cy="21326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4" name="Rectangle 103"/>
          <p:cNvSpPr/>
          <p:nvPr/>
        </p:nvSpPr>
        <p:spPr>
          <a:xfrm rot="16200000">
            <a:off x="6735765" y="5465764"/>
            <a:ext cx="75247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5" name="Rectangle 104"/>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8" name="Group 107"/>
          <p:cNvGrpSpPr/>
          <p:nvPr/>
        </p:nvGrpSpPr>
        <p:grpSpPr>
          <a:xfrm>
            <a:off x="2" y="6736617"/>
            <a:ext cx="12191999" cy="134339"/>
            <a:chOff x="2" y="2110197"/>
            <a:chExt cx="12191999" cy="134339"/>
          </a:xfrm>
        </p:grpSpPr>
        <p:sp>
          <p:nvSpPr>
            <p:cNvPr id="109" name="Rectangle 108"/>
            <p:cNvSpPr/>
            <p:nvPr/>
          </p:nvSpPr>
          <p:spPr>
            <a:xfrm rot="16200000">
              <a:off x="2980836" y="1161370"/>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0" name="Rectangle 109"/>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1" name="Rectangle 110"/>
            <p:cNvSpPr/>
            <p:nvPr/>
          </p:nvSpPr>
          <p:spPr>
            <a:xfrm rot="16200000">
              <a:off x="7044834" y="1161369"/>
              <a:ext cx="134335"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2" name="Rectangle 111"/>
            <p:cNvSpPr/>
            <p:nvPr/>
          </p:nvSpPr>
          <p:spPr>
            <a:xfrm rot="16200000">
              <a:off x="9076834" y="1161367"/>
              <a:ext cx="134336"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3" name="Rectangle 112"/>
            <p:cNvSpPr/>
            <p:nvPr/>
          </p:nvSpPr>
          <p:spPr>
            <a:xfrm rot="16200000">
              <a:off x="11108832" y="1161366"/>
              <a:ext cx="134338"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4" name="Rectangle 113"/>
            <p:cNvSpPr/>
            <p:nvPr/>
          </p:nvSpPr>
          <p:spPr>
            <a:xfrm rot="16200000">
              <a:off x="948836" y="1161370"/>
              <a:ext cx="134331"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115" name="Picture 114" descr="Orena_Logo_Final.png"/>
          <p:cNvPicPr>
            <a:picLocks noChangeAspect="1"/>
          </p:cNvPicPr>
          <p:nvPr/>
        </p:nvPicPr>
        <p:blipFill>
          <a:blip r:embed="rId2" cstate="screen"/>
          <a:stretch>
            <a:fillRect/>
          </a:stretch>
        </p:blipFill>
        <p:spPr>
          <a:xfrm>
            <a:off x="10203327" y="5517170"/>
            <a:ext cx="1932071" cy="1207206"/>
          </a:xfrm>
          <a:prstGeom prst="rect">
            <a:avLst/>
          </a:prstGeom>
        </p:spPr>
      </p:pic>
      <p:sp>
        <p:nvSpPr>
          <p:cNvPr id="116" name="Rectangle 115"/>
          <p:cNvSpPr/>
          <p:nvPr/>
        </p:nvSpPr>
        <p:spPr>
          <a:xfrm rot="16200000">
            <a:off x="646291" y="5459234"/>
            <a:ext cx="739416" cy="20319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7" name="Rectangle 116"/>
          <p:cNvSpPr/>
          <p:nvPr/>
        </p:nvSpPr>
        <p:spPr>
          <a:xfrm rot="16200000">
            <a:off x="948831" y="5774831"/>
            <a:ext cx="134338"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4">
            <a:extLst>
              <a:ext uri="{FF2B5EF4-FFF2-40B4-BE49-F238E27FC236}">
                <a16:creationId xmlns:a16="http://schemas.microsoft.com/office/drawing/2014/main" id="{AD972D04-06DF-4006-89EB-AA13A1A9F4C1}"/>
              </a:ext>
            </a:extLst>
          </p:cNvPr>
          <p:cNvSpPr txBox="1"/>
          <p:nvPr/>
        </p:nvSpPr>
        <p:spPr>
          <a:xfrm>
            <a:off x="3821362" y="132564"/>
            <a:ext cx="5589917"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600" b="1" dirty="0">
                <a:solidFill>
                  <a:schemeClr val="tx2"/>
                </a:solidFill>
                <a:latin typeface="Segoe UI"/>
                <a:cs typeface="Segoe UI"/>
              </a:rPr>
              <a:t>Talent Acquisition</a:t>
            </a:r>
          </a:p>
        </p:txBody>
      </p:sp>
      <p:sp>
        <p:nvSpPr>
          <p:cNvPr id="6" name="TextBox 5">
            <a:extLst>
              <a:ext uri="{FF2B5EF4-FFF2-40B4-BE49-F238E27FC236}">
                <a16:creationId xmlns:a16="http://schemas.microsoft.com/office/drawing/2014/main" id="{4E06395A-5D59-4F58-8C10-7376837D4123}"/>
              </a:ext>
            </a:extLst>
          </p:cNvPr>
          <p:cNvSpPr txBox="1"/>
          <p:nvPr/>
        </p:nvSpPr>
        <p:spPr>
          <a:xfrm>
            <a:off x="1690778" y="1417608"/>
            <a:ext cx="91555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solidFill>
                <a:schemeClr val="tx2"/>
              </a:solidFill>
              <a:cs typeface="Calibri"/>
            </a:endParaRPr>
          </a:p>
        </p:txBody>
      </p:sp>
      <p:pic>
        <p:nvPicPr>
          <p:cNvPr id="2" name="Picture 3">
            <a:extLst>
              <a:ext uri="{FF2B5EF4-FFF2-40B4-BE49-F238E27FC236}">
                <a16:creationId xmlns:a16="http://schemas.microsoft.com/office/drawing/2014/main" id="{519388AF-A37F-42FC-B74E-23EF6EEC49D4}"/>
              </a:ext>
            </a:extLst>
          </p:cNvPr>
          <p:cNvPicPr>
            <a:picLocks noChangeAspect="1"/>
          </p:cNvPicPr>
          <p:nvPr/>
        </p:nvPicPr>
        <p:blipFill>
          <a:blip r:embed="rId3"/>
          <a:stretch>
            <a:fillRect/>
          </a:stretch>
        </p:blipFill>
        <p:spPr>
          <a:xfrm>
            <a:off x="1042898" y="1634499"/>
            <a:ext cx="10451259" cy="4125043"/>
          </a:xfrm>
          <a:prstGeom prst="rect">
            <a:avLst/>
          </a:prstGeom>
        </p:spPr>
      </p:pic>
      <p:sp>
        <p:nvSpPr>
          <p:cNvPr id="4" name="TextBox 3">
            <a:extLst>
              <a:ext uri="{FF2B5EF4-FFF2-40B4-BE49-F238E27FC236}">
                <a16:creationId xmlns:a16="http://schemas.microsoft.com/office/drawing/2014/main" id="{A4981544-6D74-406B-8BD8-D4986AE63346}"/>
              </a:ext>
            </a:extLst>
          </p:cNvPr>
          <p:cNvSpPr txBox="1"/>
          <p:nvPr/>
        </p:nvSpPr>
        <p:spPr>
          <a:xfrm>
            <a:off x="1733909" y="993537"/>
            <a:ext cx="8867954" cy="8156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dirty="0">
                <a:solidFill>
                  <a:schemeClr val="accent1"/>
                </a:solidFill>
                <a:cs typeface="Segoe UI"/>
              </a:rPr>
              <a:t>Talent is acquired depending on their skills, ability to work, capability, location, focus and aim.</a:t>
            </a:r>
            <a:r>
              <a:rPr lang="en-US" dirty="0">
                <a:solidFill>
                  <a:schemeClr val="accent1"/>
                </a:solidFill>
                <a:cs typeface="Calibri"/>
              </a:rPr>
              <a:t> </a:t>
            </a:r>
            <a:endParaRPr lang="en-US" dirty="0">
              <a:solidFill>
                <a:schemeClr val="accent1"/>
              </a:solidFill>
            </a:endParaRPr>
          </a:p>
          <a:p>
            <a:endParaRPr lang="en-US" sz="1100" dirty="0">
              <a:cs typeface="Calibri"/>
            </a:endParaRPr>
          </a:p>
        </p:txBody>
      </p:sp>
    </p:spTree>
    <p:extLst>
      <p:ext uri="{BB962C8B-B14F-4D97-AF65-F5344CB8AC3E}">
        <p14:creationId xmlns:p14="http://schemas.microsoft.com/office/powerpoint/2010/main" val="150212985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nodePh="1">
                                  <p:stCondLst>
                                    <p:cond delay="0"/>
                                  </p:stCondLst>
                                  <p:endCondLst>
                                    <p:cond evt="begin" delay="0">
                                      <p:tn val="11"/>
                                    </p:cond>
                                  </p:endCondLst>
                                  <p:childTnLst>
                                    <p:set>
                                      <p:cBhvr>
                                        <p:cTn id="12" dur="1" fill="hold">
                                          <p:stCondLst>
                                            <p:cond delay="0"/>
                                          </p:stCondLst>
                                        </p:cTn>
                                        <p:tgtEl>
                                          <p:spTgt spid="56"/>
                                        </p:tgtEl>
                                        <p:attrNameLst>
                                          <p:attrName>style.visibility</p:attrName>
                                        </p:attrNameLst>
                                      </p:cBhvr>
                                      <p:to>
                                        <p:strVal val="visible"/>
                                      </p:to>
                                    </p:set>
                                    <p:animEffect transition="in" filter="fade">
                                      <p:cBhvr>
                                        <p:cTn id="13" dur="500"/>
                                        <p:tgtEl>
                                          <p:spTgt spid="56"/>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108"/>
                                        </p:tgtEl>
                                        <p:attrNameLst>
                                          <p:attrName>style.visibility</p:attrName>
                                        </p:attrNameLst>
                                      </p:cBhvr>
                                      <p:to>
                                        <p:strVal val="visible"/>
                                      </p:to>
                                    </p:set>
                                    <p:animEffect transition="in" filter="fade">
                                      <p:cBhvr>
                                        <p:cTn id="17" dur="500"/>
                                        <p:tgtEl>
                                          <p:spTgt spid="108"/>
                                        </p:tgtEl>
                                      </p:cBhvr>
                                    </p:animEffect>
                                  </p:childTnLst>
                                </p:cTn>
                              </p:par>
                            </p:childTnLst>
                          </p:cTn>
                        </p:par>
                        <p:par>
                          <p:cTn id="18" fill="hold">
                            <p:stCondLst>
                              <p:cond delay="1500"/>
                            </p:stCondLst>
                            <p:childTnLst>
                              <p:par>
                                <p:cTn id="19" presetID="42" presetClass="entr" presetSubtype="0" fill="hold" grpId="0" nodeType="after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500"/>
                                        <p:tgtEl>
                                          <p:spTgt spid="102"/>
                                        </p:tgtEl>
                                      </p:cBhvr>
                                    </p:animEffect>
                                    <p:anim calcmode="lin" valueType="num">
                                      <p:cBhvr>
                                        <p:cTn id="22" dur="500" fill="hold"/>
                                        <p:tgtEl>
                                          <p:spTgt spid="102"/>
                                        </p:tgtEl>
                                        <p:attrNameLst>
                                          <p:attrName>ppt_x</p:attrName>
                                        </p:attrNameLst>
                                      </p:cBhvr>
                                      <p:tavLst>
                                        <p:tav tm="0">
                                          <p:val>
                                            <p:strVal val="#ppt_x"/>
                                          </p:val>
                                        </p:tav>
                                        <p:tav tm="100000">
                                          <p:val>
                                            <p:strVal val="#ppt_x"/>
                                          </p:val>
                                        </p:tav>
                                      </p:tavLst>
                                    </p:anim>
                                    <p:anim calcmode="lin" valueType="num">
                                      <p:cBhvr>
                                        <p:cTn id="23" dur="500" fill="hold"/>
                                        <p:tgtEl>
                                          <p:spTgt spid="102"/>
                                        </p:tgtEl>
                                        <p:attrNameLst>
                                          <p:attrName>ppt_y</p:attrName>
                                        </p:attrNameLst>
                                      </p:cBhvr>
                                      <p:tavLst>
                                        <p:tav tm="0">
                                          <p:val>
                                            <p:strVal val="#ppt_y+.1"/>
                                          </p:val>
                                        </p:tav>
                                        <p:tav tm="100000">
                                          <p:val>
                                            <p:strVal val="#ppt_y"/>
                                          </p:val>
                                        </p:tav>
                                      </p:tavLst>
                                    </p:anim>
                                  </p:childTnLst>
                                </p:cTn>
                              </p:par>
                            </p:childTnLst>
                          </p:cTn>
                        </p:par>
                        <p:par>
                          <p:cTn id="24" fill="hold">
                            <p:stCondLst>
                              <p:cond delay="2000"/>
                            </p:stCondLst>
                            <p:childTnLst>
                              <p:par>
                                <p:cTn id="25" presetID="42" presetClass="entr" presetSubtype="0" fill="hold" grpId="0" nodeType="afterEffect">
                                  <p:stCondLst>
                                    <p:cond delay="0"/>
                                  </p:stCondLst>
                                  <p:childTnLst>
                                    <p:set>
                                      <p:cBhvr>
                                        <p:cTn id="26" dur="1" fill="hold">
                                          <p:stCondLst>
                                            <p:cond delay="0"/>
                                          </p:stCondLst>
                                        </p:cTn>
                                        <p:tgtEl>
                                          <p:spTgt spid="103"/>
                                        </p:tgtEl>
                                        <p:attrNameLst>
                                          <p:attrName>style.visibility</p:attrName>
                                        </p:attrNameLst>
                                      </p:cBhvr>
                                      <p:to>
                                        <p:strVal val="visible"/>
                                      </p:to>
                                    </p:set>
                                    <p:animEffect transition="in" filter="fade">
                                      <p:cBhvr>
                                        <p:cTn id="27" dur="500"/>
                                        <p:tgtEl>
                                          <p:spTgt spid="103"/>
                                        </p:tgtEl>
                                      </p:cBhvr>
                                    </p:animEffect>
                                    <p:anim calcmode="lin" valueType="num">
                                      <p:cBhvr>
                                        <p:cTn id="28" dur="500" fill="hold"/>
                                        <p:tgtEl>
                                          <p:spTgt spid="103"/>
                                        </p:tgtEl>
                                        <p:attrNameLst>
                                          <p:attrName>ppt_x</p:attrName>
                                        </p:attrNameLst>
                                      </p:cBhvr>
                                      <p:tavLst>
                                        <p:tav tm="0">
                                          <p:val>
                                            <p:strVal val="#ppt_x"/>
                                          </p:val>
                                        </p:tav>
                                        <p:tav tm="100000">
                                          <p:val>
                                            <p:strVal val="#ppt_x"/>
                                          </p:val>
                                        </p:tav>
                                      </p:tavLst>
                                    </p:anim>
                                    <p:anim calcmode="lin" valueType="num">
                                      <p:cBhvr>
                                        <p:cTn id="29" dur="500" fill="hold"/>
                                        <p:tgtEl>
                                          <p:spTgt spid="103"/>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104"/>
                                        </p:tgtEl>
                                        <p:attrNameLst>
                                          <p:attrName>style.visibility</p:attrName>
                                        </p:attrNameLst>
                                      </p:cBhvr>
                                      <p:to>
                                        <p:strVal val="visible"/>
                                      </p:to>
                                    </p:set>
                                    <p:animEffect transition="in" filter="fade">
                                      <p:cBhvr>
                                        <p:cTn id="33" dur="500"/>
                                        <p:tgtEl>
                                          <p:spTgt spid="104"/>
                                        </p:tgtEl>
                                      </p:cBhvr>
                                    </p:animEffect>
                                    <p:anim calcmode="lin" valueType="num">
                                      <p:cBhvr>
                                        <p:cTn id="34" dur="500" fill="hold"/>
                                        <p:tgtEl>
                                          <p:spTgt spid="104"/>
                                        </p:tgtEl>
                                        <p:attrNameLst>
                                          <p:attrName>ppt_x</p:attrName>
                                        </p:attrNameLst>
                                      </p:cBhvr>
                                      <p:tavLst>
                                        <p:tav tm="0">
                                          <p:val>
                                            <p:strVal val="#ppt_x"/>
                                          </p:val>
                                        </p:tav>
                                        <p:tav tm="100000">
                                          <p:val>
                                            <p:strVal val="#ppt_x"/>
                                          </p:val>
                                        </p:tav>
                                      </p:tavLst>
                                    </p:anim>
                                    <p:anim calcmode="lin" valueType="num">
                                      <p:cBhvr>
                                        <p:cTn id="35" dur="500" fill="hold"/>
                                        <p:tgtEl>
                                          <p:spTgt spid="104"/>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42" presetClass="entr" presetSubtype="0" fill="hold" grpId="0" nodeType="afterEffect">
                                  <p:stCondLst>
                                    <p:cond delay="0"/>
                                  </p:stCondLst>
                                  <p:childTnLst>
                                    <p:set>
                                      <p:cBhvr>
                                        <p:cTn id="38" dur="1" fill="hold">
                                          <p:stCondLst>
                                            <p:cond delay="0"/>
                                          </p:stCondLst>
                                        </p:cTn>
                                        <p:tgtEl>
                                          <p:spTgt spid="105"/>
                                        </p:tgtEl>
                                        <p:attrNameLst>
                                          <p:attrName>style.visibility</p:attrName>
                                        </p:attrNameLst>
                                      </p:cBhvr>
                                      <p:to>
                                        <p:strVal val="visible"/>
                                      </p:to>
                                    </p:set>
                                    <p:animEffect transition="in" filter="fade">
                                      <p:cBhvr>
                                        <p:cTn id="39" dur="500"/>
                                        <p:tgtEl>
                                          <p:spTgt spid="105"/>
                                        </p:tgtEl>
                                      </p:cBhvr>
                                    </p:animEffect>
                                    <p:anim calcmode="lin" valueType="num">
                                      <p:cBhvr>
                                        <p:cTn id="40" dur="500" fill="hold"/>
                                        <p:tgtEl>
                                          <p:spTgt spid="105"/>
                                        </p:tgtEl>
                                        <p:attrNameLst>
                                          <p:attrName>ppt_x</p:attrName>
                                        </p:attrNameLst>
                                      </p:cBhvr>
                                      <p:tavLst>
                                        <p:tav tm="0">
                                          <p:val>
                                            <p:strVal val="#ppt_x"/>
                                          </p:val>
                                        </p:tav>
                                        <p:tav tm="100000">
                                          <p:val>
                                            <p:strVal val="#ppt_x"/>
                                          </p:val>
                                        </p:tav>
                                      </p:tavLst>
                                    </p:anim>
                                    <p:anim calcmode="lin" valueType="num">
                                      <p:cBhvr>
                                        <p:cTn id="41" dur="500" fill="hold"/>
                                        <p:tgtEl>
                                          <p:spTgt spid="105"/>
                                        </p:tgtEl>
                                        <p:attrNameLst>
                                          <p:attrName>ppt_y</p:attrName>
                                        </p:attrNameLst>
                                      </p:cBhvr>
                                      <p:tavLst>
                                        <p:tav tm="0">
                                          <p:val>
                                            <p:strVal val="#ppt_y+.1"/>
                                          </p:val>
                                        </p:tav>
                                        <p:tav tm="100000">
                                          <p:val>
                                            <p:strVal val="#ppt_y"/>
                                          </p:val>
                                        </p:tav>
                                      </p:tavLst>
                                    </p:anim>
                                  </p:childTnLst>
                                </p:cTn>
                              </p:par>
                            </p:childTnLst>
                          </p:cTn>
                        </p:par>
                        <p:par>
                          <p:cTn id="42" fill="hold">
                            <p:stCondLst>
                              <p:cond delay="3500"/>
                            </p:stCondLst>
                            <p:childTnLst>
                              <p:par>
                                <p:cTn id="43" presetID="42" presetClass="entr" presetSubtype="0" fill="hold" grpId="0" nodeType="afterEffect">
                                  <p:stCondLst>
                                    <p:cond delay="0"/>
                                  </p:stCondLst>
                                  <p:childTnLst>
                                    <p:set>
                                      <p:cBhvr>
                                        <p:cTn id="44" dur="1" fill="hold">
                                          <p:stCondLst>
                                            <p:cond delay="0"/>
                                          </p:stCondLst>
                                        </p:cTn>
                                        <p:tgtEl>
                                          <p:spTgt spid="116"/>
                                        </p:tgtEl>
                                        <p:attrNameLst>
                                          <p:attrName>style.visibility</p:attrName>
                                        </p:attrNameLst>
                                      </p:cBhvr>
                                      <p:to>
                                        <p:strVal val="visible"/>
                                      </p:to>
                                    </p:set>
                                    <p:animEffect transition="in" filter="fade">
                                      <p:cBhvr>
                                        <p:cTn id="45" dur="500"/>
                                        <p:tgtEl>
                                          <p:spTgt spid="116"/>
                                        </p:tgtEl>
                                      </p:cBhvr>
                                    </p:animEffect>
                                    <p:anim calcmode="lin" valueType="num">
                                      <p:cBhvr>
                                        <p:cTn id="46" dur="500" fill="hold"/>
                                        <p:tgtEl>
                                          <p:spTgt spid="116"/>
                                        </p:tgtEl>
                                        <p:attrNameLst>
                                          <p:attrName>ppt_x</p:attrName>
                                        </p:attrNameLst>
                                      </p:cBhvr>
                                      <p:tavLst>
                                        <p:tav tm="0">
                                          <p:val>
                                            <p:strVal val="#ppt_x"/>
                                          </p:val>
                                        </p:tav>
                                        <p:tav tm="100000">
                                          <p:val>
                                            <p:strVal val="#ppt_x"/>
                                          </p:val>
                                        </p:tav>
                                      </p:tavLst>
                                    </p:anim>
                                    <p:anim calcmode="lin" valueType="num">
                                      <p:cBhvr>
                                        <p:cTn id="47" dur="500" fill="hold"/>
                                        <p:tgtEl>
                                          <p:spTgt spid="1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6" grpId="0"/>
      <p:bldP spid="102" grpId="0" animBg="1"/>
      <p:bldP spid="103" grpId="0" animBg="1"/>
      <p:bldP spid="104" grpId="0" animBg="1"/>
      <p:bldP spid="105" grpId="0" animBg="1"/>
      <p:bldP spid="1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3275214" y="393373"/>
            <a:ext cx="6682215" cy="1200329"/>
          </a:xfrm>
          <a:prstGeom prst="rect">
            <a:avLst/>
          </a:prstGeom>
          <a:solidFill>
            <a:schemeClr val="bg1"/>
          </a:solidFill>
          <a:ln>
            <a:solidFill>
              <a:schemeClr val="bg1"/>
            </a:solidFill>
          </a:ln>
        </p:spPr>
        <p:txBody>
          <a:bodyPr wrap="square" lIns="91440" tIns="45720" rIns="91440" bIns="45720" rtlCol="0" anchor="t">
            <a:spAutoFit/>
          </a:bodyPr>
          <a:lstStyle/>
          <a:p>
            <a:pPr algn="ctr"/>
            <a:endParaRPr lang="en-US" sz="3600" b="1" dirty="0">
              <a:solidFill>
                <a:srgbClr val="2980B9"/>
              </a:solidFill>
              <a:ea typeface="Source Sans Pro Light"/>
              <a:cs typeface="+mn-lt"/>
            </a:endParaRPr>
          </a:p>
          <a:p>
            <a:pPr algn="ctr"/>
            <a:endParaRPr lang="en-US" sz="3600" dirty="0">
              <a:solidFill>
                <a:srgbClr val="2980B9"/>
              </a:solidFill>
              <a:latin typeface="+mj-lt"/>
              <a:ea typeface="Source Sans Pro Light"/>
            </a:endParaRPr>
          </a:p>
        </p:txBody>
      </p:sp>
      <p:sp>
        <p:nvSpPr>
          <p:cNvPr id="56" name="TextBox 55"/>
          <p:cNvSpPr txBox="1"/>
          <p:nvPr/>
        </p:nvSpPr>
        <p:spPr>
          <a:xfrm>
            <a:off x="2021922" y="4475027"/>
            <a:ext cx="184731" cy="338554"/>
          </a:xfrm>
          <a:prstGeom prst="rect">
            <a:avLst/>
          </a:prstGeom>
          <a:noFill/>
        </p:spPr>
        <p:txBody>
          <a:bodyPr wrap="none" lIns="91440" tIns="45720" rIns="91440" bIns="45720" rtlCol="0" anchor="t">
            <a:spAutoFit/>
          </a:bodyPr>
          <a:lstStyle/>
          <a:p>
            <a:pPr algn="ctr"/>
            <a:endParaRPr lang="en-US" sz="1600" b="1" dirty="0">
              <a:solidFill>
                <a:schemeClr val="tx1">
                  <a:lumMod val="50000"/>
                  <a:lumOff val="50000"/>
                </a:schemeClr>
              </a:solidFill>
              <a:latin typeface="+mj-lt"/>
              <a:ea typeface="Source Sans Pro Light"/>
            </a:endParaRPr>
          </a:p>
        </p:txBody>
      </p:sp>
      <p:sp>
        <p:nvSpPr>
          <p:cNvPr id="102" name="Rectangle 101"/>
          <p:cNvSpPr/>
          <p:nvPr/>
        </p:nvSpPr>
        <p:spPr>
          <a:xfrm rot="16200000">
            <a:off x="2671769" y="5465767"/>
            <a:ext cx="752466"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3" name="Rectangle 102"/>
          <p:cNvSpPr/>
          <p:nvPr/>
        </p:nvSpPr>
        <p:spPr>
          <a:xfrm rot="16200000">
            <a:off x="4732520" y="5408257"/>
            <a:ext cx="738091" cy="21326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4" name="Rectangle 103"/>
          <p:cNvSpPr/>
          <p:nvPr/>
        </p:nvSpPr>
        <p:spPr>
          <a:xfrm rot="16200000">
            <a:off x="6735765" y="5465764"/>
            <a:ext cx="752471"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5" name="Rectangle 104"/>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8" name="Group 107"/>
          <p:cNvGrpSpPr/>
          <p:nvPr/>
        </p:nvGrpSpPr>
        <p:grpSpPr>
          <a:xfrm>
            <a:off x="2" y="6736617"/>
            <a:ext cx="12191999" cy="134339"/>
            <a:chOff x="2" y="2110197"/>
            <a:chExt cx="12191999" cy="134339"/>
          </a:xfrm>
        </p:grpSpPr>
        <p:sp>
          <p:nvSpPr>
            <p:cNvPr id="109" name="Rectangle 108"/>
            <p:cNvSpPr/>
            <p:nvPr/>
          </p:nvSpPr>
          <p:spPr>
            <a:xfrm rot="16200000">
              <a:off x="2980836" y="1161370"/>
              <a:ext cx="134333"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0" name="Rectangle 109"/>
            <p:cNvSpPr/>
            <p:nvPr/>
          </p:nvSpPr>
          <p:spPr>
            <a:xfrm rot="16200000">
              <a:off x="5012835" y="1161369"/>
              <a:ext cx="134333"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1" name="Rectangle 110"/>
            <p:cNvSpPr/>
            <p:nvPr/>
          </p:nvSpPr>
          <p:spPr>
            <a:xfrm rot="16200000">
              <a:off x="7044834" y="1161369"/>
              <a:ext cx="134335"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2" name="Rectangle 111"/>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3" name="Rectangle 112"/>
            <p:cNvSpPr/>
            <p:nvPr/>
          </p:nvSpPr>
          <p:spPr>
            <a:xfrm rot="16200000">
              <a:off x="11108832" y="1161366"/>
              <a:ext cx="134338"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4" name="Rectangle 113"/>
            <p:cNvSpPr/>
            <p:nvPr/>
          </p:nvSpPr>
          <p:spPr>
            <a:xfrm rot="16200000">
              <a:off x="948836" y="1161370"/>
              <a:ext cx="134331"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115" name="Picture 114" descr="Orena_Logo_Final.png"/>
          <p:cNvPicPr>
            <a:picLocks noChangeAspect="1"/>
          </p:cNvPicPr>
          <p:nvPr/>
        </p:nvPicPr>
        <p:blipFill>
          <a:blip r:embed="rId2" cstate="screen"/>
          <a:stretch>
            <a:fillRect/>
          </a:stretch>
        </p:blipFill>
        <p:spPr>
          <a:xfrm>
            <a:off x="10203327" y="5517170"/>
            <a:ext cx="1932071" cy="1207206"/>
          </a:xfrm>
          <a:prstGeom prst="rect">
            <a:avLst/>
          </a:prstGeom>
        </p:spPr>
      </p:pic>
      <p:sp>
        <p:nvSpPr>
          <p:cNvPr id="116" name="Rectangle 115"/>
          <p:cNvSpPr/>
          <p:nvPr/>
        </p:nvSpPr>
        <p:spPr>
          <a:xfrm rot="16200000">
            <a:off x="646291" y="5459234"/>
            <a:ext cx="739416" cy="203199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7" name="Rectangle 116"/>
          <p:cNvSpPr/>
          <p:nvPr/>
        </p:nvSpPr>
        <p:spPr>
          <a:xfrm rot="16200000">
            <a:off x="948831" y="5774831"/>
            <a:ext cx="134338"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4">
            <a:extLst>
              <a:ext uri="{FF2B5EF4-FFF2-40B4-BE49-F238E27FC236}">
                <a16:creationId xmlns:a16="http://schemas.microsoft.com/office/drawing/2014/main" id="{AD972D04-06DF-4006-89EB-AA13A1A9F4C1}"/>
              </a:ext>
            </a:extLst>
          </p:cNvPr>
          <p:cNvSpPr txBox="1"/>
          <p:nvPr/>
        </p:nvSpPr>
        <p:spPr>
          <a:xfrm>
            <a:off x="4163683" y="181250"/>
            <a:ext cx="4209689"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600" b="1" dirty="0">
                <a:solidFill>
                  <a:schemeClr val="tx2"/>
                </a:solidFill>
                <a:latin typeface="Segoe UI"/>
                <a:cs typeface="Segoe UI"/>
              </a:rPr>
              <a:t>Expert Exchange</a:t>
            </a:r>
          </a:p>
        </p:txBody>
      </p:sp>
      <p:sp>
        <p:nvSpPr>
          <p:cNvPr id="6" name="TextBox 5">
            <a:extLst>
              <a:ext uri="{FF2B5EF4-FFF2-40B4-BE49-F238E27FC236}">
                <a16:creationId xmlns:a16="http://schemas.microsoft.com/office/drawing/2014/main" id="{4E06395A-5D59-4F58-8C10-7376837D4123}"/>
              </a:ext>
            </a:extLst>
          </p:cNvPr>
          <p:cNvSpPr txBox="1"/>
          <p:nvPr/>
        </p:nvSpPr>
        <p:spPr>
          <a:xfrm>
            <a:off x="1690778" y="1417608"/>
            <a:ext cx="91555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endParaRPr lang="en-US" dirty="0">
              <a:solidFill>
                <a:schemeClr val="tx2"/>
              </a:solidFill>
              <a:ea typeface="+mn-lt"/>
              <a:cs typeface="+mn-lt"/>
            </a:endParaRPr>
          </a:p>
          <a:p>
            <a:endParaRPr lang="en-US" dirty="0">
              <a:solidFill>
                <a:schemeClr val="tx2"/>
              </a:solidFill>
              <a:cs typeface="Calibri"/>
            </a:endParaRPr>
          </a:p>
        </p:txBody>
      </p:sp>
      <p:pic>
        <p:nvPicPr>
          <p:cNvPr id="2" name="Picture 3">
            <a:extLst>
              <a:ext uri="{FF2B5EF4-FFF2-40B4-BE49-F238E27FC236}">
                <a16:creationId xmlns:a16="http://schemas.microsoft.com/office/drawing/2014/main" id="{281EC97D-C5F9-41A0-98CC-D5E3302CFF5B}"/>
              </a:ext>
            </a:extLst>
          </p:cNvPr>
          <p:cNvPicPr>
            <a:picLocks noChangeAspect="1"/>
          </p:cNvPicPr>
          <p:nvPr/>
        </p:nvPicPr>
        <p:blipFill>
          <a:blip r:embed="rId3"/>
          <a:stretch>
            <a:fillRect/>
          </a:stretch>
        </p:blipFill>
        <p:spPr>
          <a:xfrm>
            <a:off x="1532626" y="1261790"/>
            <a:ext cx="9040481" cy="4262531"/>
          </a:xfrm>
          <a:prstGeom prst="rect">
            <a:avLst/>
          </a:prstGeom>
        </p:spPr>
      </p:pic>
    </p:spTree>
    <p:extLst>
      <p:ext uri="{BB962C8B-B14F-4D97-AF65-F5344CB8AC3E}">
        <p14:creationId xmlns:p14="http://schemas.microsoft.com/office/powerpoint/2010/main" val="235821936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nodePh="1">
                                  <p:stCondLst>
                                    <p:cond delay="0"/>
                                  </p:stCondLst>
                                  <p:endCondLst>
                                    <p:cond evt="begin" delay="0">
                                      <p:tn val="11"/>
                                    </p:cond>
                                  </p:endCondLst>
                                  <p:childTnLst>
                                    <p:set>
                                      <p:cBhvr>
                                        <p:cTn id="12" dur="1" fill="hold">
                                          <p:stCondLst>
                                            <p:cond delay="0"/>
                                          </p:stCondLst>
                                        </p:cTn>
                                        <p:tgtEl>
                                          <p:spTgt spid="56"/>
                                        </p:tgtEl>
                                        <p:attrNameLst>
                                          <p:attrName>style.visibility</p:attrName>
                                        </p:attrNameLst>
                                      </p:cBhvr>
                                      <p:to>
                                        <p:strVal val="visible"/>
                                      </p:to>
                                    </p:set>
                                    <p:animEffect transition="in" filter="fade">
                                      <p:cBhvr>
                                        <p:cTn id="13" dur="500"/>
                                        <p:tgtEl>
                                          <p:spTgt spid="56"/>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108"/>
                                        </p:tgtEl>
                                        <p:attrNameLst>
                                          <p:attrName>style.visibility</p:attrName>
                                        </p:attrNameLst>
                                      </p:cBhvr>
                                      <p:to>
                                        <p:strVal val="visible"/>
                                      </p:to>
                                    </p:set>
                                    <p:animEffect transition="in" filter="fade">
                                      <p:cBhvr>
                                        <p:cTn id="17" dur="500"/>
                                        <p:tgtEl>
                                          <p:spTgt spid="108"/>
                                        </p:tgtEl>
                                      </p:cBhvr>
                                    </p:animEffect>
                                  </p:childTnLst>
                                </p:cTn>
                              </p:par>
                            </p:childTnLst>
                          </p:cTn>
                        </p:par>
                        <p:par>
                          <p:cTn id="18" fill="hold">
                            <p:stCondLst>
                              <p:cond delay="1500"/>
                            </p:stCondLst>
                            <p:childTnLst>
                              <p:par>
                                <p:cTn id="19" presetID="42" presetClass="entr" presetSubtype="0" fill="hold" grpId="0" nodeType="after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500"/>
                                        <p:tgtEl>
                                          <p:spTgt spid="102"/>
                                        </p:tgtEl>
                                      </p:cBhvr>
                                    </p:animEffect>
                                    <p:anim calcmode="lin" valueType="num">
                                      <p:cBhvr>
                                        <p:cTn id="22" dur="500" fill="hold"/>
                                        <p:tgtEl>
                                          <p:spTgt spid="102"/>
                                        </p:tgtEl>
                                        <p:attrNameLst>
                                          <p:attrName>ppt_x</p:attrName>
                                        </p:attrNameLst>
                                      </p:cBhvr>
                                      <p:tavLst>
                                        <p:tav tm="0">
                                          <p:val>
                                            <p:strVal val="#ppt_x"/>
                                          </p:val>
                                        </p:tav>
                                        <p:tav tm="100000">
                                          <p:val>
                                            <p:strVal val="#ppt_x"/>
                                          </p:val>
                                        </p:tav>
                                      </p:tavLst>
                                    </p:anim>
                                    <p:anim calcmode="lin" valueType="num">
                                      <p:cBhvr>
                                        <p:cTn id="23" dur="500" fill="hold"/>
                                        <p:tgtEl>
                                          <p:spTgt spid="102"/>
                                        </p:tgtEl>
                                        <p:attrNameLst>
                                          <p:attrName>ppt_y</p:attrName>
                                        </p:attrNameLst>
                                      </p:cBhvr>
                                      <p:tavLst>
                                        <p:tav tm="0">
                                          <p:val>
                                            <p:strVal val="#ppt_y+.1"/>
                                          </p:val>
                                        </p:tav>
                                        <p:tav tm="100000">
                                          <p:val>
                                            <p:strVal val="#ppt_y"/>
                                          </p:val>
                                        </p:tav>
                                      </p:tavLst>
                                    </p:anim>
                                  </p:childTnLst>
                                </p:cTn>
                              </p:par>
                            </p:childTnLst>
                          </p:cTn>
                        </p:par>
                        <p:par>
                          <p:cTn id="24" fill="hold">
                            <p:stCondLst>
                              <p:cond delay="2000"/>
                            </p:stCondLst>
                            <p:childTnLst>
                              <p:par>
                                <p:cTn id="25" presetID="42" presetClass="entr" presetSubtype="0" fill="hold" grpId="0" nodeType="afterEffect">
                                  <p:stCondLst>
                                    <p:cond delay="0"/>
                                  </p:stCondLst>
                                  <p:childTnLst>
                                    <p:set>
                                      <p:cBhvr>
                                        <p:cTn id="26" dur="1" fill="hold">
                                          <p:stCondLst>
                                            <p:cond delay="0"/>
                                          </p:stCondLst>
                                        </p:cTn>
                                        <p:tgtEl>
                                          <p:spTgt spid="103"/>
                                        </p:tgtEl>
                                        <p:attrNameLst>
                                          <p:attrName>style.visibility</p:attrName>
                                        </p:attrNameLst>
                                      </p:cBhvr>
                                      <p:to>
                                        <p:strVal val="visible"/>
                                      </p:to>
                                    </p:set>
                                    <p:animEffect transition="in" filter="fade">
                                      <p:cBhvr>
                                        <p:cTn id="27" dur="500"/>
                                        <p:tgtEl>
                                          <p:spTgt spid="103"/>
                                        </p:tgtEl>
                                      </p:cBhvr>
                                    </p:animEffect>
                                    <p:anim calcmode="lin" valueType="num">
                                      <p:cBhvr>
                                        <p:cTn id="28" dur="500" fill="hold"/>
                                        <p:tgtEl>
                                          <p:spTgt spid="103"/>
                                        </p:tgtEl>
                                        <p:attrNameLst>
                                          <p:attrName>ppt_x</p:attrName>
                                        </p:attrNameLst>
                                      </p:cBhvr>
                                      <p:tavLst>
                                        <p:tav tm="0">
                                          <p:val>
                                            <p:strVal val="#ppt_x"/>
                                          </p:val>
                                        </p:tav>
                                        <p:tav tm="100000">
                                          <p:val>
                                            <p:strVal val="#ppt_x"/>
                                          </p:val>
                                        </p:tav>
                                      </p:tavLst>
                                    </p:anim>
                                    <p:anim calcmode="lin" valueType="num">
                                      <p:cBhvr>
                                        <p:cTn id="29" dur="500" fill="hold"/>
                                        <p:tgtEl>
                                          <p:spTgt spid="103"/>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104"/>
                                        </p:tgtEl>
                                        <p:attrNameLst>
                                          <p:attrName>style.visibility</p:attrName>
                                        </p:attrNameLst>
                                      </p:cBhvr>
                                      <p:to>
                                        <p:strVal val="visible"/>
                                      </p:to>
                                    </p:set>
                                    <p:animEffect transition="in" filter="fade">
                                      <p:cBhvr>
                                        <p:cTn id="33" dur="500"/>
                                        <p:tgtEl>
                                          <p:spTgt spid="104"/>
                                        </p:tgtEl>
                                      </p:cBhvr>
                                    </p:animEffect>
                                    <p:anim calcmode="lin" valueType="num">
                                      <p:cBhvr>
                                        <p:cTn id="34" dur="500" fill="hold"/>
                                        <p:tgtEl>
                                          <p:spTgt spid="104"/>
                                        </p:tgtEl>
                                        <p:attrNameLst>
                                          <p:attrName>ppt_x</p:attrName>
                                        </p:attrNameLst>
                                      </p:cBhvr>
                                      <p:tavLst>
                                        <p:tav tm="0">
                                          <p:val>
                                            <p:strVal val="#ppt_x"/>
                                          </p:val>
                                        </p:tav>
                                        <p:tav tm="100000">
                                          <p:val>
                                            <p:strVal val="#ppt_x"/>
                                          </p:val>
                                        </p:tav>
                                      </p:tavLst>
                                    </p:anim>
                                    <p:anim calcmode="lin" valueType="num">
                                      <p:cBhvr>
                                        <p:cTn id="35" dur="500" fill="hold"/>
                                        <p:tgtEl>
                                          <p:spTgt spid="104"/>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42" presetClass="entr" presetSubtype="0" fill="hold" grpId="0" nodeType="afterEffect">
                                  <p:stCondLst>
                                    <p:cond delay="0"/>
                                  </p:stCondLst>
                                  <p:childTnLst>
                                    <p:set>
                                      <p:cBhvr>
                                        <p:cTn id="38" dur="1" fill="hold">
                                          <p:stCondLst>
                                            <p:cond delay="0"/>
                                          </p:stCondLst>
                                        </p:cTn>
                                        <p:tgtEl>
                                          <p:spTgt spid="105"/>
                                        </p:tgtEl>
                                        <p:attrNameLst>
                                          <p:attrName>style.visibility</p:attrName>
                                        </p:attrNameLst>
                                      </p:cBhvr>
                                      <p:to>
                                        <p:strVal val="visible"/>
                                      </p:to>
                                    </p:set>
                                    <p:animEffect transition="in" filter="fade">
                                      <p:cBhvr>
                                        <p:cTn id="39" dur="500"/>
                                        <p:tgtEl>
                                          <p:spTgt spid="105"/>
                                        </p:tgtEl>
                                      </p:cBhvr>
                                    </p:animEffect>
                                    <p:anim calcmode="lin" valueType="num">
                                      <p:cBhvr>
                                        <p:cTn id="40" dur="500" fill="hold"/>
                                        <p:tgtEl>
                                          <p:spTgt spid="105"/>
                                        </p:tgtEl>
                                        <p:attrNameLst>
                                          <p:attrName>ppt_x</p:attrName>
                                        </p:attrNameLst>
                                      </p:cBhvr>
                                      <p:tavLst>
                                        <p:tav tm="0">
                                          <p:val>
                                            <p:strVal val="#ppt_x"/>
                                          </p:val>
                                        </p:tav>
                                        <p:tav tm="100000">
                                          <p:val>
                                            <p:strVal val="#ppt_x"/>
                                          </p:val>
                                        </p:tav>
                                      </p:tavLst>
                                    </p:anim>
                                    <p:anim calcmode="lin" valueType="num">
                                      <p:cBhvr>
                                        <p:cTn id="41" dur="500" fill="hold"/>
                                        <p:tgtEl>
                                          <p:spTgt spid="105"/>
                                        </p:tgtEl>
                                        <p:attrNameLst>
                                          <p:attrName>ppt_y</p:attrName>
                                        </p:attrNameLst>
                                      </p:cBhvr>
                                      <p:tavLst>
                                        <p:tav tm="0">
                                          <p:val>
                                            <p:strVal val="#ppt_y+.1"/>
                                          </p:val>
                                        </p:tav>
                                        <p:tav tm="100000">
                                          <p:val>
                                            <p:strVal val="#ppt_y"/>
                                          </p:val>
                                        </p:tav>
                                      </p:tavLst>
                                    </p:anim>
                                  </p:childTnLst>
                                </p:cTn>
                              </p:par>
                            </p:childTnLst>
                          </p:cTn>
                        </p:par>
                        <p:par>
                          <p:cTn id="42" fill="hold">
                            <p:stCondLst>
                              <p:cond delay="3500"/>
                            </p:stCondLst>
                            <p:childTnLst>
                              <p:par>
                                <p:cTn id="43" presetID="42" presetClass="entr" presetSubtype="0" fill="hold" grpId="0" nodeType="afterEffect">
                                  <p:stCondLst>
                                    <p:cond delay="0"/>
                                  </p:stCondLst>
                                  <p:childTnLst>
                                    <p:set>
                                      <p:cBhvr>
                                        <p:cTn id="44" dur="1" fill="hold">
                                          <p:stCondLst>
                                            <p:cond delay="0"/>
                                          </p:stCondLst>
                                        </p:cTn>
                                        <p:tgtEl>
                                          <p:spTgt spid="116"/>
                                        </p:tgtEl>
                                        <p:attrNameLst>
                                          <p:attrName>style.visibility</p:attrName>
                                        </p:attrNameLst>
                                      </p:cBhvr>
                                      <p:to>
                                        <p:strVal val="visible"/>
                                      </p:to>
                                    </p:set>
                                    <p:animEffect transition="in" filter="fade">
                                      <p:cBhvr>
                                        <p:cTn id="45" dur="500"/>
                                        <p:tgtEl>
                                          <p:spTgt spid="116"/>
                                        </p:tgtEl>
                                      </p:cBhvr>
                                    </p:animEffect>
                                    <p:anim calcmode="lin" valueType="num">
                                      <p:cBhvr>
                                        <p:cTn id="46" dur="500" fill="hold"/>
                                        <p:tgtEl>
                                          <p:spTgt spid="116"/>
                                        </p:tgtEl>
                                        <p:attrNameLst>
                                          <p:attrName>ppt_x</p:attrName>
                                        </p:attrNameLst>
                                      </p:cBhvr>
                                      <p:tavLst>
                                        <p:tav tm="0">
                                          <p:val>
                                            <p:strVal val="#ppt_x"/>
                                          </p:val>
                                        </p:tav>
                                        <p:tav tm="100000">
                                          <p:val>
                                            <p:strVal val="#ppt_x"/>
                                          </p:val>
                                        </p:tav>
                                      </p:tavLst>
                                    </p:anim>
                                    <p:anim calcmode="lin" valueType="num">
                                      <p:cBhvr>
                                        <p:cTn id="47" dur="500" fill="hold"/>
                                        <p:tgtEl>
                                          <p:spTgt spid="1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6" grpId="0"/>
      <p:bldP spid="102" grpId="0" animBg="1"/>
      <p:bldP spid="103" grpId="0" animBg="1"/>
      <p:bldP spid="104" grpId="0" animBg="1"/>
      <p:bldP spid="105" grpId="0" animBg="1"/>
      <p:bldP spid="11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C6C5A535-504E-4A90-B5D3-435512EF0FE3}"/>
              </a:ext>
            </a:extLst>
          </p:cNvPr>
          <p:cNvPicPr>
            <a:picLocks noChangeAspect="1"/>
          </p:cNvPicPr>
          <p:nvPr/>
        </p:nvPicPr>
        <p:blipFill>
          <a:blip r:embed="rId2"/>
          <a:stretch>
            <a:fillRect/>
          </a:stretch>
        </p:blipFill>
        <p:spPr>
          <a:xfrm>
            <a:off x="2107721" y="2370504"/>
            <a:ext cx="8362803" cy="3606700"/>
          </a:xfrm>
          <a:prstGeom prst="rect">
            <a:avLst/>
          </a:prstGeom>
        </p:spPr>
      </p:pic>
      <p:sp>
        <p:nvSpPr>
          <p:cNvPr id="10" name="TextBox 9"/>
          <p:cNvSpPr txBox="1"/>
          <p:nvPr/>
        </p:nvSpPr>
        <p:spPr>
          <a:xfrm>
            <a:off x="3275214" y="393373"/>
            <a:ext cx="6682215" cy="1200329"/>
          </a:xfrm>
          <a:prstGeom prst="rect">
            <a:avLst/>
          </a:prstGeom>
          <a:solidFill>
            <a:schemeClr val="bg1"/>
          </a:solidFill>
          <a:ln>
            <a:solidFill>
              <a:schemeClr val="bg1"/>
            </a:solidFill>
          </a:ln>
        </p:spPr>
        <p:txBody>
          <a:bodyPr wrap="square" lIns="91440" tIns="45720" rIns="91440" bIns="45720" rtlCol="0" anchor="t">
            <a:spAutoFit/>
          </a:bodyPr>
          <a:lstStyle/>
          <a:p>
            <a:pPr algn="ctr"/>
            <a:endParaRPr lang="en-US" sz="3600" b="1" dirty="0">
              <a:solidFill>
                <a:srgbClr val="2980B9"/>
              </a:solidFill>
              <a:ea typeface="Source Sans Pro Light"/>
              <a:cs typeface="+mn-lt"/>
            </a:endParaRPr>
          </a:p>
          <a:p>
            <a:pPr algn="ctr"/>
            <a:endParaRPr lang="en-US" sz="3600" dirty="0">
              <a:solidFill>
                <a:srgbClr val="2980B9"/>
              </a:solidFill>
              <a:latin typeface="+mj-lt"/>
              <a:ea typeface="Source Sans Pro Light"/>
            </a:endParaRPr>
          </a:p>
        </p:txBody>
      </p:sp>
      <p:sp>
        <p:nvSpPr>
          <p:cNvPr id="56" name="TextBox 55"/>
          <p:cNvSpPr txBox="1"/>
          <p:nvPr/>
        </p:nvSpPr>
        <p:spPr>
          <a:xfrm>
            <a:off x="2021922" y="4475027"/>
            <a:ext cx="184731" cy="338554"/>
          </a:xfrm>
          <a:prstGeom prst="rect">
            <a:avLst/>
          </a:prstGeom>
          <a:noFill/>
        </p:spPr>
        <p:txBody>
          <a:bodyPr wrap="none" lIns="91440" tIns="45720" rIns="91440" bIns="45720" rtlCol="0" anchor="t">
            <a:spAutoFit/>
          </a:bodyPr>
          <a:lstStyle/>
          <a:p>
            <a:pPr algn="ctr"/>
            <a:endParaRPr lang="en-US" sz="1600" b="1" dirty="0">
              <a:solidFill>
                <a:schemeClr val="tx1">
                  <a:lumMod val="50000"/>
                  <a:lumOff val="50000"/>
                </a:schemeClr>
              </a:solidFill>
              <a:latin typeface="+mj-lt"/>
              <a:ea typeface="Source Sans Pro Light"/>
            </a:endParaRPr>
          </a:p>
        </p:txBody>
      </p:sp>
      <p:sp>
        <p:nvSpPr>
          <p:cNvPr id="102" name="Rectangle 101"/>
          <p:cNvSpPr/>
          <p:nvPr/>
        </p:nvSpPr>
        <p:spPr>
          <a:xfrm rot="16200000">
            <a:off x="2671769" y="5465767"/>
            <a:ext cx="752466"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3" name="Rectangle 102"/>
          <p:cNvSpPr/>
          <p:nvPr/>
        </p:nvSpPr>
        <p:spPr>
          <a:xfrm rot="16200000">
            <a:off x="4732520" y="5408257"/>
            <a:ext cx="738091" cy="21326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4" name="Rectangle 103"/>
          <p:cNvSpPr/>
          <p:nvPr/>
        </p:nvSpPr>
        <p:spPr>
          <a:xfrm rot="16200000">
            <a:off x="6735765" y="5465764"/>
            <a:ext cx="752471"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5" name="Rectangle 104"/>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8" name="Group 107"/>
          <p:cNvGrpSpPr/>
          <p:nvPr/>
        </p:nvGrpSpPr>
        <p:grpSpPr>
          <a:xfrm>
            <a:off x="2" y="6736617"/>
            <a:ext cx="12191999" cy="134339"/>
            <a:chOff x="2" y="2110197"/>
            <a:chExt cx="12191999" cy="134339"/>
          </a:xfrm>
        </p:grpSpPr>
        <p:sp>
          <p:nvSpPr>
            <p:cNvPr id="109" name="Rectangle 108"/>
            <p:cNvSpPr/>
            <p:nvPr/>
          </p:nvSpPr>
          <p:spPr>
            <a:xfrm rot="16200000">
              <a:off x="2980836" y="1161370"/>
              <a:ext cx="134333"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0" name="Rectangle 109"/>
            <p:cNvSpPr/>
            <p:nvPr/>
          </p:nvSpPr>
          <p:spPr>
            <a:xfrm rot="16200000">
              <a:off x="5012835" y="1161369"/>
              <a:ext cx="134333"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1" name="Rectangle 110"/>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2" name="Rectangle 111"/>
            <p:cNvSpPr/>
            <p:nvPr/>
          </p:nvSpPr>
          <p:spPr>
            <a:xfrm rot="16200000">
              <a:off x="9076834" y="1161367"/>
              <a:ext cx="134336"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3" name="Rectangle 112"/>
            <p:cNvSpPr/>
            <p:nvPr/>
          </p:nvSpPr>
          <p:spPr>
            <a:xfrm rot="16200000">
              <a:off x="11108832" y="1161366"/>
              <a:ext cx="134338"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4" name="Rectangle 113"/>
            <p:cNvSpPr/>
            <p:nvPr/>
          </p:nvSpPr>
          <p:spPr>
            <a:xfrm rot="16200000">
              <a:off x="948836" y="1161370"/>
              <a:ext cx="134331"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115" name="Picture 114" descr="Orena_Logo_Final.png"/>
          <p:cNvPicPr>
            <a:picLocks noChangeAspect="1"/>
          </p:cNvPicPr>
          <p:nvPr/>
        </p:nvPicPr>
        <p:blipFill>
          <a:blip r:embed="rId3" cstate="screen"/>
          <a:stretch>
            <a:fillRect/>
          </a:stretch>
        </p:blipFill>
        <p:spPr>
          <a:xfrm>
            <a:off x="10203327" y="5517170"/>
            <a:ext cx="1932071" cy="1207206"/>
          </a:xfrm>
          <a:prstGeom prst="rect">
            <a:avLst/>
          </a:prstGeom>
        </p:spPr>
      </p:pic>
      <p:sp>
        <p:nvSpPr>
          <p:cNvPr id="116" name="Rectangle 115"/>
          <p:cNvSpPr/>
          <p:nvPr/>
        </p:nvSpPr>
        <p:spPr>
          <a:xfrm rot="16200000">
            <a:off x="646291" y="5459234"/>
            <a:ext cx="739416" cy="203199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7" name="Rectangle 116"/>
          <p:cNvSpPr/>
          <p:nvPr/>
        </p:nvSpPr>
        <p:spPr>
          <a:xfrm rot="16200000">
            <a:off x="948831" y="5774831"/>
            <a:ext cx="134338"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4">
            <a:extLst>
              <a:ext uri="{FF2B5EF4-FFF2-40B4-BE49-F238E27FC236}">
                <a16:creationId xmlns:a16="http://schemas.microsoft.com/office/drawing/2014/main" id="{AD972D04-06DF-4006-89EB-AA13A1A9F4C1}"/>
              </a:ext>
            </a:extLst>
          </p:cNvPr>
          <p:cNvSpPr txBox="1"/>
          <p:nvPr/>
        </p:nvSpPr>
        <p:spPr>
          <a:xfrm>
            <a:off x="2287439" y="222105"/>
            <a:ext cx="7617122"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600" b="1" dirty="0">
                <a:solidFill>
                  <a:schemeClr val="tx2"/>
                </a:solidFill>
                <a:latin typeface="Segoe UI"/>
                <a:cs typeface="Segoe UI"/>
              </a:rPr>
              <a:t>Corporate Workshop</a:t>
            </a:r>
          </a:p>
        </p:txBody>
      </p:sp>
      <p:sp>
        <p:nvSpPr>
          <p:cNvPr id="6" name="TextBox 5">
            <a:extLst>
              <a:ext uri="{FF2B5EF4-FFF2-40B4-BE49-F238E27FC236}">
                <a16:creationId xmlns:a16="http://schemas.microsoft.com/office/drawing/2014/main" id="{4E06395A-5D59-4F58-8C10-7376837D4123}"/>
              </a:ext>
            </a:extLst>
          </p:cNvPr>
          <p:cNvSpPr txBox="1"/>
          <p:nvPr/>
        </p:nvSpPr>
        <p:spPr>
          <a:xfrm>
            <a:off x="1690778" y="1417608"/>
            <a:ext cx="91555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solidFill>
                <a:schemeClr val="tx2"/>
              </a:solidFill>
              <a:cs typeface="Calibri"/>
            </a:endParaRPr>
          </a:p>
        </p:txBody>
      </p:sp>
      <p:sp>
        <p:nvSpPr>
          <p:cNvPr id="2" name="TextBox 1">
            <a:extLst>
              <a:ext uri="{FF2B5EF4-FFF2-40B4-BE49-F238E27FC236}">
                <a16:creationId xmlns:a16="http://schemas.microsoft.com/office/drawing/2014/main" id="{9C385414-66A0-491E-9A2A-FABFA39CB20C}"/>
              </a:ext>
            </a:extLst>
          </p:cNvPr>
          <p:cNvSpPr txBox="1"/>
          <p:nvPr/>
        </p:nvSpPr>
        <p:spPr>
          <a:xfrm>
            <a:off x="1130061" y="1173193"/>
            <a:ext cx="10422288"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tx2"/>
                </a:solidFill>
                <a:cs typeface="Segoe UI"/>
              </a:rPr>
              <a:t>The target audience are the current employees of the company. Based on the requirements of the projects technical skills, behavioral skills as well as project management skills are the part of the workshops.</a:t>
            </a:r>
            <a:r>
              <a:rPr lang="en-US" dirty="0">
                <a:solidFill>
                  <a:schemeClr val="tx2"/>
                </a:solidFill>
                <a:cs typeface="Calibri"/>
              </a:rPr>
              <a:t> </a:t>
            </a:r>
          </a:p>
          <a:p>
            <a:endParaRPr lang="en-US" dirty="0">
              <a:solidFill>
                <a:schemeClr val="tx2"/>
              </a:solidFill>
              <a:cs typeface="Calibri"/>
            </a:endParaRPr>
          </a:p>
          <a:p>
            <a:pPr algn="just"/>
            <a:r>
              <a:rPr lang="en-US" dirty="0">
                <a:solidFill>
                  <a:schemeClr val="tx2"/>
                </a:solidFill>
                <a:cs typeface="Segoe UI"/>
              </a:rPr>
              <a:t>All the workshops are hands-on training where participants work on a number of training activities rather than passively listen to a lecture or presentation.</a:t>
            </a:r>
            <a:r>
              <a:rPr lang="en-US" sz="1100" dirty="0">
                <a:solidFill>
                  <a:schemeClr val="tx2"/>
                </a:solidFill>
                <a:cs typeface="Calibri"/>
              </a:rPr>
              <a:t> </a:t>
            </a:r>
          </a:p>
        </p:txBody>
      </p:sp>
    </p:spTree>
    <p:extLst>
      <p:ext uri="{BB962C8B-B14F-4D97-AF65-F5344CB8AC3E}">
        <p14:creationId xmlns:p14="http://schemas.microsoft.com/office/powerpoint/2010/main" val="352625902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nodePh="1">
                                  <p:stCondLst>
                                    <p:cond delay="0"/>
                                  </p:stCondLst>
                                  <p:endCondLst>
                                    <p:cond evt="begin" delay="0">
                                      <p:tn val="11"/>
                                    </p:cond>
                                  </p:endCondLst>
                                  <p:childTnLst>
                                    <p:set>
                                      <p:cBhvr>
                                        <p:cTn id="12" dur="1" fill="hold">
                                          <p:stCondLst>
                                            <p:cond delay="0"/>
                                          </p:stCondLst>
                                        </p:cTn>
                                        <p:tgtEl>
                                          <p:spTgt spid="56"/>
                                        </p:tgtEl>
                                        <p:attrNameLst>
                                          <p:attrName>style.visibility</p:attrName>
                                        </p:attrNameLst>
                                      </p:cBhvr>
                                      <p:to>
                                        <p:strVal val="visible"/>
                                      </p:to>
                                    </p:set>
                                    <p:animEffect transition="in" filter="fade">
                                      <p:cBhvr>
                                        <p:cTn id="13" dur="500"/>
                                        <p:tgtEl>
                                          <p:spTgt spid="56"/>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108"/>
                                        </p:tgtEl>
                                        <p:attrNameLst>
                                          <p:attrName>style.visibility</p:attrName>
                                        </p:attrNameLst>
                                      </p:cBhvr>
                                      <p:to>
                                        <p:strVal val="visible"/>
                                      </p:to>
                                    </p:set>
                                    <p:animEffect transition="in" filter="fade">
                                      <p:cBhvr>
                                        <p:cTn id="17" dur="500"/>
                                        <p:tgtEl>
                                          <p:spTgt spid="108"/>
                                        </p:tgtEl>
                                      </p:cBhvr>
                                    </p:animEffect>
                                  </p:childTnLst>
                                </p:cTn>
                              </p:par>
                            </p:childTnLst>
                          </p:cTn>
                        </p:par>
                        <p:par>
                          <p:cTn id="18" fill="hold">
                            <p:stCondLst>
                              <p:cond delay="1500"/>
                            </p:stCondLst>
                            <p:childTnLst>
                              <p:par>
                                <p:cTn id="19" presetID="42" presetClass="entr" presetSubtype="0" fill="hold" grpId="0" nodeType="after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500"/>
                                        <p:tgtEl>
                                          <p:spTgt spid="102"/>
                                        </p:tgtEl>
                                      </p:cBhvr>
                                    </p:animEffect>
                                    <p:anim calcmode="lin" valueType="num">
                                      <p:cBhvr>
                                        <p:cTn id="22" dur="500" fill="hold"/>
                                        <p:tgtEl>
                                          <p:spTgt spid="102"/>
                                        </p:tgtEl>
                                        <p:attrNameLst>
                                          <p:attrName>ppt_x</p:attrName>
                                        </p:attrNameLst>
                                      </p:cBhvr>
                                      <p:tavLst>
                                        <p:tav tm="0">
                                          <p:val>
                                            <p:strVal val="#ppt_x"/>
                                          </p:val>
                                        </p:tav>
                                        <p:tav tm="100000">
                                          <p:val>
                                            <p:strVal val="#ppt_x"/>
                                          </p:val>
                                        </p:tav>
                                      </p:tavLst>
                                    </p:anim>
                                    <p:anim calcmode="lin" valueType="num">
                                      <p:cBhvr>
                                        <p:cTn id="23" dur="500" fill="hold"/>
                                        <p:tgtEl>
                                          <p:spTgt spid="102"/>
                                        </p:tgtEl>
                                        <p:attrNameLst>
                                          <p:attrName>ppt_y</p:attrName>
                                        </p:attrNameLst>
                                      </p:cBhvr>
                                      <p:tavLst>
                                        <p:tav tm="0">
                                          <p:val>
                                            <p:strVal val="#ppt_y+.1"/>
                                          </p:val>
                                        </p:tav>
                                        <p:tav tm="100000">
                                          <p:val>
                                            <p:strVal val="#ppt_y"/>
                                          </p:val>
                                        </p:tav>
                                      </p:tavLst>
                                    </p:anim>
                                  </p:childTnLst>
                                </p:cTn>
                              </p:par>
                            </p:childTnLst>
                          </p:cTn>
                        </p:par>
                        <p:par>
                          <p:cTn id="24" fill="hold">
                            <p:stCondLst>
                              <p:cond delay="2000"/>
                            </p:stCondLst>
                            <p:childTnLst>
                              <p:par>
                                <p:cTn id="25" presetID="42" presetClass="entr" presetSubtype="0" fill="hold" grpId="0" nodeType="afterEffect">
                                  <p:stCondLst>
                                    <p:cond delay="0"/>
                                  </p:stCondLst>
                                  <p:childTnLst>
                                    <p:set>
                                      <p:cBhvr>
                                        <p:cTn id="26" dur="1" fill="hold">
                                          <p:stCondLst>
                                            <p:cond delay="0"/>
                                          </p:stCondLst>
                                        </p:cTn>
                                        <p:tgtEl>
                                          <p:spTgt spid="103"/>
                                        </p:tgtEl>
                                        <p:attrNameLst>
                                          <p:attrName>style.visibility</p:attrName>
                                        </p:attrNameLst>
                                      </p:cBhvr>
                                      <p:to>
                                        <p:strVal val="visible"/>
                                      </p:to>
                                    </p:set>
                                    <p:animEffect transition="in" filter="fade">
                                      <p:cBhvr>
                                        <p:cTn id="27" dur="500"/>
                                        <p:tgtEl>
                                          <p:spTgt spid="103"/>
                                        </p:tgtEl>
                                      </p:cBhvr>
                                    </p:animEffect>
                                    <p:anim calcmode="lin" valueType="num">
                                      <p:cBhvr>
                                        <p:cTn id="28" dur="500" fill="hold"/>
                                        <p:tgtEl>
                                          <p:spTgt spid="103"/>
                                        </p:tgtEl>
                                        <p:attrNameLst>
                                          <p:attrName>ppt_x</p:attrName>
                                        </p:attrNameLst>
                                      </p:cBhvr>
                                      <p:tavLst>
                                        <p:tav tm="0">
                                          <p:val>
                                            <p:strVal val="#ppt_x"/>
                                          </p:val>
                                        </p:tav>
                                        <p:tav tm="100000">
                                          <p:val>
                                            <p:strVal val="#ppt_x"/>
                                          </p:val>
                                        </p:tav>
                                      </p:tavLst>
                                    </p:anim>
                                    <p:anim calcmode="lin" valueType="num">
                                      <p:cBhvr>
                                        <p:cTn id="29" dur="500" fill="hold"/>
                                        <p:tgtEl>
                                          <p:spTgt spid="103"/>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104"/>
                                        </p:tgtEl>
                                        <p:attrNameLst>
                                          <p:attrName>style.visibility</p:attrName>
                                        </p:attrNameLst>
                                      </p:cBhvr>
                                      <p:to>
                                        <p:strVal val="visible"/>
                                      </p:to>
                                    </p:set>
                                    <p:animEffect transition="in" filter="fade">
                                      <p:cBhvr>
                                        <p:cTn id="33" dur="500"/>
                                        <p:tgtEl>
                                          <p:spTgt spid="104"/>
                                        </p:tgtEl>
                                      </p:cBhvr>
                                    </p:animEffect>
                                    <p:anim calcmode="lin" valueType="num">
                                      <p:cBhvr>
                                        <p:cTn id="34" dur="500" fill="hold"/>
                                        <p:tgtEl>
                                          <p:spTgt spid="104"/>
                                        </p:tgtEl>
                                        <p:attrNameLst>
                                          <p:attrName>ppt_x</p:attrName>
                                        </p:attrNameLst>
                                      </p:cBhvr>
                                      <p:tavLst>
                                        <p:tav tm="0">
                                          <p:val>
                                            <p:strVal val="#ppt_x"/>
                                          </p:val>
                                        </p:tav>
                                        <p:tav tm="100000">
                                          <p:val>
                                            <p:strVal val="#ppt_x"/>
                                          </p:val>
                                        </p:tav>
                                      </p:tavLst>
                                    </p:anim>
                                    <p:anim calcmode="lin" valueType="num">
                                      <p:cBhvr>
                                        <p:cTn id="35" dur="500" fill="hold"/>
                                        <p:tgtEl>
                                          <p:spTgt spid="104"/>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42" presetClass="entr" presetSubtype="0" fill="hold" grpId="0" nodeType="afterEffect">
                                  <p:stCondLst>
                                    <p:cond delay="0"/>
                                  </p:stCondLst>
                                  <p:childTnLst>
                                    <p:set>
                                      <p:cBhvr>
                                        <p:cTn id="38" dur="1" fill="hold">
                                          <p:stCondLst>
                                            <p:cond delay="0"/>
                                          </p:stCondLst>
                                        </p:cTn>
                                        <p:tgtEl>
                                          <p:spTgt spid="105"/>
                                        </p:tgtEl>
                                        <p:attrNameLst>
                                          <p:attrName>style.visibility</p:attrName>
                                        </p:attrNameLst>
                                      </p:cBhvr>
                                      <p:to>
                                        <p:strVal val="visible"/>
                                      </p:to>
                                    </p:set>
                                    <p:animEffect transition="in" filter="fade">
                                      <p:cBhvr>
                                        <p:cTn id="39" dur="500"/>
                                        <p:tgtEl>
                                          <p:spTgt spid="105"/>
                                        </p:tgtEl>
                                      </p:cBhvr>
                                    </p:animEffect>
                                    <p:anim calcmode="lin" valueType="num">
                                      <p:cBhvr>
                                        <p:cTn id="40" dur="500" fill="hold"/>
                                        <p:tgtEl>
                                          <p:spTgt spid="105"/>
                                        </p:tgtEl>
                                        <p:attrNameLst>
                                          <p:attrName>ppt_x</p:attrName>
                                        </p:attrNameLst>
                                      </p:cBhvr>
                                      <p:tavLst>
                                        <p:tav tm="0">
                                          <p:val>
                                            <p:strVal val="#ppt_x"/>
                                          </p:val>
                                        </p:tav>
                                        <p:tav tm="100000">
                                          <p:val>
                                            <p:strVal val="#ppt_x"/>
                                          </p:val>
                                        </p:tav>
                                      </p:tavLst>
                                    </p:anim>
                                    <p:anim calcmode="lin" valueType="num">
                                      <p:cBhvr>
                                        <p:cTn id="41" dur="500" fill="hold"/>
                                        <p:tgtEl>
                                          <p:spTgt spid="105"/>
                                        </p:tgtEl>
                                        <p:attrNameLst>
                                          <p:attrName>ppt_y</p:attrName>
                                        </p:attrNameLst>
                                      </p:cBhvr>
                                      <p:tavLst>
                                        <p:tav tm="0">
                                          <p:val>
                                            <p:strVal val="#ppt_y+.1"/>
                                          </p:val>
                                        </p:tav>
                                        <p:tav tm="100000">
                                          <p:val>
                                            <p:strVal val="#ppt_y"/>
                                          </p:val>
                                        </p:tav>
                                      </p:tavLst>
                                    </p:anim>
                                  </p:childTnLst>
                                </p:cTn>
                              </p:par>
                            </p:childTnLst>
                          </p:cTn>
                        </p:par>
                        <p:par>
                          <p:cTn id="42" fill="hold">
                            <p:stCondLst>
                              <p:cond delay="3500"/>
                            </p:stCondLst>
                            <p:childTnLst>
                              <p:par>
                                <p:cTn id="43" presetID="42" presetClass="entr" presetSubtype="0" fill="hold" grpId="0" nodeType="afterEffect">
                                  <p:stCondLst>
                                    <p:cond delay="0"/>
                                  </p:stCondLst>
                                  <p:childTnLst>
                                    <p:set>
                                      <p:cBhvr>
                                        <p:cTn id="44" dur="1" fill="hold">
                                          <p:stCondLst>
                                            <p:cond delay="0"/>
                                          </p:stCondLst>
                                        </p:cTn>
                                        <p:tgtEl>
                                          <p:spTgt spid="116"/>
                                        </p:tgtEl>
                                        <p:attrNameLst>
                                          <p:attrName>style.visibility</p:attrName>
                                        </p:attrNameLst>
                                      </p:cBhvr>
                                      <p:to>
                                        <p:strVal val="visible"/>
                                      </p:to>
                                    </p:set>
                                    <p:animEffect transition="in" filter="fade">
                                      <p:cBhvr>
                                        <p:cTn id="45" dur="500"/>
                                        <p:tgtEl>
                                          <p:spTgt spid="116"/>
                                        </p:tgtEl>
                                      </p:cBhvr>
                                    </p:animEffect>
                                    <p:anim calcmode="lin" valueType="num">
                                      <p:cBhvr>
                                        <p:cTn id="46" dur="500" fill="hold"/>
                                        <p:tgtEl>
                                          <p:spTgt spid="116"/>
                                        </p:tgtEl>
                                        <p:attrNameLst>
                                          <p:attrName>ppt_x</p:attrName>
                                        </p:attrNameLst>
                                      </p:cBhvr>
                                      <p:tavLst>
                                        <p:tav tm="0">
                                          <p:val>
                                            <p:strVal val="#ppt_x"/>
                                          </p:val>
                                        </p:tav>
                                        <p:tav tm="100000">
                                          <p:val>
                                            <p:strVal val="#ppt_x"/>
                                          </p:val>
                                        </p:tav>
                                      </p:tavLst>
                                    </p:anim>
                                    <p:anim calcmode="lin" valueType="num">
                                      <p:cBhvr>
                                        <p:cTn id="47" dur="500" fill="hold"/>
                                        <p:tgtEl>
                                          <p:spTgt spid="1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6" grpId="0"/>
      <p:bldP spid="102" grpId="0" animBg="1"/>
      <p:bldP spid="103" grpId="0" animBg="1"/>
      <p:bldP spid="104" grpId="0" animBg="1"/>
      <p:bldP spid="105" grpId="0" animBg="1"/>
      <p:bldP spid="1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2">
            <a:extLst>
              <a:ext uri="{FF2B5EF4-FFF2-40B4-BE49-F238E27FC236}">
                <a16:creationId xmlns:a16="http://schemas.microsoft.com/office/drawing/2014/main" id="{C68B2FC8-1DD1-4194-8EC2-0B4C1FF7DFE5}"/>
              </a:ext>
            </a:extLst>
          </p:cNvPr>
          <p:cNvPicPr>
            <a:picLocks noChangeAspect="1"/>
          </p:cNvPicPr>
          <p:nvPr/>
        </p:nvPicPr>
        <p:blipFill>
          <a:blip r:embed="rId2"/>
          <a:stretch>
            <a:fillRect/>
          </a:stretch>
        </p:blipFill>
        <p:spPr>
          <a:xfrm>
            <a:off x="1578715" y="2048340"/>
            <a:ext cx="8338017" cy="4660741"/>
          </a:xfrm>
          <a:prstGeom prst="rect">
            <a:avLst/>
          </a:prstGeom>
        </p:spPr>
      </p:pic>
      <p:sp>
        <p:nvSpPr>
          <p:cNvPr id="2" name="Rectangle 1"/>
          <p:cNvSpPr/>
          <p:nvPr/>
        </p:nvSpPr>
        <p:spPr>
          <a:xfrm>
            <a:off x="2971655" y="180042"/>
            <a:ext cx="6596743" cy="646331"/>
          </a:xfrm>
          <a:prstGeom prst="rect">
            <a:avLst/>
          </a:prstGeom>
        </p:spPr>
        <p:txBody>
          <a:bodyPr wrap="square" lIns="91440" tIns="45720" rIns="91440" bIns="45720" anchor="t">
            <a:spAutoFit/>
          </a:bodyPr>
          <a:lstStyle/>
          <a:p>
            <a:pPr algn="ctr"/>
            <a:r>
              <a:rPr lang="en-US" sz="3600" b="1" dirty="0">
                <a:solidFill>
                  <a:schemeClr val="tx2"/>
                </a:solidFill>
                <a:latin typeface="Segoe UI"/>
                <a:cs typeface="Segoe UI"/>
              </a:rPr>
              <a:t>IP Patent and Development </a:t>
            </a:r>
          </a:p>
        </p:txBody>
      </p:sp>
      <p:grpSp>
        <p:nvGrpSpPr>
          <p:cNvPr id="33" name="Group 32">
            <a:extLst>
              <a:ext uri="{FF2B5EF4-FFF2-40B4-BE49-F238E27FC236}">
                <a16:creationId xmlns:a16="http://schemas.microsoft.com/office/drawing/2014/main" id="{929F5FB2-E4A9-4B07-A326-B1C792A7D47A}"/>
              </a:ext>
            </a:extLst>
          </p:cNvPr>
          <p:cNvGrpSpPr/>
          <p:nvPr/>
        </p:nvGrpSpPr>
        <p:grpSpPr>
          <a:xfrm>
            <a:off x="2" y="6736617"/>
            <a:ext cx="12191999" cy="134339"/>
            <a:chOff x="2" y="2110197"/>
            <a:chExt cx="12191999" cy="134339"/>
          </a:xfrm>
        </p:grpSpPr>
        <p:sp>
          <p:nvSpPr>
            <p:cNvPr id="27" name="Rectangle 26">
              <a:extLst>
                <a:ext uri="{FF2B5EF4-FFF2-40B4-BE49-F238E27FC236}">
                  <a16:creationId xmlns:a16="http://schemas.microsoft.com/office/drawing/2014/main" id="{99A9BBFD-0D39-44B0-A58A-6C78EEA8AF3E}"/>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Rectangle 27">
              <a:extLst>
                <a:ext uri="{FF2B5EF4-FFF2-40B4-BE49-F238E27FC236}">
                  <a16:creationId xmlns:a16="http://schemas.microsoft.com/office/drawing/2014/main" id="{CD1ED2C9-777E-4CF3-8EDD-266F5C1C23D5}"/>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9" name="Rectangle 28">
              <a:extLst>
                <a:ext uri="{FF2B5EF4-FFF2-40B4-BE49-F238E27FC236}">
                  <a16:creationId xmlns:a16="http://schemas.microsoft.com/office/drawing/2014/main" id="{37AEF894-D53D-4CF5-9BCF-48289DA734EF}"/>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0" name="Rectangle 29">
              <a:extLst>
                <a:ext uri="{FF2B5EF4-FFF2-40B4-BE49-F238E27FC236}">
                  <a16:creationId xmlns:a16="http://schemas.microsoft.com/office/drawing/2014/main" id="{E375BF4D-7CF6-4D9F-9E8A-8BE5C7660EBB}"/>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634E40FD-47E8-40F5-9307-AE679FB43072}"/>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Rectangle 31">
              <a:extLst>
                <a:ext uri="{FF2B5EF4-FFF2-40B4-BE49-F238E27FC236}">
                  <a16:creationId xmlns:a16="http://schemas.microsoft.com/office/drawing/2014/main" id="{C82F1B71-8660-47D2-BFF9-E259DB8958B8}"/>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35" name="Picture 34" descr="Orena_Logo_Final.png">
            <a:extLst>
              <a:ext uri="{FF2B5EF4-FFF2-40B4-BE49-F238E27FC236}">
                <a16:creationId xmlns:a16="http://schemas.microsoft.com/office/drawing/2014/main" id="{D6E6226A-91B0-4080-AC91-B4CA9E831D83}"/>
              </a:ext>
            </a:extLst>
          </p:cNvPr>
          <p:cNvPicPr>
            <a:picLocks noChangeAspect="1"/>
          </p:cNvPicPr>
          <p:nvPr/>
        </p:nvPicPr>
        <p:blipFill>
          <a:blip r:embed="rId3" cstate="screen"/>
          <a:stretch>
            <a:fillRect/>
          </a:stretch>
        </p:blipFill>
        <p:spPr>
          <a:xfrm>
            <a:off x="10164138" y="5460064"/>
            <a:ext cx="1932071" cy="1207206"/>
          </a:xfrm>
          <a:prstGeom prst="rect">
            <a:avLst/>
          </a:prstGeom>
        </p:spPr>
      </p:pic>
      <p:sp>
        <p:nvSpPr>
          <p:cNvPr id="13" name="TextBox 12">
            <a:extLst>
              <a:ext uri="{FF2B5EF4-FFF2-40B4-BE49-F238E27FC236}">
                <a16:creationId xmlns:a16="http://schemas.microsoft.com/office/drawing/2014/main" id="{577C9B35-D1F2-4BEA-BFC0-22DC263E8AE9}"/>
              </a:ext>
            </a:extLst>
          </p:cNvPr>
          <p:cNvSpPr txBox="1"/>
          <p:nvPr/>
        </p:nvSpPr>
        <p:spPr>
          <a:xfrm>
            <a:off x="844013" y="1149540"/>
            <a:ext cx="1085202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q"/>
            </a:pPr>
            <a:r>
              <a:rPr lang="en-US" dirty="0">
                <a:solidFill>
                  <a:srgbClr val="3B3B3B"/>
                </a:solidFill>
                <a:latin typeface="Arial"/>
                <a:cs typeface="Arial"/>
              </a:rPr>
              <a:t>Innovation means doing something new that improves a product, process or service. Many innovations can be protected through intellectual property (IP) rights.</a:t>
            </a:r>
            <a:endParaRPr lang="en-US" dirty="0">
              <a:cs typeface="Calibri"/>
            </a:endParaRPr>
          </a:p>
        </p:txBody>
      </p:sp>
    </p:spTree>
    <p:extLst>
      <p:ext uri="{BB962C8B-B14F-4D97-AF65-F5344CB8AC3E}">
        <p14:creationId xmlns:p14="http://schemas.microsoft.com/office/powerpoint/2010/main" val="1578053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1907" y="207164"/>
            <a:ext cx="8623950" cy="646331"/>
          </a:xfrm>
          <a:prstGeom prst="rect">
            <a:avLst/>
          </a:prstGeom>
        </p:spPr>
        <p:txBody>
          <a:bodyPr wrap="square" lIns="91440" tIns="45720" rIns="91440" bIns="45720" anchor="t">
            <a:spAutoFit/>
          </a:bodyPr>
          <a:lstStyle/>
          <a:p>
            <a:pPr algn="ctr"/>
            <a:r>
              <a:rPr lang="en-US" sz="3600" b="1" dirty="0">
                <a:solidFill>
                  <a:schemeClr val="tx2"/>
                </a:solidFill>
                <a:latin typeface="Segoe UI"/>
                <a:cs typeface="Segoe UI"/>
              </a:rPr>
              <a:t>Setting up Research Labs</a:t>
            </a:r>
          </a:p>
        </p:txBody>
      </p:sp>
      <p:sp>
        <p:nvSpPr>
          <p:cNvPr id="8" name="Rectangle 7">
            <a:extLst>
              <a:ext uri="{FF2B5EF4-FFF2-40B4-BE49-F238E27FC236}">
                <a16:creationId xmlns:a16="http://schemas.microsoft.com/office/drawing/2014/main" id="{995765D0-7CFE-4ADC-A19F-165F69B3C767}"/>
              </a:ext>
            </a:extLst>
          </p:cNvPr>
          <p:cNvSpPr/>
          <p:nvPr/>
        </p:nvSpPr>
        <p:spPr>
          <a:xfrm rot="16200000">
            <a:off x="2722090" y="5415447"/>
            <a:ext cx="738089" cy="21182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0E54E8CB-4648-4040-B25F-5A6DC282E5F2}"/>
              </a:ext>
            </a:extLst>
          </p:cNvPr>
          <p:cNvSpPr/>
          <p:nvPr/>
        </p:nvSpPr>
        <p:spPr>
          <a:xfrm rot="16200000">
            <a:off x="4703767" y="5465765"/>
            <a:ext cx="75246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783CAEA6-DFA1-4ED9-855B-A18D5918EA1B}"/>
              </a:ext>
            </a:extLst>
          </p:cNvPr>
          <p:cNvSpPr/>
          <p:nvPr/>
        </p:nvSpPr>
        <p:spPr>
          <a:xfrm rot="16200000">
            <a:off x="6735765" y="5465764"/>
            <a:ext cx="75247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FC759AD1-6CF1-4DA5-B839-78D8F3BD1884}"/>
              </a:ext>
            </a:extLst>
          </p:cNvPr>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Rectangle 21">
            <a:extLst>
              <a:ext uri="{FF2B5EF4-FFF2-40B4-BE49-F238E27FC236}">
                <a16:creationId xmlns:a16="http://schemas.microsoft.com/office/drawing/2014/main" id="{1D1D7A07-C6AE-4786-81D9-5B34F1D14217}"/>
              </a:ext>
            </a:extLst>
          </p:cNvPr>
          <p:cNvSpPr/>
          <p:nvPr/>
        </p:nvSpPr>
        <p:spPr>
          <a:xfrm rot="16200000">
            <a:off x="639763" y="5465762"/>
            <a:ext cx="752475"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30" name="Group 29">
            <a:extLst>
              <a:ext uri="{FF2B5EF4-FFF2-40B4-BE49-F238E27FC236}">
                <a16:creationId xmlns:a16="http://schemas.microsoft.com/office/drawing/2014/main" id="{7308EE09-5B01-489B-87E3-57CABC5951FE}"/>
              </a:ext>
            </a:extLst>
          </p:cNvPr>
          <p:cNvGrpSpPr/>
          <p:nvPr/>
        </p:nvGrpSpPr>
        <p:grpSpPr>
          <a:xfrm>
            <a:off x="2" y="6736617"/>
            <a:ext cx="12191999" cy="134339"/>
            <a:chOff x="2" y="2110197"/>
            <a:chExt cx="12191999" cy="134339"/>
          </a:xfrm>
        </p:grpSpPr>
        <p:sp>
          <p:nvSpPr>
            <p:cNvPr id="24" name="Rectangle 23">
              <a:extLst>
                <a:ext uri="{FF2B5EF4-FFF2-40B4-BE49-F238E27FC236}">
                  <a16:creationId xmlns:a16="http://schemas.microsoft.com/office/drawing/2014/main" id="{644E2020-5351-40FC-9AF6-54DB41E4EED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5" name="Rectangle 24">
              <a:extLst>
                <a:ext uri="{FF2B5EF4-FFF2-40B4-BE49-F238E27FC236}">
                  <a16:creationId xmlns:a16="http://schemas.microsoft.com/office/drawing/2014/main" id="{1E81868D-A37C-4F90-B0F1-0A1EA51A236C}"/>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6" name="Rectangle 25">
              <a:extLst>
                <a:ext uri="{FF2B5EF4-FFF2-40B4-BE49-F238E27FC236}">
                  <a16:creationId xmlns:a16="http://schemas.microsoft.com/office/drawing/2014/main" id="{FCC1F89A-6D19-4F88-BBB7-CD87B1FDCB4A}"/>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7E2BC307-7DE7-4C81-AE03-E6B5FD129C2D}"/>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Rectangle 27">
              <a:extLst>
                <a:ext uri="{FF2B5EF4-FFF2-40B4-BE49-F238E27FC236}">
                  <a16:creationId xmlns:a16="http://schemas.microsoft.com/office/drawing/2014/main" id="{14F49D01-79B7-45EF-9AD8-F23E80F5183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9" name="Rectangle 28">
              <a:extLst>
                <a:ext uri="{FF2B5EF4-FFF2-40B4-BE49-F238E27FC236}">
                  <a16:creationId xmlns:a16="http://schemas.microsoft.com/office/drawing/2014/main" id="{4FE47321-89E0-4831-A4E6-922365B18CCA}"/>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32" name="Picture 31" descr="Orena_Logo_Final.png">
            <a:extLst>
              <a:ext uri="{FF2B5EF4-FFF2-40B4-BE49-F238E27FC236}">
                <a16:creationId xmlns:a16="http://schemas.microsoft.com/office/drawing/2014/main" id="{58CCABBB-65A0-4141-A9FA-5CD3E656E7C2}"/>
              </a:ext>
            </a:extLst>
          </p:cNvPr>
          <p:cNvPicPr>
            <a:picLocks noChangeAspect="1"/>
          </p:cNvPicPr>
          <p:nvPr/>
        </p:nvPicPr>
        <p:blipFill>
          <a:blip r:embed="rId2" cstate="screen"/>
          <a:stretch>
            <a:fillRect/>
          </a:stretch>
        </p:blipFill>
        <p:spPr>
          <a:xfrm>
            <a:off x="10164138" y="5460064"/>
            <a:ext cx="1932071" cy="1207206"/>
          </a:xfrm>
          <a:prstGeom prst="rect">
            <a:avLst/>
          </a:prstGeom>
        </p:spPr>
      </p:pic>
      <p:pic>
        <p:nvPicPr>
          <p:cNvPr id="13" name="Picture 4" descr="C:\Users\Tejas\Desktop\eitra ppt\viewphoto.jpg">
            <a:extLst>
              <a:ext uri="{FF2B5EF4-FFF2-40B4-BE49-F238E27FC236}">
                <a16:creationId xmlns:a16="http://schemas.microsoft.com/office/drawing/2014/main" id="{998EB15F-C0F1-4F00-86E3-D9581ED89CFD}"/>
              </a:ext>
            </a:extLst>
          </p:cNvPr>
          <p:cNvPicPr>
            <a:picLocks noChangeAspect="1" noChangeArrowheads="1"/>
          </p:cNvPicPr>
          <p:nvPr/>
        </p:nvPicPr>
        <p:blipFill>
          <a:blip r:embed="rId3" cstate="print"/>
          <a:srcRect/>
          <a:stretch>
            <a:fillRect/>
          </a:stretch>
        </p:blipFill>
        <p:spPr bwMode="auto">
          <a:xfrm>
            <a:off x="209499" y="1447647"/>
            <a:ext cx="3640017" cy="793869"/>
          </a:xfrm>
          <a:prstGeom prst="rect">
            <a:avLst/>
          </a:prstGeom>
          <a:noFill/>
        </p:spPr>
      </p:pic>
      <p:pic>
        <p:nvPicPr>
          <p:cNvPr id="14" name="Picture 5" descr="C:\Users\Tejas\Desktop\eitra ppt\0014d3dd_medium.jpeg">
            <a:extLst>
              <a:ext uri="{FF2B5EF4-FFF2-40B4-BE49-F238E27FC236}">
                <a16:creationId xmlns:a16="http://schemas.microsoft.com/office/drawing/2014/main" id="{C8445AFD-5578-4915-9C36-DB2E55C3FA06}"/>
              </a:ext>
            </a:extLst>
          </p:cNvPr>
          <p:cNvPicPr>
            <a:picLocks noChangeAspect="1" noChangeArrowheads="1"/>
          </p:cNvPicPr>
          <p:nvPr/>
        </p:nvPicPr>
        <p:blipFill>
          <a:blip r:embed="rId4" cstate="print"/>
          <a:srcRect/>
          <a:stretch>
            <a:fillRect/>
          </a:stretch>
        </p:blipFill>
        <p:spPr bwMode="auto">
          <a:xfrm>
            <a:off x="2864668" y="4164462"/>
            <a:ext cx="5419405" cy="1945934"/>
          </a:xfrm>
          <a:prstGeom prst="rect">
            <a:avLst/>
          </a:prstGeom>
          <a:noFill/>
        </p:spPr>
      </p:pic>
      <p:pic>
        <p:nvPicPr>
          <p:cNvPr id="18" name="Picture 6" descr="C:\Users\Tejas\Desktop\eitra ppt\24x7.png">
            <a:extLst>
              <a:ext uri="{FF2B5EF4-FFF2-40B4-BE49-F238E27FC236}">
                <a16:creationId xmlns:a16="http://schemas.microsoft.com/office/drawing/2014/main" id="{4198419E-34F2-419A-A1EF-5AC3FEA4C1DD}"/>
              </a:ext>
            </a:extLst>
          </p:cNvPr>
          <p:cNvPicPr>
            <a:picLocks noChangeAspect="1" noChangeArrowheads="1"/>
          </p:cNvPicPr>
          <p:nvPr/>
        </p:nvPicPr>
        <p:blipFill>
          <a:blip r:embed="rId5" cstate="print"/>
          <a:srcRect/>
          <a:stretch>
            <a:fillRect/>
          </a:stretch>
        </p:blipFill>
        <p:spPr bwMode="auto">
          <a:xfrm>
            <a:off x="7624135" y="2941331"/>
            <a:ext cx="1770213" cy="1660586"/>
          </a:xfrm>
          <a:prstGeom prst="rect">
            <a:avLst/>
          </a:prstGeom>
          <a:noFill/>
        </p:spPr>
      </p:pic>
      <p:pic>
        <p:nvPicPr>
          <p:cNvPr id="19" name="Picture 3" descr="C:\Users\Tejas\Desktop\eitra ppt\matlab-classes-and-object-oriented-programming-41221_1b.jpg">
            <a:extLst>
              <a:ext uri="{FF2B5EF4-FFF2-40B4-BE49-F238E27FC236}">
                <a16:creationId xmlns:a16="http://schemas.microsoft.com/office/drawing/2014/main" id="{59CAB388-0FAE-43FD-A81C-8C902B8F98C6}"/>
              </a:ext>
            </a:extLst>
          </p:cNvPr>
          <p:cNvPicPr>
            <a:picLocks noChangeAspect="1" noChangeArrowheads="1"/>
          </p:cNvPicPr>
          <p:nvPr/>
        </p:nvPicPr>
        <p:blipFill>
          <a:blip r:embed="rId6" cstate="print"/>
          <a:srcRect/>
          <a:stretch>
            <a:fillRect/>
          </a:stretch>
        </p:blipFill>
        <p:spPr bwMode="auto">
          <a:xfrm>
            <a:off x="0" y="2725314"/>
            <a:ext cx="3060473" cy="3331563"/>
          </a:xfrm>
          <a:prstGeom prst="rect">
            <a:avLst/>
          </a:prstGeom>
          <a:noFill/>
        </p:spPr>
      </p:pic>
      <p:pic>
        <p:nvPicPr>
          <p:cNvPr id="20" name="Picture 71">
            <a:extLst>
              <a:ext uri="{FF2B5EF4-FFF2-40B4-BE49-F238E27FC236}">
                <a16:creationId xmlns:a16="http://schemas.microsoft.com/office/drawing/2014/main" id="{671EF000-1EBD-4ABF-AF52-69E53EF20F3F}"/>
              </a:ext>
            </a:extLst>
          </p:cNvPr>
          <p:cNvPicPr>
            <a:picLocks noChangeAspect="1"/>
          </p:cNvPicPr>
          <p:nvPr/>
        </p:nvPicPr>
        <p:blipFill>
          <a:blip r:embed="rId7"/>
          <a:stretch>
            <a:fillRect/>
          </a:stretch>
        </p:blipFill>
        <p:spPr>
          <a:xfrm>
            <a:off x="8290311" y="4618609"/>
            <a:ext cx="1736787" cy="1219061"/>
          </a:xfrm>
          <a:prstGeom prst="rect">
            <a:avLst/>
          </a:prstGeom>
        </p:spPr>
      </p:pic>
      <p:pic>
        <p:nvPicPr>
          <p:cNvPr id="21" name="Picture 2" descr="C:\Users\Tejas\Desktop\eitra ppt\beaglebone_block_sm.jpg">
            <a:extLst>
              <a:ext uri="{FF2B5EF4-FFF2-40B4-BE49-F238E27FC236}">
                <a16:creationId xmlns:a16="http://schemas.microsoft.com/office/drawing/2014/main" id="{56892D0F-1D6D-41B6-B266-EB285772D547}"/>
              </a:ext>
            </a:extLst>
          </p:cNvPr>
          <p:cNvPicPr>
            <a:picLocks noChangeAspect="1" noChangeArrowheads="1"/>
          </p:cNvPicPr>
          <p:nvPr/>
        </p:nvPicPr>
        <p:blipFill>
          <a:blip r:embed="rId8" cstate="print"/>
          <a:srcRect/>
          <a:stretch>
            <a:fillRect/>
          </a:stretch>
        </p:blipFill>
        <p:spPr bwMode="auto">
          <a:xfrm>
            <a:off x="7939812" y="1366860"/>
            <a:ext cx="3025764" cy="1822715"/>
          </a:xfrm>
          <a:prstGeom prst="rect">
            <a:avLst/>
          </a:prstGeom>
          <a:noFill/>
        </p:spPr>
      </p:pic>
      <p:pic>
        <p:nvPicPr>
          <p:cNvPr id="23" name="Picture 2" descr="C:\Users\Tejas\Downloads\images (4).jpg">
            <a:extLst>
              <a:ext uri="{FF2B5EF4-FFF2-40B4-BE49-F238E27FC236}">
                <a16:creationId xmlns:a16="http://schemas.microsoft.com/office/drawing/2014/main" id="{22C8D326-7BF6-44BD-A964-22B129C3EE80}"/>
              </a:ext>
            </a:extLst>
          </p:cNvPr>
          <p:cNvPicPr>
            <a:picLocks noChangeAspect="1" noChangeArrowheads="1"/>
          </p:cNvPicPr>
          <p:nvPr/>
        </p:nvPicPr>
        <p:blipFill>
          <a:blip r:embed="rId9" cstate="print"/>
          <a:srcRect/>
          <a:stretch>
            <a:fillRect/>
          </a:stretch>
        </p:blipFill>
        <p:spPr bwMode="auto">
          <a:xfrm>
            <a:off x="4095518" y="1379842"/>
            <a:ext cx="2104766" cy="1340724"/>
          </a:xfrm>
          <a:prstGeom prst="rect">
            <a:avLst/>
          </a:prstGeom>
          <a:noFill/>
        </p:spPr>
      </p:pic>
      <p:pic>
        <p:nvPicPr>
          <p:cNvPr id="31" name="Picture 73">
            <a:extLst>
              <a:ext uri="{FF2B5EF4-FFF2-40B4-BE49-F238E27FC236}">
                <a16:creationId xmlns:a16="http://schemas.microsoft.com/office/drawing/2014/main" id="{AC5361F2-EA0C-4769-9C0B-75C68DE6E392}"/>
              </a:ext>
            </a:extLst>
          </p:cNvPr>
          <p:cNvPicPr>
            <a:picLocks noChangeAspect="1"/>
          </p:cNvPicPr>
          <p:nvPr/>
        </p:nvPicPr>
        <p:blipFill>
          <a:blip r:embed="rId10"/>
          <a:stretch>
            <a:fillRect/>
          </a:stretch>
        </p:blipFill>
        <p:spPr>
          <a:xfrm>
            <a:off x="5901102" y="1376478"/>
            <a:ext cx="2038710" cy="1418080"/>
          </a:xfrm>
          <a:prstGeom prst="rect">
            <a:avLst/>
          </a:prstGeom>
        </p:spPr>
      </p:pic>
      <p:pic>
        <p:nvPicPr>
          <p:cNvPr id="33" name="Picture 9">
            <a:extLst>
              <a:ext uri="{FF2B5EF4-FFF2-40B4-BE49-F238E27FC236}">
                <a16:creationId xmlns:a16="http://schemas.microsoft.com/office/drawing/2014/main" id="{A031017A-7892-4149-B3BD-5468CF7A3D10}"/>
              </a:ext>
            </a:extLst>
          </p:cNvPr>
          <p:cNvPicPr>
            <a:picLocks noChangeAspect="1" noChangeArrowheads="1"/>
          </p:cNvPicPr>
          <p:nvPr/>
        </p:nvPicPr>
        <p:blipFill>
          <a:blip r:embed="rId11" cstate="print"/>
          <a:srcRect/>
          <a:stretch>
            <a:fillRect/>
          </a:stretch>
        </p:blipFill>
        <p:spPr bwMode="auto">
          <a:xfrm>
            <a:off x="2797652" y="2548775"/>
            <a:ext cx="4700498" cy="1604816"/>
          </a:xfrm>
          <a:prstGeom prst="rect">
            <a:avLst/>
          </a:prstGeom>
          <a:noFill/>
          <a:ln w="9525">
            <a:noFill/>
            <a:miter lim="800000"/>
            <a:headEnd/>
            <a:tailEnd/>
          </a:ln>
          <a:effectLst/>
        </p:spPr>
      </p:pic>
      <p:pic>
        <p:nvPicPr>
          <p:cNvPr id="34" name="Picture 7" descr="C:\Users\Tejas\Desktop\eitra ppt\3536e31b89.jpg">
            <a:extLst>
              <a:ext uri="{FF2B5EF4-FFF2-40B4-BE49-F238E27FC236}">
                <a16:creationId xmlns:a16="http://schemas.microsoft.com/office/drawing/2014/main" id="{F5A43C0E-D110-41DA-970E-875EE8912B2B}"/>
              </a:ext>
            </a:extLst>
          </p:cNvPr>
          <p:cNvPicPr>
            <a:picLocks noChangeAspect="1" noChangeArrowheads="1"/>
          </p:cNvPicPr>
          <p:nvPr/>
        </p:nvPicPr>
        <p:blipFill>
          <a:blip r:embed="rId12" cstate="print"/>
          <a:srcRect/>
          <a:stretch>
            <a:fillRect/>
          </a:stretch>
        </p:blipFill>
        <p:spPr bwMode="auto">
          <a:xfrm>
            <a:off x="9367160" y="3179408"/>
            <a:ext cx="1847017" cy="1439199"/>
          </a:xfrm>
          <a:prstGeom prst="rect">
            <a:avLst/>
          </a:prstGeom>
          <a:noFill/>
        </p:spPr>
      </p:pic>
    </p:spTree>
    <p:extLst>
      <p:ext uri="{BB962C8B-B14F-4D97-AF65-F5344CB8AC3E}">
        <p14:creationId xmlns:p14="http://schemas.microsoft.com/office/powerpoint/2010/main" val="879224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anim calcmode="lin" valueType="num">
                                      <p:cBhvr>
                                        <p:cTn id="14" dur="500" fill="hold"/>
                                        <p:tgtEl>
                                          <p:spTgt spid="9"/>
                                        </p:tgtEl>
                                        <p:attrNameLst>
                                          <p:attrName>ppt_x</p:attrName>
                                        </p:attrNameLst>
                                      </p:cBhvr>
                                      <p:tavLst>
                                        <p:tav tm="0">
                                          <p:val>
                                            <p:strVal val="#ppt_x"/>
                                          </p:val>
                                        </p:tav>
                                        <p:tav tm="100000">
                                          <p:val>
                                            <p:strVal val="#ppt_x"/>
                                          </p:val>
                                        </p:tav>
                                      </p:tavLst>
                                    </p:anim>
                                    <p:anim calcmode="lin" valueType="num">
                                      <p:cBhvr>
                                        <p:cTn id="15" dur="500" fill="hold"/>
                                        <p:tgtEl>
                                          <p:spTgt spid="9"/>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anim calcmode="lin" valueType="num">
                                      <p:cBhvr>
                                        <p:cTn id="20" dur="500" fill="hold"/>
                                        <p:tgtEl>
                                          <p:spTgt spid="11"/>
                                        </p:tgtEl>
                                        <p:attrNameLst>
                                          <p:attrName>ppt_x</p:attrName>
                                        </p:attrNameLst>
                                      </p:cBhvr>
                                      <p:tavLst>
                                        <p:tav tm="0">
                                          <p:val>
                                            <p:strVal val="#ppt_x"/>
                                          </p:val>
                                        </p:tav>
                                        <p:tav tm="100000">
                                          <p:val>
                                            <p:strVal val="#ppt_x"/>
                                          </p:val>
                                        </p:tav>
                                      </p:tavLst>
                                    </p:anim>
                                    <p:anim calcmode="lin" valueType="num">
                                      <p:cBhvr>
                                        <p:cTn id="21" dur="500" fill="hold"/>
                                        <p:tgtEl>
                                          <p:spTgt spid="11"/>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fill="hold"/>
                                        <p:tgtEl>
                                          <p:spTgt spid="12"/>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grpId="0"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anim calcmode="lin" valueType="num">
                                      <p:cBhvr>
                                        <p:cTn id="32" dur="500" fill="hold"/>
                                        <p:tgtEl>
                                          <p:spTgt spid="22"/>
                                        </p:tgtEl>
                                        <p:attrNameLst>
                                          <p:attrName>ppt_x</p:attrName>
                                        </p:attrNameLst>
                                      </p:cBhvr>
                                      <p:tavLst>
                                        <p:tav tm="0">
                                          <p:val>
                                            <p:strVal val="#ppt_x"/>
                                          </p:val>
                                        </p:tav>
                                        <p:tav tm="100000">
                                          <p:val>
                                            <p:strVal val="#ppt_x"/>
                                          </p:val>
                                        </p:tav>
                                      </p:tavLst>
                                    </p:anim>
                                    <p:anim calcmode="lin" valueType="num">
                                      <p:cBhvr>
                                        <p:cTn id="33" dur="500" fill="hold"/>
                                        <p:tgtEl>
                                          <p:spTgt spid="22"/>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10" presetClass="entr" presetSubtype="0" fill="hold" nodeType="after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childTnLst>
                                </p:cTn>
                              </p:par>
                            </p:childTnLst>
                          </p:cTn>
                        </p:par>
                        <p:par>
                          <p:cTn id="38" fill="hold">
                            <p:stCondLst>
                              <p:cond delay="3000"/>
                            </p:stCondLst>
                            <p:childTnLst>
                              <p:par>
                                <p:cTn id="39" presetID="55" presetClass="entr" presetSubtype="0" fill="hold" nodeType="after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p:cTn id="41" dur="1000" fill="hold"/>
                                        <p:tgtEl>
                                          <p:spTgt spid="13"/>
                                        </p:tgtEl>
                                        <p:attrNameLst>
                                          <p:attrName>ppt_w</p:attrName>
                                        </p:attrNameLst>
                                      </p:cBhvr>
                                      <p:tavLst>
                                        <p:tav tm="0">
                                          <p:val>
                                            <p:strVal val="#ppt_w*0.70"/>
                                          </p:val>
                                        </p:tav>
                                        <p:tav tm="100000">
                                          <p:val>
                                            <p:strVal val="#ppt_w"/>
                                          </p:val>
                                        </p:tav>
                                      </p:tavLst>
                                    </p:anim>
                                    <p:anim calcmode="lin" valueType="num">
                                      <p:cBhvr>
                                        <p:cTn id="42" dur="1000" fill="hold"/>
                                        <p:tgtEl>
                                          <p:spTgt spid="13"/>
                                        </p:tgtEl>
                                        <p:attrNameLst>
                                          <p:attrName>ppt_h</p:attrName>
                                        </p:attrNameLst>
                                      </p:cBhvr>
                                      <p:tavLst>
                                        <p:tav tm="0">
                                          <p:val>
                                            <p:strVal val="#ppt_h"/>
                                          </p:val>
                                        </p:tav>
                                        <p:tav tm="100000">
                                          <p:val>
                                            <p:strVal val="#ppt_h"/>
                                          </p:val>
                                        </p:tav>
                                      </p:tavLst>
                                    </p:anim>
                                    <p:animEffect transition="in" filter="fade">
                                      <p:cBhvr>
                                        <p:cTn id="43" dur="1000"/>
                                        <p:tgtEl>
                                          <p:spTgt spid="13"/>
                                        </p:tgtEl>
                                      </p:cBhvr>
                                    </p:animEffect>
                                  </p:childTnLst>
                                </p:cTn>
                              </p:par>
                            </p:childTnLst>
                          </p:cTn>
                        </p:par>
                        <p:par>
                          <p:cTn id="44" fill="hold">
                            <p:stCondLst>
                              <p:cond delay="4000"/>
                            </p:stCondLst>
                            <p:childTnLst>
                              <p:par>
                                <p:cTn id="45" presetID="53" presetClass="entr" presetSubtype="0" fill="hold" nodeType="after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childTnLst>
                          </p:cTn>
                        </p:par>
                        <p:par>
                          <p:cTn id="50" fill="hold">
                            <p:stCondLst>
                              <p:cond delay="4500"/>
                            </p:stCondLst>
                            <p:childTnLst>
                              <p:par>
                                <p:cTn id="51" presetID="2" presetClass="entr" presetSubtype="8" fill="hold" nodeType="afterEffect">
                                  <p:stCondLst>
                                    <p:cond delay="0"/>
                                  </p:stCondLst>
                                  <p:childTnLst>
                                    <p:set>
                                      <p:cBhvr>
                                        <p:cTn id="52" dur="1" fill="hold">
                                          <p:stCondLst>
                                            <p:cond delay="0"/>
                                          </p:stCondLst>
                                        </p:cTn>
                                        <p:tgtEl>
                                          <p:spTgt spid="18"/>
                                        </p:tgtEl>
                                        <p:attrNameLst>
                                          <p:attrName>style.visibility</p:attrName>
                                        </p:attrNameLst>
                                      </p:cBhvr>
                                      <p:to>
                                        <p:strVal val="visible"/>
                                      </p:to>
                                    </p:set>
                                    <p:anim calcmode="lin" valueType="num">
                                      <p:cBhvr additive="base">
                                        <p:cTn id="53" dur="500" fill="hold"/>
                                        <p:tgtEl>
                                          <p:spTgt spid="18"/>
                                        </p:tgtEl>
                                        <p:attrNameLst>
                                          <p:attrName>ppt_x</p:attrName>
                                        </p:attrNameLst>
                                      </p:cBhvr>
                                      <p:tavLst>
                                        <p:tav tm="0">
                                          <p:val>
                                            <p:strVal val="0-#ppt_w/2"/>
                                          </p:val>
                                        </p:tav>
                                        <p:tav tm="100000">
                                          <p:val>
                                            <p:strVal val="#ppt_x"/>
                                          </p:val>
                                        </p:tav>
                                      </p:tavLst>
                                    </p:anim>
                                    <p:anim calcmode="lin" valueType="num">
                                      <p:cBhvr additive="base">
                                        <p:cTn id="54" dur="500" fill="hold"/>
                                        <p:tgtEl>
                                          <p:spTgt spid="18"/>
                                        </p:tgtEl>
                                        <p:attrNameLst>
                                          <p:attrName>ppt_y</p:attrName>
                                        </p:attrNameLst>
                                      </p:cBhvr>
                                      <p:tavLst>
                                        <p:tav tm="0">
                                          <p:val>
                                            <p:strVal val="#ppt_y"/>
                                          </p:val>
                                        </p:tav>
                                        <p:tav tm="100000">
                                          <p:val>
                                            <p:strVal val="#ppt_y"/>
                                          </p:val>
                                        </p:tav>
                                      </p:tavLst>
                                    </p:anim>
                                  </p:childTnLst>
                                </p:cTn>
                              </p:par>
                            </p:childTnLst>
                          </p:cTn>
                        </p:par>
                        <p:par>
                          <p:cTn id="55" fill="hold">
                            <p:stCondLst>
                              <p:cond delay="5000"/>
                            </p:stCondLst>
                            <p:childTnLst>
                              <p:par>
                                <p:cTn id="56" presetID="18" presetClass="entr" presetSubtype="12" fill="hold" nodeType="after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strips(downLeft)">
                                      <p:cBhvr>
                                        <p:cTn id="58" dur="500"/>
                                        <p:tgtEl>
                                          <p:spTgt spid="19"/>
                                        </p:tgtEl>
                                      </p:cBhvr>
                                    </p:animEffect>
                                  </p:childTnLst>
                                </p:cTn>
                              </p:par>
                            </p:childTnLst>
                          </p:cTn>
                        </p:par>
                        <p:par>
                          <p:cTn id="59" fill="hold">
                            <p:stCondLst>
                              <p:cond delay="5500"/>
                            </p:stCondLst>
                            <p:childTnLst>
                              <p:par>
                                <p:cTn id="60" presetID="31" presetClass="entr" presetSubtype="0" fill="hold" nodeType="afterEffect">
                                  <p:stCondLst>
                                    <p:cond delay="0"/>
                                  </p:stCondLst>
                                  <p:iterate type="lt">
                                    <p:tmPct val="5000"/>
                                  </p:iterate>
                                  <p:childTnLst>
                                    <p:set>
                                      <p:cBhvr>
                                        <p:cTn id="61" dur="1" fill="hold">
                                          <p:stCondLst>
                                            <p:cond delay="0"/>
                                          </p:stCondLst>
                                        </p:cTn>
                                        <p:tgtEl>
                                          <p:spTgt spid="21"/>
                                        </p:tgtEl>
                                        <p:attrNameLst>
                                          <p:attrName>style.visibility</p:attrName>
                                        </p:attrNameLst>
                                      </p:cBhvr>
                                      <p:to>
                                        <p:strVal val="visible"/>
                                      </p:to>
                                    </p:set>
                                    <p:anim calcmode="lin" valueType="num">
                                      <p:cBhvr>
                                        <p:cTn id="62" dur="1000" fill="hold"/>
                                        <p:tgtEl>
                                          <p:spTgt spid="21"/>
                                        </p:tgtEl>
                                        <p:attrNameLst>
                                          <p:attrName>ppt_w</p:attrName>
                                        </p:attrNameLst>
                                      </p:cBhvr>
                                      <p:tavLst>
                                        <p:tav tm="0">
                                          <p:val>
                                            <p:fltVal val="0"/>
                                          </p:val>
                                        </p:tav>
                                        <p:tav tm="100000">
                                          <p:val>
                                            <p:strVal val="#ppt_w"/>
                                          </p:val>
                                        </p:tav>
                                      </p:tavLst>
                                    </p:anim>
                                    <p:anim calcmode="lin" valueType="num">
                                      <p:cBhvr>
                                        <p:cTn id="63" dur="1000" fill="hold"/>
                                        <p:tgtEl>
                                          <p:spTgt spid="21"/>
                                        </p:tgtEl>
                                        <p:attrNameLst>
                                          <p:attrName>ppt_h</p:attrName>
                                        </p:attrNameLst>
                                      </p:cBhvr>
                                      <p:tavLst>
                                        <p:tav tm="0">
                                          <p:val>
                                            <p:fltVal val="0"/>
                                          </p:val>
                                        </p:tav>
                                        <p:tav tm="100000">
                                          <p:val>
                                            <p:strVal val="#ppt_h"/>
                                          </p:val>
                                        </p:tav>
                                      </p:tavLst>
                                    </p:anim>
                                    <p:anim calcmode="lin" valueType="num">
                                      <p:cBhvr>
                                        <p:cTn id="64" dur="1000" fill="hold"/>
                                        <p:tgtEl>
                                          <p:spTgt spid="21"/>
                                        </p:tgtEl>
                                        <p:attrNameLst>
                                          <p:attrName>style.rotation</p:attrName>
                                        </p:attrNameLst>
                                      </p:cBhvr>
                                      <p:tavLst>
                                        <p:tav tm="0">
                                          <p:val>
                                            <p:fltVal val="90"/>
                                          </p:val>
                                        </p:tav>
                                        <p:tav tm="100000">
                                          <p:val>
                                            <p:fltVal val="0"/>
                                          </p:val>
                                        </p:tav>
                                      </p:tavLst>
                                    </p:anim>
                                    <p:animEffect transition="in" filter="fade">
                                      <p:cBhvr>
                                        <p:cTn id="65" dur="1000"/>
                                        <p:tgtEl>
                                          <p:spTgt spid="21"/>
                                        </p:tgtEl>
                                      </p:cBhvr>
                                    </p:animEffect>
                                  </p:childTnLst>
                                </p:cTn>
                              </p:par>
                            </p:childTnLst>
                          </p:cTn>
                        </p:par>
                        <p:par>
                          <p:cTn id="66" fill="hold">
                            <p:stCondLst>
                              <p:cond delay="6500"/>
                            </p:stCondLst>
                            <p:childTnLst>
                              <p:par>
                                <p:cTn id="67" presetID="12" presetClass="entr" presetSubtype="4" fill="hold" nodeType="after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slide(fromBottom)">
                                      <p:cBhvr>
                                        <p:cTn id="69" dur="500"/>
                                        <p:tgtEl>
                                          <p:spTgt spid="33"/>
                                        </p:tgtEl>
                                      </p:cBhvr>
                                    </p:animEffect>
                                  </p:childTnLst>
                                </p:cTn>
                              </p:par>
                            </p:childTnLst>
                          </p:cTn>
                        </p:par>
                        <p:par>
                          <p:cTn id="70" fill="hold">
                            <p:stCondLst>
                              <p:cond delay="7000"/>
                            </p:stCondLst>
                            <p:childTnLst>
                              <p:par>
                                <p:cTn id="71" presetID="10" presetClass="entr" presetSubtype="0" fill="hold" nodeType="afterEffect">
                                  <p:stCondLst>
                                    <p:cond delay="0"/>
                                  </p:stCondLst>
                                  <p:childTnLst>
                                    <p:set>
                                      <p:cBhvr>
                                        <p:cTn id="72" dur="1" fill="hold">
                                          <p:stCondLst>
                                            <p:cond delay="0"/>
                                          </p:stCondLst>
                                        </p:cTn>
                                        <p:tgtEl>
                                          <p:spTgt spid="34"/>
                                        </p:tgtEl>
                                        <p:attrNameLst>
                                          <p:attrName>style.visibility</p:attrName>
                                        </p:attrNameLst>
                                      </p:cBhvr>
                                      <p:to>
                                        <p:strVal val="visible"/>
                                      </p:to>
                                    </p:set>
                                    <p:animEffect transition="in" filter="fade">
                                      <p:cBhvr>
                                        <p:cTn id="73" dur="2000"/>
                                        <p:tgtEl>
                                          <p:spTgt spid="34"/>
                                        </p:tgtEl>
                                      </p:cBhvr>
                                    </p:animEffect>
                                  </p:childTnLst>
                                </p:cTn>
                              </p:par>
                            </p:childTnLst>
                          </p:cTn>
                        </p:par>
                        <p:par>
                          <p:cTn id="74" fill="hold">
                            <p:stCondLst>
                              <p:cond delay="9000"/>
                            </p:stCondLst>
                            <p:childTnLst>
                              <p:par>
                                <p:cTn id="75" presetID="9" presetClass="entr" presetSubtype="0" fill="hold"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dissolve">
                                      <p:cBhvr>
                                        <p:cTn id="7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3275214" y="393373"/>
            <a:ext cx="6682215" cy="1200329"/>
          </a:xfrm>
          <a:prstGeom prst="rect">
            <a:avLst/>
          </a:prstGeom>
          <a:solidFill>
            <a:schemeClr val="bg1"/>
          </a:solidFill>
          <a:ln>
            <a:solidFill>
              <a:schemeClr val="bg1"/>
            </a:solidFill>
          </a:ln>
        </p:spPr>
        <p:txBody>
          <a:bodyPr wrap="square" lIns="91440" tIns="45720" rIns="91440" bIns="45720" rtlCol="0" anchor="t">
            <a:spAutoFit/>
          </a:bodyPr>
          <a:lstStyle/>
          <a:p>
            <a:pPr algn="ctr"/>
            <a:endParaRPr lang="en-US" sz="3600" b="1" dirty="0">
              <a:solidFill>
                <a:srgbClr val="2980B9"/>
              </a:solidFill>
              <a:ea typeface="Source Sans Pro Light"/>
              <a:cs typeface="+mn-lt"/>
            </a:endParaRPr>
          </a:p>
          <a:p>
            <a:pPr algn="ctr"/>
            <a:endParaRPr lang="en-US" sz="3600" dirty="0">
              <a:solidFill>
                <a:srgbClr val="2980B9"/>
              </a:solidFill>
              <a:latin typeface="+mj-lt"/>
              <a:ea typeface="Source Sans Pro Light"/>
            </a:endParaRPr>
          </a:p>
        </p:txBody>
      </p:sp>
      <p:sp>
        <p:nvSpPr>
          <p:cNvPr id="56" name="TextBox 55"/>
          <p:cNvSpPr txBox="1"/>
          <p:nvPr/>
        </p:nvSpPr>
        <p:spPr>
          <a:xfrm>
            <a:off x="2021922" y="4475027"/>
            <a:ext cx="184731" cy="338554"/>
          </a:xfrm>
          <a:prstGeom prst="rect">
            <a:avLst/>
          </a:prstGeom>
          <a:noFill/>
        </p:spPr>
        <p:txBody>
          <a:bodyPr wrap="none" lIns="91440" tIns="45720" rIns="91440" bIns="45720" rtlCol="0" anchor="t">
            <a:spAutoFit/>
          </a:bodyPr>
          <a:lstStyle/>
          <a:p>
            <a:pPr algn="ctr"/>
            <a:endParaRPr lang="en-US" sz="1600" b="1" dirty="0">
              <a:solidFill>
                <a:schemeClr val="tx1">
                  <a:lumMod val="50000"/>
                  <a:lumOff val="50000"/>
                </a:schemeClr>
              </a:solidFill>
              <a:latin typeface="+mj-lt"/>
              <a:ea typeface="Source Sans Pro Light"/>
            </a:endParaRPr>
          </a:p>
        </p:txBody>
      </p:sp>
      <p:sp>
        <p:nvSpPr>
          <p:cNvPr id="102" name="Rectangle 101"/>
          <p:cNvSpPr/>
          <p:nvPr/>
        </p:nvSpPr>
        <p:spPr>
          <a:xfrm rot="16200000">
            <a:off x="2671769" y="5465767"/>
            <a:ext cx="752466"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3" name="Rectangle 102"/>
          <p:cNvSpPr/>
          <p:nvPr/>
        </p:nvSpPr>
        <p:spPr>
          <a:xfrm rot="16200000">
            <a:off x="4732520" y="5408257"/>
            <a:ext cx="738091" cy="21326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4" name="Rectangle 103"/>
          <p:cNvSpPr/>
          <p:nvPr/>
        </p:nvSpPr>
        <p:spPr>
          <a:xfrm rot="16200000">
            <a:off x="6735765" y="5465764"/>
            <a:ext cx="752471"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5" name="Rectangle 104"/>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8" name="Group 107"/>
          <p:cNvGrpSpPr/>
          <p:nvPr/>
        </p:nvGrpSpPr>
        <p:grpSpPr>
          <a:xfrm>
            <a:off x="2" y="6736617"/>
            <a:ext cx="12191999" cy="134339"/>
            <a:chOff x="2" y="2110197"/>
            <a:chExt cx="12191999" cy="134339"/>
          </a:xfrm>
        </p:grpSpPr>
        <p:sp>
          <p:nvSpPr>
            <p:cNvPr id="109" name="Rectangle 108"/>
            <p:cNvSpPr/>
            <p:nvPr/>
          </p:nvSpPr>
          <p:spPr>
            <a:xfrm rot="16200000">
              <a:off x="2980836" y="1161370"/>
              <a:ext cx="134333"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0" name="Rectangle 109"/>
            <p:cNvSpPr/>
            <p:nvPr/>
          </p:nvSpPr>
          <p:spPr>
            <a:xfrm rot="16200000">
              <a:off x="5012835" y="1161369"/>
              <a:ext cx="134333"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1" name="Rectangle 110"/>
            <p:cNvSpPr/>
            <p:nvPr/>
          </p:nvSpPr>
          <p:spPr>
            <a:xfrm rot="16200000">
              <a:off x="7044834" y="1161369"/>
              <a:ext cx="134335"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2" name="Rectangle 111"/>
            <p:cNvSpPr/>
            <p:nvPr/>
          </p:nvSpPr>
          <p:spPr>
            <a:xfrm rot="16200000">
              <a:off x="9076834" y="1161367"/>
              <a:ext cx="134336"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3" name="Rectangle 112"/>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4" name="Rectangle 113"/>
            <p:cNvSpPr/>
            <p:nvPr/>
          </p:nvSpPr>
          <p:spPr>
            <a:xfrm rot="16200000">
              <a:off x="948836" y="1161370"/>
              <a:ext cx="134331"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115" name="Picture 114" descr="Orena_Logo_Final.png"/>
          <p:cNvPicPr>
            <a:picLocks noChangeAspect="1"/>
          </p:cNvPicPr>
          <p:nvPr/>
        </p:nvPicPr>
        <p:blipFill>
          <a:blip r:embed="rId2" cstate="screen"/>
          <a:stretch>
            <a:fillRect/>
          </a:stretch>
        </p:blipFill>
        <p:spPr>
          <a:xfrm>
            <a:off x="10203327" y="5517170"/>
            <a:ext cx="1932071" cy="1207206"/>
          </a:xfrm>
          <a:prstGeom prst="rect">
            <a:avLst/>
          </a:prstGeom>
        </p:spPr>
      </p:pic>
      <p:sp>
        <p:nvSpPr>
          <p:cNvPr id="116" name="Rectangle 115"/>
          <p:cNvSpPr/>
          <p:nvPr/>
        </p:nvSpPr>
        <p:spPr>
          <a:xfrm rot="16200000">
            <a:off x="659603" y="5458168"/>
            <a:ext cx="755925" cy="20176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7" name="Rectangle 116"/>
          <p:cNvSpPr/>
          <p:nvPr/>
        </p:nvSpPr>
        <p:spPr>
          <a:xfrm rot="16200000">
            <a:off x="948831" y="5774831"/>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4">
            <a:extLst>
              <a:ext uri="{FF2B5EF4-FFF2-40B4-BE49-F238E27FC236}">
                <a16:creationId xmlns:a16="http://schemas.microsoft.com/office/drawing/2014/main" id="{AD972D04-06DF-4006-89EB-AA13A1A9F4C1}"/>
              </a:ext>
            </a:extLst>
          </p:cNvPr>
          <p:cNvSpPr txBox="1"/>
          <p:nvPr/>
        </p:nvSpPr>
        <p:spPr>
          <a:xfrm>
            <a:off x="1963949" y="181155"/>
            <a:ext cx="8364743" cy="646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600" b="1" dirty="0">
                <a:solidFill>
                  <a:schemeClr val="tx2"/>
                </a:solidFill>
                <a:latin typeface="Segoe UI"/>
                <a:cs typeface="Segoe UI"/>
              </a:rPr>
              <a:t>Industry Defined Project</a:t>
            </a:r>
          </a:p>
        </p:txBody>
      </p:sp>
      <p:sp>
        <p:nvSpPr>
          <p:cNvPr id="6" name="TextBox 5">
            <a:extLst>
              <a:ext uri="{FF2B5EF4-FFF2-40B4-BE49-F238E27FC236}">
                <a16:creationId xmlns:a16="http://schemas.microsoft.com/office/drawing/2014/main" id="{4E06395A-5D59-4F58-8C10-7376837D4123}"/>
              </a:ext>
            </a:extLst>
          </p:cNvPr>
          <p:cNvSpPr txBox="1"/>
          <p:nvPr/>
        </p:nvSpPr>
        <p:spPr>
          <a:xfrm>
            <a:off x="1690778" y="1417608"/>
            <a:ext cx="91555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endParaRPr lang="en-US" dirty="0">
              <a:solidFill>
                <a:schemeClr val="tx2"/>
              </a:solidFill>
              <a:cs typeface="Calibri"/>
            </a:endParaRPr>
          </a:p>
        </p:txBody>
      </p:sp>
      <p:pic>
        <p:nvPicPr>
          <p:cNvPr id="2" name="Picture 3">
            <a:extLst>
              <a:ext uri="{FF2B5EF4-FFF2-40B4-BE49-F238E27FC236}">
                <a16:creationId xmlns:a16="http://schemas.microsoft.com/office/drawing/2014/main" id="{B7A96134-C654-4812-9F37-20D82E8ADAE8}"/>
              </a:ext>
            </a:extLst>
          </p:cNvPr>
          <p:cNvPicPr>
            <a:picLocks noChangeAspect="1"/>
          </p:cNvPicPr>
          <p:nvPr/>
        </p:nvPicPr>
        <p:blipFill>
          <a:blip r:embed="rId3"/>
          <a:stretch>
            <a:fillRect/>
          </a:stretch>
        </p:blipFill>
        <p:spPr>
          <a:xfrm>
            <a:off x="1000663" y="1237278"/>
            <a:ext cx="9328029" cy="4383443"/>
          </a:xfrm>
          <a:prstGeom prst="rect">
            <a:avLst/>
          </a:prstGeom>
        </p:spPr>
      </p:pic>
      <p:sp>
        <p:nvSpPr>
          <p:cNvPr id="27" name="Freeform 99">
            <a:extLst>
              <a:ext uri="{FF2B5EF4-FFF2-40B4-BE49-F238E27FC236}">
                <a16:creationId xmlns:a16="http://schemas.microsoft.com/office/drawing/2014/main" id="{6B1B3591-6625-4252-BEDE-2945B3ACE220}"/>
              </a:ext>
            </a:extLst>
          </p:cNvPr>
          <p:cNvSpPr>
            <a:spLocks noEditPoints="1"/>
          </p:cNvSpPr>
          <p:nvPr/>
        </p:nvSpPr>
        <p:spPr bwMode="auto">
          <a:xfrm>
            <a:off x="1967115" y="337437"/>
            <a:ext cx="620058" cy="519417"/>
          </a:xfrm>
          <a:custGeom>
            <a:avLst/>
            <a:gdLst>
              <a:gd name="T0" fmla="*/ 178 w 207"/>
              <a:gd name="T1" fmla="*/ 0 h 207"/>
              <a:gd name="T2" fmla="*/ 178 w 207"/>
              <a:gd name="T3" fmla="*/ 44 h 207"/>
              <a:gd name="T4" fmla="*/ 29 w 207"/>
              <a:gd name="T5" fmla="*/ 44 h 207"/>
              <a:gd name="T6" fmla="*/ 29 w 207"/>
              <a:gd name="T7" fmla="*/ 0 h 207"/>
              <a:gd name="T8" fmla="*/ 0 w 207"/>
              <a:gd name="T9" fmla="*/ 0 h 207"/>
              <a:gd name="T10" fmla="*/ 0 w 207"/>
              <a:gd name="T11" fmla="*/ 207 h 207"/>
              <a:gd name="T12" fmla="*/ 207 w 207"/>
              <a:gd name="T13" fmla="*/ 207 h 207"/>
              <a:gd name="T14" fmla="*/ 207 w 207"/>
              <a:gd name="T15" fmla="*/ 0 h 207"/>
              <a:gd name="T16" fmla="*/ 178 w 207"/>
              <a:gd name="T17" fmla="*/ 0 h 207"/>
              <a:gd name="T18" fmla="*/ 96 w 207"/>
              <a:gd name="T19" fmla="*/ 174 h 207"/>
              <a:gd name="T20" fmla="*/ 85 w 207"/>
              <a:gd name="T21" fmla="*/ 166 h 207"/>
              <a:gd name="T22" fmla="*/ 44 w 207"/>
              <a:gd name="T23" fmla="*/ 122 h 207"/>
              <a:gd name="T24" fmla="*/ 67 w 207"/>
              <a:gd name="T25" fmla="*/ 103 h 207"/>
              <a:gd name="T26" fmla="*/ 96 w 207"/>
              <a:gd name="T27" fmla="*/ 133 h 207"/>
              <a:gd name="T28" fmla="*/ 155 w 207"/>
              <a:gd name="T29" fmla="*/ 74 h 207"/>
              <a:gd name="T30" fmla="*/ 178 w 207"/>
              <a:gd name="T31" fmla="*/ 96 h 207"/>
              <a:gd name="T32" fmla="*/ 96 w 207"/>
              <a:gd name="T33" fmla="*/ 174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7" h="207">
                <a:moveTo>
                  <a:pt x="178" y="0"/>
                </a:moveTo>
                <a:lnTo>
                  <a:pt x="178" y="44"/>
                </a:lnTo>
                <a:lnTo>
                  <a:pt x="29" y="44"/>
                </a:lnTo>
                <a:lnTo>
                  <a:pt x="29" y="0"/>
                </a:lnTo>
                <a:lnTo>
                  <a:pt x="0" y="0"/>
                </a:lnTo>
                <a:lnTo>
                  <a:pt x="0" y="207"/>
                </a:lnTo>
                <a:lnTo>
                  <a:pt x="207" y="207"/>
                </a:lnTo>
                <a:lnTo>
                  <a:pt x="207" y="0"/>
                </a:lnTo>
                <a:lnTo>
                  <a:pt x="178" y="0"/>
                </a:lnTo>
                <a:close/>
                <a:moveTo>
                  <a:pt x="96" y="174"/>
                </a:moveTo>
                <a:lnTo>
                  <a:pt x="85" y="166"/>
                </a:lnTo>
                <a:lnTo>
                  <a:pt x="44" y="122"/>
                </a:lnTo>
                <a:lnTo>
                  <a:pt x="67" y="103"/>
                </a:lnTo>
                <a:lnTo>
                  <a:pt x="96" y="133"/>
                </a:lnTo>
                <a:lnTo>
                  <a:pt x="155" y="74"/>
                </a:lnTo>
                <a:lnTo>
                  <a:pt x="178" y="96"/>
                </a:lnTo>
                <a:lnTo>
                  <a:pt x="96" y="174"/>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Tree>
    <p:extLst>
      <p:ext uri="{BB962C8B-B14F-4D97-AF65-F5344CB8AC3E}">
        <p14:creationId xmlns:p14="http://schemas.microsoft.com/office/powerpoint/2010/main" val="269934250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nodePh="1">
                                  <p:stCondLst>
                                    <p:cond delay="0"/>
                                  </p:stCondLst>
                                  <p:endCondLst>
                                    <p:cond evt="begin" delay="0">
                                      <p:tn val="11"/>
                                    </p:cond>
                                  </p:endCondLst>
                                  <p:childTnLst>
                                    <p:set>
                                      <p:cBhvr>
                                        <p:cTn id="12" dur="1" fill="hold">
                                          <p:stCondLst>
                                            <p:cond delay="0"/>
                                          </p:stCondLst>
                                        </p:cTn>
                                        <p:tgtEl>
                                          <p:spTgt spid="56"/>
                                        </p:tgtEl>
                                        <p:attrNameLst>
                                          <p:attrName>style.visibility</p:attrName>
                                        </p:attrNameLst>
                                      </p:cBhvr>
                                      <p:to>
                                        <p:strVal val="visible"/>
                                      </p:to>
                                    </p:set>
                                    <p:animEffect transition="in" filter="fade">
                                      <p:cBhvr>
                                        <p:cTn id="13" dur="500"/>
                                        <p:tgtEl>
                                          <p:spTgt spid="56"/>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108"/>
                                        </p:tgtEl>
                                        <p:attrNameLst>
                                          <p:attrName>style.visibility</p:attrName>
                                        </p:attrNameLst>
                                      </p:cBhvr>
                                      <p:to>
                                        <p:strVal val="visible"/>
                                      </p:to>
                                    </p:set>
                                    <p:animEffect transition="in" filter="fade">
                                      <p:cBhvr>
                                        <p:cTn id="17" dur="500"/>
                                        <p:tgtEl>
                                          <p:spTgt spid="108"/>
                                        </p:tgtEl>
                                      </p:cBhvr>
                                    </p:animEffect>
                                  </p:childTnLst>
                                </p:cTn>
                              </p:par>
                            </p:childTnLst>
                          </p:cTn>
                        </p:par>
                        <p:par>
                          <p:cTn id="18" fill="hold">
                            <p:stCondLst>
                              <p:cond delay="1500"/>
                            </p:stCondLst>
                            <p:childTnLst>
                              <p:par>
                                <p:cTn id="19" presetID="42" presetClass="entr" presetSubtype="0" fill="hold" grpId="0" nodeType="after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500"/>
                                        <p:tgtEl>
                                          <p:spTgt spid="102"/>
                                        </p:tgtEl>
                                      </p:cBhvr>
                                    </p:animEffect>
                                    <p:anim calcmode="lin" valueType="num">
                                      <p:cBhvr>
                                        <p:cTn id="22" dur="500" fill="hold"/>
                                        <p:tgtEl>
                                          <p:spTgt spid="102"/>
                                        </p:tgtEl>
                                        <p:attrNameLst>
                                          <p:attrName>ppt_x</p:attrName>
                                        </p:attrNameLst>
                                      </p:cBhvr>
                                      <p:tavLst>
                                        <p:tav tm="0">
                                          <p:val>
                                            <p:strVal val="#ppt_x"/>
                                          </p:val>
                                        </p:tav>
                                        <p:tav tm="100000">
                                          <p:val>
                                            <p:strVal val="#ppt_x"/>
                                          </p:val>
                                        </p:tav>
                                      </p:tavLst>
                                    </p:anim>
                                    <p:anim calcmode="lin" valueType="num">
                                      <p:cBhvr>
                                        <p:cTn id="23" dur="500" fill="hold"/>
                                        <p:tgtEl>
                                          <p:spTgt spid="102"/>
                                        </p:tgtEl>
                                        <p:attrNameLst>
                                          <p:attrName>ppt_y</p:attrName>
                                        </p:attrNameLst>
                                      </p:cBhvr>
                                      <p:tavLst>
                                        <p:tav tm="0">
                                          <p:val>
                                            <p:strVal val="#ppt_y+.1"/>
                                          </p:val>
                                        </p:tav>
                                        <p:tav tm="100000">
                                          <p:val>
                                            <p:strVal val="#ppt_y"/>
                                          </p:val>
                                        </p:tav>
                                      </p:tavLst>
                                    </p:anim>
                                  </p:childTnLst>
                                </p:cTn>
                              </p:par>
                            </p:childTnLst>
                          </p:cTn>
                        </p:par>
                        <p:par>
                          <p:cTn id="24" fill="hold">
                            <p:stCondLst>
                              <p:cond delay="2000"/>
                            </p:stCondLst>
                            <p:childTnLst>
                              <p:par>
                                <p:cTn id="25" presetID="42" presetClass="entr" presetSubtype="0" fill="hold" grpId="0" nodeType="afterEffect">
                                  <p:stCondLst>
                                    <p:cond delay="0"/>
                                  </p:stCondLst>
                                  <p:childTnLst>
                                    <p:set>
                                      <p:cBhvr>
                                        <p:cTn id="26" dur="1" fill="hold">
                                          <p:stCondLst>
                                            <p:cond delay="0"/>
                                          </p:stCondLst>
                                        </p:cTn>
                                        <p:tgtEl>
                                          <p:spTgt spid="103"/>
                                        </p:tgtEl>
                                        <p:attrNameLst>
                                          <p:attrName>style.visibility</p:attrName>
                                        </p:attrNameLst>
                                      </p:cBhvr>
                                      <p:to>
                                        <p:strVal val="visible"/>
                                      </p:to>
                                    </p:set>
                                    <p:animEffect transition="in" filter="fade">
                                      <p:cBhvr>
                                        <p:cTn id="27" dur="500"/>
                                        <p:tgtEl>
                                          <p:spTgt spid="103"/>
                                        </p:tgtEl>
                                      </p:cBhvr>
                                    </p:animEffect>
                                    <p:anim calcmode="lin" valueType="num">
                                      <p:cBhvr>
                                        <p:cTn id="28" dur="500" fill="hold"/>
                                        <p:tgtEl>
                                          <p:spTgt spid="103"/>
                                        </p:tgtEl>
                                        <p:attrNameLst>
                                          <p:attrName>ppt_x</p:attrName>
                                        </p:attrNameLst>
                                      </p:cBhvr>
                                      <p:tavLst>
                                        <p:tav tm="0">
                                          <p:val>
                                            <p:strVal val="#ppt_x"/>
                                          </p:val>
                                        </p:tav>
                                        <p:tav tm="100000">
                                          <p:val>
                                            <p:strVal val="#ppt_x"/>
                                          </p:val>
                                        </p:tav>
                                      </p:tavLst>
                                    </p:anim>
                                    <p:anim calcmode="lin" valueType="num">
                                      <p:cBhvr>
                                        <p:cTn id="29" dur="500" fill="hold"/>
                                        <p:tgtEl>
                                          <p:spTgt spid="103"/>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104"/>
                                        </p:tgtEl>
                                        <p:attrNameLst>
                                          <p:attrName>style.visibility</p:attrName>
                                        </p:attrNameLst>
                                      </p:cBhvr>
                                      <p:to>
                                        <p:strVal val="visible"/>
                                      </p:to>
                                    </p:set>
                                    <p:animEffect transition="in" filter="fade">
                                      <p:cBhvr>
                                        <p:cTn id="33" dur="500"/>
                                        <p:tgtEl>
                                          <p:spTgt spid="104"/>
                                        </p:tgtEl>
                                      </p:cBhvr>
                                    </p:animEffect>
                                    <p:anim calcmode="lin" valueType="num">
                                      <p:cBhvr>
                                        <p:cTn id="34" dur="500" fill="hold"/>
                                        <p:tgtEl>
                                          <p:spTgt spid="104"/>
                                        </p:tgtEl>
                                        <p:attrNameLst>
                                          <p:attrName>ppt_x</p:attrName>
                                        </p:attrNameLst>
                                      </p:cBhvr>
                                      <p:tavLst>
                                        <p:tav tm="0">
                                          <p:val>
                                            <p:strVal val="#ppt_x"/>
                                          </p:val>
                                        </p:tav>
                                        <p:tav tm="100000">
                                          <p:val>
                                            <p:strVal val="#ppt_x"/>
                                          </p:val>
                                        </p:tav>
                                      </p:tavLst>
                                    </p:anim>
                                    <p:anim calcmode="lin" valueType="num">
                                      <p:cBhvr>
                                        <p:cTn id="35" dur="500" fill="hold"/>
                                        <p:tgtEl>
                                          <p:spTgt spid="104"/>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42" presetClass="entr" presetSubtype="0" fill="hold" grpId="0" nodeType="afterEffect">
                                  <p:stCondLst>
                                    <p:cond delay="0"/>
                                  </p:stCondLst>
                                  <p:childTnLst>
                                    <p:set>
                                      <p:cBhvr>
                                        <p:cTn id="38" dur="1" fill="hold">
                                          <p:stCondLst>
                                            <p:cond delay="0"/>
                                          </p:stCondLst>
                                        </p:cTn>
                                        <p:tgtEl>
                                          <p:spTgt spid="105"/>
                                        </p:tgtEl>
                                        <p:attrNameLst>
                                          <p:attrName>style.visibility</p:attrName>
                                        </p:attrNameLst>
                                      </p:cBhvr>
                                      <p:to>
                                        <p:strVal val="visible"/>
                                      </p:to>
                                    </p:set>
                                    <p:animEffect transition="in" filter="fade">
                                      <p:cBhvr>
                                        <p:cTn id="39" dur="500"/>
                                        <p:tgtEl>
                                          <p:spTgt spid="105"/>
                                        </p:tgtEl>
                                      </p:cBhvr>
                                    </p:animEffect>
                                    <p:anim calcmode="lin" valueType="num">
                                      <p:cBhvr>
                                        <p:cTn id="40" dur="500" fill="hold"/>
                                        <p:tgtEl>
                                          <p:spTgt spid="105"/>
                                        </p:tgtEl>
                                        <p:attrNameLst>
                                          <p:attrName>ppt_x</p:attrName>
                                        </p:attrNameLst>
                                      </p:cBhvr>
                                      <p:tavLst>
                                        <p:tav tm="0">
                                          <p:val>
                                            <p:strVal val="#ppt_x"/>
                                          </p:val>
                                        </p:tav>
                                        <p:tav tm="100000">
                                          <p:val>
                                            <p:strVal val="#ppt_x"/>
                                          </p:val>
                                        </p:tav>
                                      </p:tavLst>
                                    </p:anim>
                                    <p:anim calcmode="lin" valueType="num">
                                      <p:cBhvr>
                                        <p:cTn id="41" dur="500" fill="hold"/>
                                        <p:tgtEl>
                                          <p:spTgt spid="105"/>
                                        </p:tgtEl>
                                        <p:attrNameLst>
                                          <p:attrName>ppt_y</p:attrName>
                                        </p:attrNameLst>
                                      </p:cBhvr>
                                      <p:tavLst>
                                        <p:tav tm="0">
                                          <p:val>
                                            <p:strVal val="#ppt_y+.1"/>
                                          </p:val>
                                        </p:tav>
                                        <p:tav tm="100000">
                                          <p:val>
                                            <p:strVal val="#ppt_y"/>
                                          </p:val>
                                        </p:tav>
                                      </p:tavLst>
                                    </p:anim>
                                  </p:childTnLst>
                                </p:cTn>
                              </p:par>
                            </p:childTnLst>
                          </p:cTn>
                        </p:par>
                        <p:par>
                          <p:cTn id="42" fill="hold">
                            <p:stCondLst>
                              <p:cond delay="3500"/>
                            </p:stCondLst>
                            <p:childTnLst>
                              <p:par>
                                <p:cTn id="43" presetID="42" presetClass="entr" presetSubtype="0" fill="hold" grpId="0" nodeType="afterEffect">
                                  <p:stCondLst>
                                    <p:cond delay="0"/>
                                  </p:stCondLst>
                                  <p:childTnLst>
                                    <p:set>
                                      <p:cBhvr>
                                        <p:cTn id="44" dur="1" fill="hold">
                                          <p:stCondLst>
                                            <p:cond delay="0"/>
                                          </p:stCondLst>
                                        </p:cTn>
                                        <p:tgtEl>
                                          <p:spTgt spid="116"/>
                                        </p:tgtEl>
                                        <p:attrNameLst>
                                          <p:attrName>style.visibility</p:attrName>
                                        </p:attrNameLst>
                                      </p:cBhvr>
                                      <p:to>
                                        <p:strVal val="visible"/>
                                      </p:to>
                                    </p:set>
                                    <p:animEffect transition="in" filter="fade">
                                      <p:cBhvr>
                                        <p:cTn id="45" dur="500"/>
                                        <p:tgtEl>
                                          <p:spTgt spid="116"/>
                                        </p:tgtEl>
                                      </p:cBhvr>
                                    </p:animEffect>
                                    <p:anim calcmode="lin" valueType="num">
                                      <p:cBhvr>
                                        <p:cTn id="46" dur="500" fill="hold"/>
                                        <p:tgtEl>
                                          <p:spTgt spid="116"/>
                                        </p:tgtEl>
                                        <p:attrNameLst>
                                          <p:attrName>ppt_x</p:attrName>
                                        </p:attrNameLst>
                                      </p:cBhvr>
                                      <p:tavLst>
                                        <p:tav tm="0">
                                          <p:val>
                                            <p:strVal val="#ppt_x"/>
                                          </p:val>
                                        </p:tav>
                                        <p:tav tm="100000">
                                          <p:val>
                                            <p:strVal val="#ppt_x"/>
                                          </p:val>
                                        </p:tav>
                                      </p:tavLst>
                                    </p:anim>
                                    <p:anim calcmode="lin" valueType="num">
                                      <p:cBhvr>
                                        <p:cTn id="47" dur="500" fill="hold"/>
                                        <p:tgtEl>
                                          <p:spTgt spid="1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6" grpId="0"/>
      <p:bldP spid="102" grpId="0" animBg="1"/>
      <p:bldP spid="103" grpId="0" animBg="1"/>
      <p:bldP spid="104" grpId="0" animBg="1"/>
      <p:bldP spid="105" grpId="0" animBg="1"/>
      <p:bldP spid="1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42603" y="365760"/>
            <a:ext cx="9146859" cy="646331"/>
          </a:xfrm>
          <a:prstGeom prst="rect">
            <a:avLst/>
          </a:prstGeom>
        </p:spPr>
        <p:txBody>
          <a:bodyPr wrap="square" lIns="91440" tIns="45720" rIns="91440" bIns="45720" anchor="t">
            <a:spAutoFit/>
          </a:bodyPr>
          <a:lstStyle/>
          <a:p>
            <a:pPr algn="ctr"/>
            <a:r>
              <a:rPr lang="en-US" sz="3600" b="1" dirty="0">
                <a:solidFill>
                  <a:schemeClr val="tx2"/>
                </a:solidFill>
                <a:latin typeface="Segoe UI"/>
                <a:cs typeface="Segoe UI"/>
              </a:rPr>
              <a:t>Product development (IT and Embedded)</a:t>
            </a:r>
            <a:endParaRPr lang="id-ID" sz="3600" b="1" dirty="0">
              <a:solidFill>
                <a:schemeClr val="tx2"/>
              </a:solidFill>
              <a:latin typeface="Segoe UI"/>
              <a:cs typeface="Segoe UI"/>
            </a:endParaRPr>
          </a:p>
        </p:txBody>
      </p:sp>
      <p:sp>
        <p:nvSpPr>
          <p:cNvPr id="10" name="Rectangle 9"/>
          <p:cNvSpPr/>
          <p:nvPr/>
        </p:nvSpPr>
        <p:spPr>
          <a:xfrm>
            <a:off x="822961" y="1685108"/>
            <a:ext cx="10202090" cy="1477328"/>
          </a:xfrm>
          <a:prstGeom prst="rect">
            <a:avLst/>
          </a:prstGeom>
        </p:spPr>
        <p:txBody>
          <a:bodyPr wrap="square">
            <a:spAutoFit/>
          </a:bodyPr>
          <a:lstStyle/>
          <a:p>
            <a:pPr marL="285750" indent="-285750">
              <a:buFont typeface="Wingdings" pitchFamily="2" charset="2"/>
              <a:buChar char="q"/>
            </a:pPr>
            <a:r>
              <a:rPr lang="en-US" dirty="0">
                <a:solidFill>
                  <a:srgbClr val="244D6F"/>
                </a:solidFill>
              </a:rPr>
              <a:t>The creation of products with new or different characteristics that offer new or additional benefits to the customer.</a:t>
            </a:r>
          </a:p>
          <a:p>
            <a:endParaRPr lang="en-US" dirty="0">
              <a:solidFill>
                <a:srgbClr val="244D6F"/>
              </a:solidFill>
            </a:endParaRPr>
          </a:p>
          <a:p>
            <a:pPr marL="285750" indent="-285750">
              <a:buFont typeface="Wingdings" pitchFamily="2" charset="2"/>
              <a:buChar char="q"/>
            </a:pPr>
            <a:r>
              <a:rPr lang="en-US" dirty="0">
                <a:solidFill>
                  <a:srgbClr val="244D6F"/>
                </a:solidFill>
              </a:rPr>
              <a:t>Product development may involve modification of an existing product or its presentation, or formulation of an entirely new product that satisfies a newly defined customer want or market niche.</a:t>
            </a:r>
            <a:endParaRPr lang="en-IN" dirty="0">
              <a:solidFill>
                <a:srgbClr val="244D6F"/>
              </a:solidFill>
            </a:endParaRPr>
          </a:p>
        </p:txBody>
      </p:sp>
      <p:pic>
        <p:nvPicPr>
          <p:cNvPr id="12" name="Picture 11" descr="Orena_Logo_Final.png"/>
          <p:cNvPicPr>
            <a:picLocks noChangeAspect="1"/>
          </p:cNvPicPr>
          <p:nvPr/>
        </p:nvPicPr>
        <p:blipFill>
          <a:blip r:embed="rId2" cstate="screen"/>
          <a:stretch>
            <a:fillRect/>
          </a:stretch>
        </p:blipFill>
        <p:spPr>
          <a:xfrm>
            <a:off x="10151075" y="5569422"/>
            <a:ext cx="1932071" cy="1207206"/>
          </a:xfrm>
          <a:prstGeom prst="rect">
            <a:avLst/>
          </a:prstGeom>
        </p:spPr>
      </p:pic>
      <p:sp>
        <p:nvSpPr>
          <p:cNvPr id="13" name="Rectangle 12"/>
          <p:cNvSpPr/>
          <p:nvPr/>
        </p:nvSpPr>
        <p:spPr>
          <a:xfrm>
            <a:off x="844924" y="3544086"/>
            <a:ext cx="2242457" cy="1754326"/>
          </a:xfrm>
          <a:prstGeom prst="rect">
            <a:avLst/>
          </a:prstGeom>
        </p:spPr>
        <p:txBody>
          <a:bodyPr wrap="square">
            <a:spAutoFit/>
          </a:bodyPr>
          <a:lstStyle/>
          <a:p>
            <a:pPr marL="285750" indent="-285750">
              <a:buFont typeface="Wingdings" pitchFamily="2" charset="2"/>
              <a:buChar char="q"/>
            </a:pPr>
            <a:r>
              <a:rPr lang="en-US" dirty="0">
                <a:solidFill>
                  <a:srgbClr val="244D6F"/>
                </a:solidFill>
              </a:rPr>
              <a:t>Chronica</a:t>
            </a:r>
          </a:p>
          <a:p>
            <a:pPr marL="285750" indent="-285750">
              <a:buFont typeface="Wingdings" pitchFamily="2" charset="2"/>
              <a:buChar char="q"/>
            </a:pPr>
            <a:r>
              <a:rPr lang="en-US" dirty="0">
                <a:solidFill>
                  <a:srgbClr val="244D6F"/>
                </a:solidFill>
              </a:rPr>
              <a:t>ezGeoCapture</a:t>
            </a:r>
          </a:p>
          <a:p>
            <a:pPr marL="285750" indent="-285750">
              <a:buFont typeface="Wingdings" pitchFamily="2" charset="2"/>
              <a:buChar char="q"/>
            </a:pPr>
            <a:r>
              <a:rPr lang="en-US" dirty="0">
                <a:solidFill>
                  <a:srgbClr val="244D6F"/>
                </a:solidFill>
              </a:rPr>
              <a:t>ezNetScan</a:t>
            </a:r>
          </a:p>
          <a:p>
            <a:pPr marL="285750" indent="-285750">
              <a:buFont typeface="Wingdings" pitchFamily="2" charset="2"/>
              <a:buChar char="q"/>
            </a:pPr>
            <a:r>
              <a:rPr lang="en-US" dirty="0">
                <a:solidFill>
                  <a:srgbClr val="244D6F"/>
                </a:solidFill>
              </a:rPr>
              <a:t>HRMS</a:t>
            </a:r>
          </a:p>
          <a:p>
            <a:pPr marL="285750" indent="-285750">
              <a:buFont typeface="Wingdings" pitchFamily="2" charset="2"/>
              <a:buChar char="q"/>
            </a:pPr>
            <a:r>
              <a:rPr lang="en-US" dirty="0">
                <a:solidFill>
                  <a:srgbClr val="244D6F"/>
                </a:solidFill>
              </a:rPr>
              <a:t>eLearning</a:t>
            </a:r>
          </a:p>
          <a:p>
            <a:pPr marL="285750" indent="-285750">
              <a:buFont typeface="Wingdings" pitchFamily="2" charset="2"/>
              <a:buChar char="q"/>
            </a:pPr>
            <a:r>
              <a:rPr lang="en-US" dirty="0">
                <a:solidFill>
                  <a:srgbClr val="244D6F"/>
                </a:solidFill>
              </a:rPr>
              <a:t>ERP</a:t>
            </a:r>
          </a:p>
        </p:txBody>
      </p:sp>
      <p:pic>
        <p:nvPicPr>
          <p:cNvPr id="7" name="Picture 7">
            <a:extLst>
              <a:ext uri="{FF2B5EF4-FFF2-40B4-BE49-F238E27FC236}">
                <a16:creationId xmlns:a16="http://schemas.microsoft.com/office/drawing/2014/main" id="{0056EE35-7743-4A71-A07D-4815D024F491}"/>
              </a:ext>
            </a:extLst>
          </p:cNvPr>
          <p:cNvPicPr>
            <a:picLocks noChangeAspect="1"/>
          </p:cNvPicPr>
          <p:nvPr/>
        </p:nvPicPr>
        <p:blipFill>
          <a:blip r:embed="rId3"/>
          <a:stretch>
            <a:fillRect/>
          </a:stretch>
        </p:blipFill>
        <p:spPr>
          <a:xfrm>
            <a:off x="4190456" y="4465633"/>
            <a:ext cx="1733550" cy="1762125"/>
          </a:xfrm>
          <a:prstGeom prst="rect">
            <a:avLst/>
          </a:prstGeom>
        </p:spPr>
      </p:pic>
      <p:pic>
        <p:nvPicPr>
          <p:cNvPr id="8" name="Picture 8">
            <a:extLst>
              <a:ext uri="{FF2B5EF4-FFF2-40B4-BE49-F238E27FC236}">
                <a16:creationId xmlns:a16="http://schemas.microsoft.com/office/drawing/2014/main" id="{C7B687A5-8F16-4985-A101-A2F96EE5C9DD}"/>
              </a:ext>
            </a:extLst>
          </p:cNvPr>
          <p:cNvPicPr>
            <a:picLocks noChangeAspect="1"/>
          </p:cNvPicPr>
          <p:nvPr/>
        </p:nvPicPr>
        <p:blipFill>
          <a:blip r:embed="rId4"/>
          <a:stretch>
            <a:fillRect/>
          </a:stretch>
        </p:blipFill>
        <p:spPr>
          <a:xfrm>
            <a:off x="4535068" y="3562765"/>
            <a:ext cx="3121863" cy="647700"/>
          </a:xfrm>
          <a:prstGeom prst="rect">
            <a:avLst/>
          </a:prstGeom>
        </p:spPr>
      </p:pic>
      <p:pic>
        <p:nvPicPr>
          <p:cNvPr id="9" name="Picture 13">
            <a:extLst>
              <a:ext uri="{FF2B5EF4-FFF2-40B4-BE49-F238E27FC236}">
                <a16:creationId xmlns:a16="http://schemas.microsoft.com/office/drawing/2014/main" id="{5756CBD8-F077-43AA-9C28-90D541AE259C}"/>
              </a:ext>
            </a:extLst>
          </p:cNvPr>
          <p:cNvPicPr>
            <a:picLocks noChangeAspect="1"/>
          </p:cNvPicPr>
          <p:nvPr/>
        </p:nvPicPr>
        <p:blipFill>
          <a:blip r:embed="rId5"/>
          <a:stretch>
            <a:fillRect/>
          </a:stretch>
        </p:blipFill>
        <p:spPr>
          <a:xfrm>
            <a:off x="6095999" y="4410900"/>
            <a:ext cx="1699045" cy="1762125"/>
          </a:xfrm>
          <a:prstGeom prst="rect">
            <a:avLst/>
          </a:prstGeom>
        </p:spPr>
      </p:pic>
    </p:spTree>
    <p:extLst>
      <p:ext uri="{BB962C8B-B14F-4D97-AF65-F5344CB8AC3E}">
        <p14:creationId xmlns:p14="http://schemas.microsoft.com/office/powerpoint/2010/main" val="2739061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903477" y="356203"/>
            <a:ext cx="6109894" cy="646331"/>
          </a:xfrm>
          <a:prstGeom prst="rect">
            <a:avLst/>
          </a:prstGeom>
          <a:noFill/>
        </p:spPr>
        <p:txBody>
          <a:bodyPr wrap="square" lIns="91440" tIns="45720" rIns="91440" bIns="45720" rtlCol="0" anchor="t">
            <a:spAutoFit/>
          </a:bodyPr>
          <a:lstStyle/>
          <a:p>
            <a:pPr algn="ctr"/>
            <a:r>
              <a:rPr lang="id-ID" sz="3600" b="1" dirty="0">
                <a:solidFill>
                  <a:schemeClr val="tx2"/>
                </a:solidFill>
                <a:latin typeface="Segoe UI"/>
                <a:cs typeface="Segoe UI"/>
              </a:rPr>
              <a:t>Experts</a:t>
            </a:r>
            <a:endParaRPr lang="en-US" sz="3600" b="1" dirty="0">
              <a:solidFill>
                <a:schemeClr val="tx2"/>
              </a:solidFill>
              <a:latin typeface="Segoe UI"/>
              <a:cs typeface="Segoe UI"/>
            </a:endParaRPr>
          </a:p>
        </p:txBody>
      </p:sp>
      <p:sp>
        <p:nvSpPr>
          <p:cNvPr id="45" name="Rectangle 44"/>
          <p:cNvSpPr/>
          <p:nvPr/>
        </p:nvSpPr>
        <p:spPr>
          <a:xfrm rot="16200000">
            <a:off x="2710640" y="5408760"/>
            <a:ext cx="770600" cy="21278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4694701" y="5456697"/>
            <a:ext cx="770602" cy="203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6735765" y="5465764"/>
            <a:ext cx="75247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0" name="Rectangle 49"/>
          <p:cNvSpPr/>
          <p:nvPr/>
        </p:nvSpPr>
        <p:spPr>
          <a:xfrm rot="16200000">
            <a:off x="637179" y="5463177"/>
            <a:ext cx="757645"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51" name="Group 17"/>
          <p:cNvGrpSpPr/>
          <p:nvPr/>
        </p:nvGrpSpPr>
        <p:grpSpPr>
          <a:xfrm>
            <a:off x="2" y="6736617"/>
            <a:ext cx="12191999" cy="134339"/>
            <a:chOff x="2" y="2110197"/>
            <a:chExt cx="12191999" cy="134339"/>
          </a:xfrm>
        </p:grpSpPr>
        <p:sp>
          <p:nvSpPr>
            <p:cNvPr id="52" name="Rectangle 51"/>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7" name="Rectangle 56"/>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58" name="Picture 57" descr="Orena_Logo_Final.png"/>
          <p:cNvPicPr>
            <a:picLocks noChangeAspect="1"/>
          </p:cNvPicPr>
          <p:nvPr/>
        </p:nvPicPr>
        <p:blipFill>
          <a:blip r:embed="rId2" cstate="screen"/>
          <a:stretch>
            <a:fillRect/>
          </a:stretch>
        </p:blipFill>
        <p:spPr>
          <a:xfrm>
            <a:off x="10209965" y="5496751"/>
            <a:ext cx="1932071" cy="1207206"/>
          </a:xfrm>
          <a:prstGeom prst="rect">
            <a:avLst/>
          </a:prstGeom>
        </p:spPr>
      </p:pic>
      <p:sp>
        <p:nvSpPr>
          <p:cNvPr id="71" name="Rounded Rectangle 5">
            <a:extLst>
              <a:ext uri="{FF2B5EF4-FFF2-40B4-BE49-F238E27FC236}">
                <a16:creationId xmlns:a16="http://schemas.microsoft.com/office/drawing/2014/main" id="{BFA0187E-70E8-44B9-B580-2EB49C25F0E2}"/>
              </a:ext>
            </a:extLst>
          </p:cNvPr>
          <p:cNvSpPr/>
          <p:nvPr/>
        </p:nvSpPr>
        <p:spPr>
          <a:xfrm>
            <a:off x="1142294" y="1303027"/>
            <a:ext cx="1944216" cy="936104"/>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IN"/>
            </a:defPPr>
            <a:lvl1pPr algn="l" rtl="0" fontAlgn="base">
              <a:spcBef>
                <a:spcPct val="0"/>
              </a:spcBef>
              <a:spcAft>
                <a:spcPct val="0"/>
              </a:spcAft>
              <a:defRPr sz="3000" kern="1200">
                <a:solidFill>
                  <a:schemeClr val="lt1"/>
                </a:solidFill>
                <a:latin typeface="+mn-lt"/>
                <a:ea typeface="+mn-ea"/>
                <a:cs typeface="+mn-cs"/>
              </a:defRPr>
            </a:lvl1pPr>
            <a:lvl2pPr marL="457200" algn="l" rtl="0" fontAlgn="base">
              <a:spcBef>
                <a:spcPct val="0"/>
              </a:spcBef>
              <a:spcAft>
                <a:spcPct val="0"/>
              </a:spcAft>
              <a:defRPr sz="3000" kern="1200">
                <a:solidFill>
                  <a:schemeClr val="lt1"/>
                </a:solidFill>
                <a:latin typeface="+mn-lt"/>
                <a:ea typeface="+mn-ea"/>
                <a:cs typeface="+mn-cs"/>
              </a:defRPr>
            </a:lvl2pPr>
            <a:lvl3pPr marL="914400" algn="l" rtl="0" fontAlgn="base">
              <a:spcBef>
                <a:spcPct val="0"/>
              </a:spcBef>
              <a:spcAft>
                <a:spcPct val="0"/>
              </a:spcAft>
              <a:defRPr sz="3000" kern="1200">
                <a:solidFill>
                  <a:schemeClr val="lt1"/>
                </a:solidFill>
                <a:latin typeface="+mn-lt"/>
                <a:ea typeface="+mn-ea"/>
                <a:cs typeface="+mn-cs"/>
              </a:defRPr>
            </a:lvl3pPr>
            <a:lvl4pPr marL="1371600" algn="l" rtl="0" fontAlgn="base">
              <a:spcBef>
                <a:spcPct val="0"/>
              </a:spcBef>
              <a:spcAft>
                <a:spcPct val="0"/>
              </a:spcAft>
              <a:defRPr sz="3000" kern="1200">
                <a:solidFill>
                  <a:schemeClr val="lt1"/>
                </a:solidFill>
                <a:latin typeface="+mn-lt"/>
                <a:ea typeface="+mn-ea"/>
                <a:cs typeface="+mn-cs"/>
              </a:defRPr>
            </a:lvl4pPr>
            <a:lvl5pPr marL="1828800" algn="l" rtl="0" fontAlgn="base">
              <a:spcBef>
                <a:spcPct val="0"/>
              </a:spcBef>
              <a:spcAft>
                <a:spcPct val="0"/>
              </a:spcAft>
              <a:defRPr sz="3000" kern="1200">
                <a:solidFill>
                  <a:schemeClr val="lt1"/>
                </a:solidFill>
                <a:latin typeface="+mn-lt"/>
                <a:ea typeface="+mn-ea"/>
                <a:cs typeface="+mn-cs"/>
              </a:defRPr>
            </a:lvl5pPr>
            <a:lvl6pPr marL="2286000" algn="l" defTabSz="914400" rtl="0" eaLnBrk="1" latinLnBrk="0" hangingPunct="1">
              <a:defRPr sz="3000" kern="1200">
                <a:solidFill>
                  <a:schemeClr val="lt1"/>
                </a:solidFill>
                <a:latin typeface="+mn-lt"/>
                <a:ea typeface="+mn-ea"/>
                <a:cs typeface="+mn-cs"/>
              </a:defRPr>
            </a:lvl6pPr>
            <a:lvl7pPr marL="2743200" algn="l" defTabSz="914400" rtl="0" eaLnBrk="1" latinLnBrk="0" hangingPunct="1">
              <a:defRPr sz="3000" kern="1200">
                <a:solidFill>
                  <a:schemeClr val="lt1"/>
                </a:solidFill>
                <a:latin typeface="+mn-lt"/>
                <a:ea typeface="+mn-ea"/>
                <a:cs typeface="+mn-cs"/>
              </a:defRPr>
            </a:lvl7pPr>
            <a:lvl8pPr marL="3200400" algn="l" defTabSz="914400" rtl="0" eaLnBrk="1" latinLnBrk="0" hangingPunct="1">
              <a:defRPr sz="3000" kern="1200">
                <a:solidFill>
                  <a:schemeClr val="lt1"/>
                </a:solidFill>
                <a:latin typeface="+mn-lt"/>
                <a:ea typeface="+mn-ea"/>
                <a:cs typeface="+mn-cs"/>
              </a:defRPr>
            </a:lvl8pPr>
            <a:lvl9pPr marL="3657600" algn="l" defTabSz="914400" rtl="0" eaLnBrk="1" latinLnBrk="0" hangingPunct="1">
              <a:defRPr sz="3000" kern="1200">
                <a:solidFill>
                  <a:schemeClr val="lt1"/>
                </a:solidFill>
                <a:latin typeface="+mn-lt"/>
                <a:ea typeface="+mn-ea"/>
                <a:cs typeface="+mn-cs"/>
              </a:defRPr>
            </a:lvl9pPr>
          </a:lstStyle>
          <a:p>
            <a:r>
              <a:rPr lang="en-US" sz="1600" b="1" dirty="0">
                <a:solidFill>
                  <a:schemeClr val="bg1"/>
                </a:solidFill>
                <a:latin typeface="arial"/>
                <a:cs typeface="arial"/>
              </a:rPr>
              <a:t>Digicomm Ltd</a:t>
            </a:r>
          </a:p>
          <a:p>
            <a:r>
              <a:rPr lang="en-US" sz="1400" dirty="0">
                <a:solidFill>
                  <a:schemeClr val="bg1"/>
                </a:solidFill>
                <a:latin typeface="arial" panose="020B0604020202020204" pitchFamily="34" charset="0"/>
              </a:rPr>
              <a:t>Physical Design</a:t>
            </a:r>
          </a:p>
          <a:p>
            <a:endParaRPr lang="en-US" sz="1400" dirty="0">
              <a:solidFill>
                <a:schemeClr val="bg1"/>
              </a:solidFill>
              <a:latin typeface="arial" panose="020B0604020202020204" pitchFamily="34" charset="0"/>
            </a:endParaRPr>
          </a:p>
        </p:txBody>
      </p:sp>
      <p:sp>
        <p:nvSpPr>
          <p:cNvPr id="73" name="Rounded Rectangle 7">
            <a:extLst>
              <a:ext uri="{FF2B5EF4-FFF2-40B4-BE49-F238E27FC236}">
                <a16:creationId xmlns:a16="http://schemas.microsoft.com/office/drawing/2014/main" id="{53246936-4F13-4C99-BC2F-EE300EEEEF65}"/>
              </a:ext>
            </a:extLst>
          </p:cNvPr>
          <p:cNvSpPr/>
          <p:nvPr/>
        </p:nvSpPr>
        <p:spPr>
          <a:xfrm>
            <a:off x="5532685" y="1341065"/>
            <a:ext cx="1944216" cy="936104"/>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IN"/>
            </a:defPPr>
            <a:lvl1pPr algn="l" rtl="0" fontAlgn="base">
              <a:spcBef>
                <a:spcPct val="0"/>
              </a:spcBef>
              <a:spcAft>
                <a:spcPct val="0"/>
              </a:spcAft>
              <a:defRPr sz="3000" kern="1200">
                <a:solidFill>
                  <a:schemeClr val="lt1"/>
                </a:solidFill>
                <a:latin typeface="+mn-lt"/>
                <a:ea typeface="+mn-ea"/>
                <a:cs typeface="+mn-cs"/>
              </a:defRPr>
            </a:lvl1pPr>
            <a:lvl2pPr marL="457200" algn="l" rtl="0" fontAlgn="base">
              <a:spcBef>
                <a:spcPct val="0"/>
              </a:spcBef>
              <a:spcAft>
                <a:spcPct val="0"/>
              </a:spcAft>
              <a:defRPr sz="3000" kern="1200">
                <a:solidFill>
                  <a:schemeClr val="lt1"/>
                </a:solidFill>
                <a:latin typeface="+mn-lt"/>
                <a:ea typeface="+mn-ea"/>
                <a:cs typeface="+mn-cs"/>
              </a:defRPr>
            </a:lvl2pPr>
            <a:lvl3pPr marL="914400" algn="l" rtl="0" fontAlgn="base">
              <a:spcBef>
                <a:spcPct val="0"/>
              </a:spcBef>
              <a:spcAft>
                <a:spcPct val="0"/>
              </a:spcAft>
              <a:defRPr sz="3000" kern="1200">
                <a:solidFill>
                  <a:schemeClr val="lt1"/>
                </a:solidFill>
                <a:latin typeface="+mn-lt"/>
                <a:ea typeface="+mn-ea"/>
                <a:cs typeface="+mn-cs"/>
              </a:defRPr>
            </a:lvl3pPr>
            <a:lvl4pPr marL="1371600" algn="l" rtl="0" fontAlgn="base">
              <a:spcBef>
                <a:spcPct val="0"/>
              </a:spcBef>
              <a:spcAft>
                <a:spcPct val="0"/>
              </a:spcAft>
              <a:defRPr sz="3000" kern="1200">
                <a:solidFill>
                  <a:schemeClr val="lt1"/>
                </a:solidFill>
                <a:latin typeface="+mn-lt"/>
                <a:ea typeface="+mn-ea"/>
                <a:cs typeface="+mn-cs"/>
              </a:defRPr>
            </a:lvl4pPr>
            <a:lvl5pPr marL="1828800" algn="l" rtl="0" fontAlgn="base">
              <a:spcBef>
                <a:spcPct val="0"/>
              </a:spcBef>
              <a:spcAft>
                <a:spcPct val="0"/>
              </a:spcAft>
              <a:defRPr sz="3000" kern="1200">
                <a:solidFill>
                  <a:schemeClr val="lt1"/>
                </a:solidFill>
                <a:latin typeface="+mn-lt"/>
                <a:ea typeface="+mn-ea"/>
                <a:cs typeface="+mn-cs"/>
              </a:defRPr>
            </a:lvl5pPr>
            <a:lvl6pPr marL="2286000" algn="l" defTabSz="914400" rtl="0" eaLnBrk="1" latinLnBrk="0" hangingPunct="1">
              <a:defRPr sz="3000" kern="1200">
                <a:solidFill>
                  <a:schemeClr val="lt1"/>
                </a:solidFill>
                <a:latin typeface="+mn-lt"/>
                <a:ea typeface="+mn-ea"/>
                <a:cs typeface="+mn-cs"/>
              </a:defRPr>
            </a:lvl6pPr>
            <a:lvl7pPr marL="2743200" algn="l" defTabSz="914400" rtl="0" eaLnBrk="1" latinLnBrk="0" hangingPunct="1">
              <a:defRPr sz="3000" kern="1200">
                <a:solidFill>
                  <a:schemeClr val="lt1"/>
                </a:solidFill>
                <a:latin typeface="+mn-lt"/>
                <a:ea typeface="+mn-ea"/>
                <a:cs typeface="+mn-cs"/>
              </a:defRPr>
            </a:lvl7pPr>
            <a:lvl8pPr marL="3200400" algn="l" defTabSz="914400" rtl="0" eaLnBrk="1" latinLnBrk="0" hangingPunct="1">
              <a:defRPr sz="3000" kern="1200">
                <a:solidFill>
                  <a:schemeClr val="lt1"/>
                </a:solidFill>
                <a:latin typeface="+mn-lt"/>
                <a:ea typeface="+mn-ea"/>
                <a:cs typeface="+mn-cs"/>
              </a:defRPr>
            </a:lvl8pPr>
            <a:lvl9pPr marL="3657600" algn="l" defTabSz="914400" rtl="0" eaLnBrk="1" latinLnBrk="0" hangingPunct="1">
              <a:defRPr sz="3000" kern="1200">
                <a:solidFill>
                  <a:schemeClr val="lt1"/>
                </a:solidFill>
                <a:latin typeface="+mn-lt"/>
                <a:ea typeface="+mn-ea"/>
                <a:cs typeface="+mn-cs"/>
              </a:defRPr>
            </a:lvl9pPr>
          </a:lstStyle>
          <a:p>
            <a:endParaRPr lang="en-US" sz="1600" b="1" dirty="0">
              <a:solidFill>
                <a:srgbClr val="FFFF00"/>
              </a:solidFill>
              <a:latin typeface="arial" panose="020B0604020202020204" pitchFamily="34" charset="0"/>
            </a:endParaRPr>
          </a:p>
          <a:p>
            <a:r>
              <a:rPr lang="en-US" sz="1600" b="1" dirty="0">
                <a:solidFill>
                  <a:schemeClr val="bg1"/>
                </a:solidFill>
                <a:latin typeface="arial"/>
                <a:cs typeface="arial"/>
              </a:rPr>
              <a:t>Meti Ltd</a:t>
            </a:r>
          </a:p>
          <a:p>
            <a:r>
              <a:rPr lang="en-US" sz="1400" dirty="0">
                <a:solidFill>
                  <a:schemeClr val="bg1"/>
                </a:solidFill>
                <a:latin typeface="arial" panose="020B0604020202020204" pitchFamily="34" charset="0"/>
              </a:rPr>
              <a:t>Embedded Systems (PSoC)</a:t>
            </a:r>
          </a:p>
          <a:p>
            <a:endParaRPr lang="en-US" sz="1400" dirty="0">
              <a:solidFill>
                <a:schemeClr val="bg1"/>
              </a:solidFill>
              <a:latin typeface="arial" panose="020B0604020202020204" pitchFamily="34" charset="0"/>
            </a:endParaRPr>
          </a:p>
        </p:txBody>
      </p:sp>
      <p:sp>
        <p:nvSpPr>
          <p:cNvPr id="74" name="Rounded Rectangle 8">
            <a:extLst>
              <a:ext uri="{FF2B5EF4-FFF2-40B4-BE49-F238E27FC236}">
                <a16:creationId xmlns:a16="http://schemas.microsoft.com/office/drawing/2014/main" id="{6010C706-A669-4BB4-8665-904492E9CEC1}"/>
              </a:ext>
            </a:extLst>
          </p:cNvPr>
          <p:cNvSpPr/>
          <p:nvPr/>
        </p:nvSpPr>
        <p:spPr>
          <a:xfrm>
            <a:off x="7719990" y="2469746"/>
            <a:ext cx="1944216" cy="936104"/>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IN"/>
            </a:defPPr>
            <a:lvl1pPr algn="l" rtl="0" fontAlgn="base">
              <a:spcBef>
                <a:spcPct val="0"/>
              </a:spcBef>
              <a:spcAft>
                <a:spcPct val="0"/>
              </a:spcAft>
              <a:defRPr sz="3000" kern="1200">
                <a:solidFill>
                  <a:schemeClr val="lt1"/>
                </a:solidFill>
                <a:latin typeface="+mn-lt"/>
                <a:ea typeface="+mn-ea"/>
                <a:cs typeface="+mn-cs"/>
              </a:defRPr>
            </a:lvl1pPr>
            <a:lvl2pPr marL="457200" algn="l" rtl="0" fontAlgn="base">
              <a:spcBef>
                <a:spcPct val="0"/>
              </a:spcBef>
              <a:spcAft>
                <a:spcPct val="0"/>
              </a:spcAft>
              <a:defRPr sz="3000" kern="1200">
                <a:solidFill>
                  <a:schemeClr val="lt1"/>
                </a:solidFill>
                <a:latin typeface="+mn-lt"/>
                <a:ea typeface="+mn-ea"/>
                <a:cs typeface="+mn-cs"/>
              </a:defRPr>
            </a:lvl2pPr>
            <a:lvl3pPr marL="914400" algn="l" rtl="0" fontAlgn="base">
              <a:spcBef>
                <a:spcPct val="0"/>
              </a:spcBef>
              <a:spcAft>
                <a:spcPct val="0"/>
              </a:spcAft>
              <a:defRPr sz="3000" kern="1200">
                <a:solidFill>
                  <a:schemeClr val="lt1"/>
                </a:solidFill>
                <a:latin typeface="+mn-lt"/>
                <a:ea typeface="+mn-ea"/>
                <a:cs typeface="+mn-cs"/>
              </a:defRPr>
            </a:lvl3pPr>
            <a:lvl4pPr marL="1371600" algn="l" rtl="0" fontAlgn="base">
              <a:spcBef>
                <a:spcPct val="0"/>
              </a:spcBef>
              <a:spcAft>
                <a:spcPct val="0"/>
              </a:spcAft>
              <a:defRPr sz="3000" kern="1200">
                <a:solidFill>
                  <a:schemeClr val="lt1"/>
                </a:solidFill>
                <a:latin typeface="+mn-lt"/>
                <a:ea typeface="+mn-ea"/>
                <a:cs typeface="+mn-cs"/>
              </a:defRPr>
            </a:lvl4pPr>
            <a:lvl5pPr marL="1828800" algn="l" rtl="0" fontAlgn="base">
              <a:spcBef>
                <a:spcPct val="0"/>
              </a:spcBef>
              <a:spcAft>
                <a:spcPct val="0"/>
              </a:spcAft>
              <a:defRPr sz="3000" kern="1200">
                <a:solidFill>
                  <a:schemeClr val="lt1"/>
                </a:solidFill>
                <a:latin typeface="+mn-lt"/>
                <a:ea typeface="+mn-ea"/>
                <a:cs typeface="+mn-cs"/>
              </a:defRPr>
            </a:lvl5pPr>
            <a:lvl6pPr marL="2286000" algn="l" defTabSz="914400" rtl="0" eaLnBrk="1" latinLnBrk="0" hangingPunct="1">
              <a:defRPr sz="3000" kern="1200">
                <a:solidFill>
                  <a:schemeClr val="lt1"/>
                </a:solidFill>
                <a:latin typeface="+mn-lt"/>
                <a:ea typeface="+mn-ea"/>
                <a:cs typeface="+mn-cs"/>
              </a:defRPr>
            </a:lvl6pPr>
            <a:lvl7pPr marL="2743200" algn="l" defTabSz="914400" rtl="0" eaLnBrk="1" latinLnBrk="0" hangingPunct="1">
              <a:defRPr sz="3000" kern="1200">
                <a:solidFill>
                  <a:schemeClr val="lt1"/>
                </a:solidFill>
                <a:latin typeface="+mn-lt"/>
                <a:ea typeface="+mn-ea"/>
                <a:cs typeface="+mn-cs"/>
              </a:defRPr>
            </a:lvl7pPr>
            <a:lvl8pPr marL="3200400" algn="l" defTabSz="914400" rtl="0" eaLnBrk="1" latinLnBrk="0" hangingPunct="1">
              <a:defRPr sz="3000" kern="1200">
                <a:solidFill>
                  <a:schemeClr val="lt1"/>
                </a:solidFill>
                <a:latin typeface="+mn-lt"/>
                <a:ea typeface="+mn-ea"/>
                <a:cs typeface="+mn-cs"/>
              </a:defRPr>
            </a:lvl8pPr>
            <a:lvl9pPr marL="3657600" algn="l" defTabSz="914400" rtl="0" eaLnBrk="1" latinLnBrk="0" hangingPunct="1">
              <a:defRPr sz="3000" kern="1200">
                <a:solidFill>
                  <a:schemeClr val="lt1"/>
                </a:solidFill>
                <a:latin typeface="+mn-lt"/>
                <a:ea typeface="+mn-ea"/>
                <a:cs typeface="+mn-cs"/>
              </a:defRPr>
            </a:lvl9pPr>
          </a:lstStyle>
          <a:p>
            <a:endParaRPr lang="en-US" sz="1400" dirty="0">
              <a:solidFill>
                <a:schemeClr val="bg1"/>
              </a:solidFill>
              <a:latin typeface="arial" panose="020B0604020202020204" pitchFamily="34" charset="0"/>
            </a:endParaRPr>
          </a:p>
          <a:p>
            <a:r>
              <a:rPr lang="en-US" sz="1600" b="1" dirty="0">
                <a:solidFill>
                  <a:schemeClr val="bg1"/>
                </a:solidFill>
                <a:latin typeface="arial"/>
                <a:cs typeface="arial"/>
              </a:rPr>
              <a:t>Prashanth Thakkar</a:t>
            </a:r>
          </a:p>
          <a:p>
            <a:r>
              <a:rPr lang="en-US" sz="1400" dirty="0">
                <a:solidFill>
                  <a:schemeClr val="bg1"/>
                </a:solidFill>
                <a:latin typeface="arial" panose="020B0604020202020204" pitchFamily="34" charset="0"/>
              </a:rPr>
              <a:t>Algorithms</a:t>
            </a:r>
          </a:p>
          <a:p>
            <a:endParaRPr lang="en-US" sz="1400" dirty="0">
              <a:solidFill>
                <a:schemeClr val="bg1"/>
              </a:solidFill>
              <a:latin typeface="arial" panose="020B0604020202020204" pitchFamily="34" charset="0"/>
            </a:endParaRPr>
          </a:p>
        </p:txBody>
      </p:sp>
      <p:sp>
        <p:nvSpPr>
          <p:cNvPr id="75" name="Rounded Rectangle 9">
            <a:extLst>
              <a:ext uri="{FF2B5EF4-FFF2-40B4-BE49-F238E27FC236}">
                <a16:creationId xmlns:a16="http://schemas.microsoft.com/office/drawing/2014/main" id="{1F22D071-C451-4359-8D96-4CC80EE75AA2}"/>
              </a:ext>
            </a:extLst>
          </p:cNvPr>
          <p:cNvSpPr/>
          <p:nvPr/>
        </p:nvSpPr>
        <p:spPr>
          <a:xfrm>
            <a:off x="3345380" y="2456659"/>
            <a:ext cx="1920508" cy="936104"/>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IN"/>
            </a:defPPr>
            <a:lvl1pPr algn="l" rtl="0" fontAlgn="base">
              <a:spcBef>
                <a:spcPct val="0"/>
              </a:spcBef>
              <a:spcAft>
                <a:spcPct val="0"/>
              </a:spcAft>
              <a:defRPr sz="3000" kern="1200">
                <a:solidFill>
                  <a:schemeClr val="lt1"/>
                </a:solidFill>
                <a:latin typeface="+mn-lt"/>
                <a:ea typeface="+mn-ea"/>
                <a:cs typeface="+mn-cs"/>
              </a:defRPr>
            </a:lvl1pPr>
            <a:lvl2pPr marL="457200" algn="l" rtl="0" fontAlgn="base">
              <a:spcBef>
                <a:spcPct val="0"/>
              </a:spcBef>
              <a:spcAft>
                <a:spcPct val="0"/>
              </a:spcAft>
              <a:defRPr sz="3000" kern="1200">
                <a:solidFill>
                  <a:schemeClr val="lt1"/>
                </a:solidFill>
                <a:latin typeface="+mn-lt"/>
                <a:ea typeface="+mn-ea"/>
                <a:cs typeface="+mn-cs"/>
              </a:defRPr>
            </a:lvl2pPr>
            <a:lvl3pPr marL="914400" algn="l" rtl="0" fontAlgn="base">
              <a:spcBef>
                <a:spcPct val="0"/>
              </a:spcBef>
              <a:spcAft>
                <a:spcPct val="0"/>
              </a:spcAft>
              <a:defRPr sz="3000" kern="1200">
                <a:solidFill>
                  <a:schemeClr val="lt1"/>
                </a:solidFill>
                <a:latin typeface="+mn-lt"/>
                <a:ea typeface="+mn-ea"/>
                <a:cs typeface="+mn-cs"/>
              </a:defRPr>
            </a:lvl3pPr>
            <a:lvl4pPr marL="1371600" algn="l" rtl="0" fontAlgn="base">
              <a:spcBef>
                <a:spcPct val="0"/>
              </a:spcBef>
              <a:spcAft>
                <a:spcPct val="0"/>
              </a:spcAft>
              <a:defRPr sz="3000" kern="1200">
                <a:solidFill>
                  <a:schemeClr val="lt1"/>
                </a:solidFill>
                <a:latin typeface="+mn-lt"/>
                <a:ea typeface="+mn-ea"/>
                <a:cs typeface="+mn-cs"/>
              </a:defRPr>
            </a:lvl4pPr>
            <a:lvl5pPr marL="1828800" algn="l" rtl="0" fontAlgn="base">
              <a:spcBef>
                <a:spcPct val="0"/>
              </a:spcBef>
              <a:spcAft>
                <a:spcPct val="0"/>
              </a:spcAft>
              <a:defRPr sz="3000" kern="1200">
                <a:solidFill>
                  <a:schemeClr val="lt1"/>
                </a:solidFill>
                <a:latin typeface="+mn-lt"/>
                <a:ea typeface="+mn-ea"/>
                <a:cs typeface="+mn-cs"/>
              </a:defRPr>
            </a:lvl5pPr>
            <a:lvl6pPr marL="2286000" algn="l" defTabSz="914400" rtl="0" eaLnBrk="1" latinLnBrk="0" hangingPunct="1">
              <a:defRPr sz="3000" kern="1200">
                <a:solidFill>
                  <a:schemeClr val="lt1"/>
                </a:solidFill>
                <a:latin typeface="+mn-lt"/>
                <a:ea typeface="+mn-ea"/>
                <a:cs typeface="+mn-cs"/>
              </a:defRPr>
            </a:lvl6pPr>
            <a:lvl7pPr marL="2743200" algn="l" defTabSz="914400" rtl="0" eaLnBrk="1" latinLnBrk="0" hangingPunct="1">
              <a:defRPr sz="3000" kern="1200">
                <a:solidFill>
                  <a:schemeClr val="lt1"/>
                </a:solidFill>
                <a:latin typeface="+mn-lt"/>
                <a:ea typeface="+mn-ea"/>
                <a:cs typeface="+mn-cs"/>
              </a:defRPr>
            </a:lvl7pPr>
            <a:lvl8pPr marL="3200400" algn="l" defTabSz="914400" rtl="0" eaLnBrk="1" latinLnBrk="0" hangingPunct="1">
              <a:defRPr sz="3000" kern="1200">
                <a:solidFill>
                  <a:schemeClr val="lt1"/>
                </a:solidFill>
                <a:latin typeface="+mn-lt"/>
                <a:ea typeface="+mn-ea"/>
                <a:cs typeface="+mn-cs"/>
              </a:defRPr>
            </a:lvl8pPr>
            <a:lvl9pPr marL="3657600" algn="l" defTabSz="914400" rtl="0" eaLnBrk="1" latinLnBrk="0" hangingPunct="1">
              <a:defRPr sz="3000" kern="1200">
                <a:solidFill>
                  <a:schemeClr val="lt1"/>
                </a:solidFill>
                <a:latin typeface="+mn-lt"/>
                <a:ea typeface="+mn-ea"/>
                <a:cs typeface="+mn-cs"/>
              </a:defRPr>
            </a:lvl9pPr>
          </a:lstStyle>
          <a:p>
            <a:r>
              <a:rPr lang="en-US" sz="1500" b="1" dirty="0">
                <a:solidFill>
                  <a:schemeClr val="bg1"/>
                </a:solidFill>
                <a:latin typeface="arial"/>
                <a:cs typeface="arial"/>
              </a:rPr>
              <a:t>Dr. Kiran </a:t>
            </a:r>
            <a:r>
              <a:rPr lang="en-US" sz="1500" b="1" dirty="0" err="1">
                <a:solidFill>
                  <a:schemeClr val="bg1"/>
                </a:solidFill>
                <a:latin typeface="arial"/>
                <a:cs typeface="arial"/>
              </a:rPr>
              <a:t>Paramar</a:t>
            </a:r>
            <a:endParaRPr lang="en-US" sz="1500" b="1" dirty="0">
              <a:solidFill>
                <a:schemeClr val="bg1"/>
              </a:solidFill>
              <a:latin typeface="arial" panose="020B0604020202020204" pitchFamily="34" charset="0"/>
              <a:cs typeface="arial"/>
            </a:endParaRPr>
          </a:p>
          <a:p>
            <a:r>
              <a:rPr lang="en-IN" sz="1600" b="1" dirty="0">
                <a:solidFill>
                  <a:schemeClr val="bg1"/>
                </a:solidFill>
                <a:latin typeface="docs-Calibri"/>
              </a:rPr>
              <a:t>DSP</a:t>
            </a:r>
            <a:endParaRPr lang="en-US" sz="1600" b="1" dirty="0">
              <a:solidFill>
                <a:schemeClr val="bg1"/>
              </a:solidFill>
              <a:latin typeface="arial" panose="020B0604020202020204" pitchFamily="34" charset="0"/>
            </a:endParaRPr>
          </a:p>
        </p:txBody>
      </p:sp>
      <p:sp>
        <p:nvSpPr>
          <p:cNvPr id="76" name="Rounded Rectangle 10">
            <a:extLst>
              <a:ext uri="{FF2B5EF4-FFF2-40B4-BE49-F238E27FC236}">
                <a16:creationId xmlns:a16="http://schemas.microsoft.com/office/drawing/2014/main" id="{CE363429-F621-4E1A-A2F9-C55D4EA01184}"/>
              </a:ext>
            </a:extLst>
          </p:cNvPr>
          <p:cNvSpPr/>
          <p:nvPr/>
        </p:nvSpPr>
        <p:spPr>
          <a:xfrm>
            <a:off x="3321672" y="1323586"/>
            <a:ext cx="1944216" cy="936104"/>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IN"/>
            </a:defPPr>
            <a:lvl1pPr algn="l" rtl="0" fontAlgn="base">
              <a:spcBef>
                <a:spcPct val="0"/>
              </a:spcBef>
              <a:spcAft>
                <a:spcPct val="0"/>
              </a:spcAft>
              <a:defRPr sz="3000" kern="1200">
                <a:solidFill>
                  <a:schemeClr val="lt1"/>
                </a:solidFill>
                <a:latin typeface="+mn-lt"/>
                <a:ea typeface="+mn-ea"/>
                <a:cs typeface="+mn-cs"/>
              </a:defRPr>
            </a:lvl1pPr>
            <a:lvl2pPr marL="457200" algn="l" rtl="0" fontAlgn="base">
              <a:spcBef>
                <a:spcPct val="0"/>
              </a:spcBef>
              <a:spcAft>
                <a:spcPct val="0"/>
              </a:spcAft>
              <a:defRPr sz="3000" kern="1200">
                <a:solidFill>
                  <a:schemeClr val="lt1"/>
                </a:solidFill>
                <a:latin typeface="+mn-lt"/>
                <a:ea typeface="+mn-ea"/>
                <a:cs typeface="+mn-cs"/>
              </a:defRPr>
            </a:lvl2pPr>
            <a:lvl3pPr marL="914400" algn="l" rtl="0" fontAlgn="base">
              <a:spcBef>
                <a:spcPct val="0"/>
              </a:spcBef>
              <a:spcAft>
                <a:spcPct val="0"/>
              </a:spcAft>
              <a:defRPr sz="3000" kern="1200">
                <a:solidFill>
                  <a:schemeClr val="lt1"/>
                </a:solidFill>
                <a:latin typeface="+mn-lt"/>
                <a:ea typeface="+mn-ea"/>
                <a:cs typeface="+mn-cs"/>
              </a:defRPr>
            </a:lvl3pPr>
            <a:lvl4pPr marL="1371600" algn="l" rtl="0" fontAlgn="base">
              <a:spcBef>
                <a:spcPct val="0"/>
              </a:spcBef>
              <a:spcAft>
                <a:spcPct val="0"/>
              </a:spcAft>
              <a:defRPr sz="3000" kern="1200">
                <a:solidFill>
                  <a:schemeClr val="lt1"/>
                </a:solidFill>
                <a:latin typeface="+mn-lt"/>
                <a:ea typeface="+mn-ea"/>
                <a:cs typeface="+mn-cs"/>
              </a:defRPr>
            </a:lvl4pPr>
            <a:lvl5pPr marL="1828800" algn="l" rtl="0" fontAlgn="base">
              <a:spcBef>
                <a:spcPct val="0"/>
              </a:spcBef>
              <a:spcAft>
                <a:spcPct val="0"/>
              </a:spcAft>
              <a:defRPr sz="3000" kern="1200">
                <a:solidFill>
                  <a:schemeClr val="lt1"/>
                </a:solidFill>
                <a:latin typeface="+mn-lt"/>
                <a:ea typeface="+mn-ea"/>
                <a:cs typeface="+mn-cs"/>
              </a:defRPr>
            </a:lvl5pPr>
            <a:lvl6pPr marL="2286000" algn="l" defTabSz="914400" rtl="0" eaLnBrk="1" latinLnBrk="0" hangingPunct="1">
              <a:defRPr sz="3000" kern="1200">
                <a:solidFill>
                  <a:schemeClr val="lt1"/>
                </a:solidFill>
                <a:latin typeface="+mn-lt"/>
                <a:ea typeface="+mn-ea"/>
                <a:cs typeface="+mn-cs"/>
              </a:defRPr>
            </a:lvl6pPr>
            <a:lvl7pPr marL="2743200" algn="l" defTabSz="914400" rtl="0" eaLnBrk="1" latinLnBrk="0" hangingPunct="1">
              <a:defRPr sz="3000" kern="1200">
                <a:solidFill>
                  <a:schemeClr val="lt1"/>
                </a:solidFill>
                <a:latin typeface="+mn-lt"/>
                <a:ea typeface="+mn-ea"/>
                <a:cs typeface="+mn-cs"/>
              </a:defRPr>
            </a:lvl7pPr>
            <a:lvl8pPr marL="3200400" algn="l" defTabSz="914400" rtl="0" eaLnBrk="1" latinLnBrk="0" hangingPunct="1">
              <a:defRPr sz="3000" kern="1200">
                <a:solidFill>
                  <a:schemeClr val="lt1"/>
                </a:solidFill>
                <a:latin typeface="+mn-lt"/>
                <a:ea typeface="+mn-ea"/>
                <a:cs typeface="+mn-cs"/>
              </a:defRPr>
            </a:lvl8pPr>
            <a:lvl9pPr marL="3657600" algn="l" defTabSz="914400" rtl="0" eaLnBrk="1" latinLnBrk="0" hangingPunct="1">
              <a:defRPr sz="3000" kern="1200">
                <a:solidFill>
                  <a:schemeClr val="lt1"/>
                </a:solidFill>
                <a:latin typeface="+mn-lt"/>
                <a:ea typeface="+mn-ea"/>
                <a:cs typeface="+mn-cs"/>
              </a:defRPr>
            </a:lvl9pPr>
          </a:lstStyle>
          <a:p>
            <a:r>
              <a:rPr lang="en-US" sz="1600" b="1" dirty="0">
                <a:solidFill>
                  <a:schemeClr val="bg1"/>
                </a:solidFill>
                <a:latin typeface="arial"/>
                <a:cs typeface="arial"/>
              </a:rPr>
              <a:t>Prof. Rahul Dubey</a:t>
            </a:r>
          </a:p>
          <a:p>
            <a:r>
              <a:rPr lang="en-US" sz="1400" dirty="0">
                <a:solidFill>
                  <a:schemeClr val="bg1"/>
                </a:solidFill>
                <a:latin typeface="arial" panose="020B0604020202020204" pitchFamily="34" charset="0"/>
              </a:rPr>
              <a:t>Computer Architecture</a:t>
            </a:r>
          </a:p>
        </p:txBody>
      </p:sp>
      <p:sp>
        <p:nvSpPr>
          <p:cNvPr id="77" name="Rounded Rectangle 11">
            <a:extLst>
              <a:ext uri="{FF2B5EF4-FFF2-40B4-BE49-F238E27FC236}">
                <a16:creationId xmlns:a16="http://schemas.microsoft.com/office/drawing/2014/main" id="{4712EDA3-C569-4913-96D7-45B6AF1F10C5}"/>
              </a:ext>
            </a:extLst>
          </p:cNvPr>
          <p:cNvSpPr/>
          <p:nvPr/>
        </p:nvSpPr>
        <p:spPr>
          <a:xfrm>
            <a:off x="1158075" y="2498360"/>
            <a:ext cx="1944216" cy="936104"/>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IN"/>
            </a:defPPr>
            <a:lvl1pPr algn="l" rtl="0" fontAlgn="base">
              <a:spcBef>
                <a:spcPct val="0"/>
              </a:spcBef>
              <a:spcAft>
                <a:spcPct val="0"/>
              </a:spcAft>
              <a:defRPr sz="3000" kern="1200">
                <a:solidFill>
                  <a:schemeClr val="lt1"/>
                </a:solidFill>
                <a:latin typeface="+mn-lt"/>
                <a:ea typeface="+mn-ea"/>
                <a:cs typeface="+mn-cs"/>
              </a:defRPr>
            </a:lvl1pPr>
            <a:lvl2pPr marL="457200" algn="l" rtl="0" fontAlgn="base">
              <a:spcBef>
                <a:spcPct val="0"/>
              </a:spcBef>
              <a:spcAft>
                <a:spcPct val="0"/>
              </a:spcAft>
              <a:defRPr sz="3000" kern="1200">
                <a:solidFill>
                  <a:schemeClr val="lt1"/>
                </a:solidFill>
                <a:latin typeface="+mn-lt"/>
                <a:ea typeface="+mn-ea"/>
                <a:cs typeface="+mn-cs"/>
              </a:defRPr>
            </a:lvl2pPr>
            <a:lvl3pPr marL="914400" algn="l" rtl="0" fontAlgn="base">
              <a:spcBef>
                <a:spcPct val="0"/>
              </a:spcBef>
              <a:spcAft>
                <a:spcPct val="0"/>
              </a:spcAft>
              <a:defRPr sz="3000" kern="1200">
                <a:solidFill>
                  <a:schemeClr val="lt1"/>
                </a:solidFill>
                <a:latin typeface="+mn-lt"/>
                <a:ea typeface="+mn-ea"/>
                <a:cs typeface="+mn-cs"/>
              </a:defRPr>
            </a:lvl3pPr>
            <a:lvl4pPr marL="1371600" algn="l" rtl="0" fontAlgn="base">
              <a:spcBef>
                <a:spcPct val="0"/>
              </a:spcBef>
              <a:spcAft>
                <a:spcPct val="0"/>
              </a:spcAft>
              <a:defRPr sz="3000" kern="1200">
                <a:solidFill>
                  <a:schemeClr val="lt1"/>
                </a:solidFill>
                <a:latin typeface="+mn-lt"/>
                <a:ea typeface="+mn-ea"/>
                <a:cs typeface="+mn-cs"/>
              </a:defRPr>
            </a:lvl4pPr>
            <a:lvl5pPr marL="1828800" algn="l" rtl="0" fontAlgn="base">
              <a:spcBef>
                <a:spcPct val="0"/>
              </a:spcBef>
              <a:spcAft>
                <a:spcPct val="0"/>
              </a:spcAft>
              <a:defRPr sz="3000" kern="1200">
                <a:solidFill>
                  <a:schemeClr val="lt1"/>
                </a:solidFill>
                <a:latin typeface="+mn-lt"/>
                <a:ea typeface="+mn-ea"/>
                <a:cs typeface="+mn-cs"/>
              </a:defRPr>
            </a:lvl5pPr>
            <a:lvl6pPr marL="2286000" algn="l" defTabSz="914400" rtl="0" eaLnBrk="1" latinLnBrk="0" hangingPunct="1">
              <a:defRPr sz="3000" kern="1200">
                <a:solidFill>
                  <a:schemeClr val="lt1"/>
                </a:solidFill>
                <a:latin typeface="+mn-lt"/>
                <a:ea typeface="+mn-ea"/>
                <a:cs typeface="+mn-cs"/>
              </a:defRPr>
            </a:lvl6pPr>
            <a:lvl7pPr marL="2743200" algn="l" defTabSz="914400" rtl="0" eaLnBrk="1" latinLnBrk="0" hangingPunct="1">
              <a:defRPr sz="3000" kern="1200">
                <a:solidFill>
                  <a:schemeClr val="lt1"/>
                </a:solidFill>
                <a:latin typeface="+mn-lt"/>
                <a:ea typeface="+mn-ea"/>
                <a:cs typeface="+mn-cs"/>
              </a:defRPr>
            </a:lvl7pPr>
            <a:lvl8pPr marL="3200400" algn="l" defTabSz="914400" rtl="0" eaLnBrk="1" latinLnBrk="0" hangingPunct="1">
              <a:defRPr sz="3000" kern="1200">
                <a:solidFill>
                  <a:schemeClr val="lt1"/>
                </a:solidFill>
                <a:latin typeface="+mn-lt"/>
                <a:ea typeface="+mn-ea"/>
                <a:cs typeface="+mn-cs"/>
              </a:defRPr>
            </a:lvl8pPr>
            <a:lvl9pPr marL="3657600" algn="l" defTabSz="914400" rtl="0" eaLnBrk="1" latinLnBrk="0" hangingPunct="1">
              <a:defRPr sz="3000" kern="1200">
                <a:solidFill>
                  <a:schemeClr val="lt1"/>
                </a:solidFill>
                <a:latin typeface="+mn-lt"/>
                <a:ea typeface="+mn-ea"/>
                <a:cs typeface="+mn-cs"/>
              </a:defRPr>
            </a:lvl9pPr>
          </a:lstStyle>
          <a:p>
            <a:endParaRPr lang="en-US" sz="1400">
              <a:solidFill>
                <a:schemeClr val="bg1"/>
              </a:solidFill>
              <a:latin typeface="arial" panose="020B0604020202020204" pitchFamily="34" charset="0"/>
            </a:endParaRPr>
          </a:p>
          <a:p>
            <a:r>
              <a:rPr lang="en-US" sz="1600" b="1">
                <a:solidFill>
                  <a:schemeClr val="bg1"/>
                </a:solidFill>
                <a:latin typeface="arial"/>
                <a:cs typeface="arial"/>
              </a:rPr>
              <a:t>Vandana Salve</a:t>
            </a:r>
          </a:p>
          <a:p>
            <a:r>
              <a:rPr lang="en-US" sz="1400">
                <a:solidFill>
                  <a:schemeClr val="bg1"/>
                </a:solidFill>
                <a:latin typeface="arial" panose="020B0604020202020204" pitchFamily="34" charset="0"/>
              </a:rPr>
              <a:t>Device drivers</a:t>
            </a:r>
          </a:p>
          <a:p>
            <a:endParaRPr lang="en-US" sz="1400">
              <a:solidFill>
                <a:schemeClr val="bg1"/>
              </a:solidFill>
              <a:latin typeface="arial" panose="020B0604020202020204" pitchFamily="34" charset="0"/>
            </a:endParaRPr>
          </a:p>
          <a:p>
            <a:endParaRPr lang="en-US" sz="1400">
              <a:solidFill>
                <a:schemeClr val="bg1"/>
              </a:solidFill>
              <a:latin typeface="arial" panose="020B0604020202020204" pitchFamily="34" charset="0"/>
            </a:endParaRPr>
          </a:p>
        </p:txBody>
      </p:sp>
      <p:sp>
        <p:nvSpPr>
          <p:cNvPr id="78" name="Rounded Rectangle 12">
            <a:extLst>
              <a:ext uri="{FF2B5EF4-FFF2-40B4-BE49-F238E27FC236}">
                <a16:creationId xmlns:a16="http://schemas.microsoft.com/office/drawing/2014/main" id="{6288F27F-12FE-47D6-987E-568952AB8BDE}"/>
              </a:ext>
            </a:extLst>
          </p:cNvPr>
          <p:cNvSpPr/>
          <p:nvPr/>
        </p:nvSpPr>
        <p:spPr>
          <a:xfrm>
            <a:off x="3345380" y="3553289"/>
            <a:ext cx="1944216" cy="936104"/>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IN"/>
            </a:defPPr>
            <a:lvl1pPr algn="l" rtl="0" fontAlgn="base">
              <a:spcBef>
                <a:spcPct val="0"/>
              </a:spcBef>
              <a:spcAft>
                <a:spcPct val="0"/>
              </a:spcAft>
              <a:defRPr sz="3000" kern="1200">
                <a:solidFill>
                  <a:schemeClr val="lt1"/>
                </a:solidFill>
                <a:latin typeface="+mn-lt"/>
                <a:ea typeface="+mn-ea"/>
                <a:cs typeface="+mn-cs"/>
              </a:defRPr>
            </a:lvl1pPr>
            <a:lvl2pPr marL="457200" algn="l" rtl="0" fontAlgn="base">
              <a:spcBef>
                <a:spcPct val="0"/>
              </a:spcBef>
              <a:spcAft>
                <a:spcPct val="0"/>
              </a:spcAft>
              <a:defRPr sz="3000" kern="1200">
                <a:solidFill>
                  <a:schemeClr val="lt1"/>
                </a:solidFill>
                <a:latin typeface="+mn-lt"/>
                <a:ea typeface="+mn-ea"/>
                <a:cs typeface="+mn-cs"/>
              </a:defRPr>
            </a:lvl2pPr>
            <a:lvl3pPr marL="914400" algn="l" rtl="0" fontAlgn="base">
              <a:spcBef>
                <a:spcPct val="0"/>
              </a:spcBef>
              <a:spcAft>
                <a:spcPct val="0"/>
              </a:spcAft>
              <a:defRPr sz="3000" kern="1200">
                <a:solidFill>
                  <a:schemeClr val="lt1"/>
                </a:solidFill>
                <a:latin typeface="+mn-lt"/>
                <a:ea typeface="+mn-ea"/>
                <a:cs typeface="+mn-cs"/>
              </a:defRPr>
            </a:lvl3pPr>
            <a:lvl4pPr marL="1371600" algn="l" rtl="0" fontAlgn="base">
              <a:spcBef>
                <a:spcPct val="0"/>
              </a:spcBef>
              <a:spcAft>
                <a:spcPct val="0"/>
              </a:spcAft>
              <a:defRPr sz="3000" kern="1200">
                <a:solidFill>
                  <a:schemeClr val="lt1"/>
                </a:solidFill>
                <a:latin typeface="+mn-lt"/>
                <a:ea typeface="+mn-ea"/>
                <a:cs typeface="+mn-cs"/>
              </a:defRPr>
            </a:lvl4pPr>
            <a:lvl5pPr marL="1828800" algn="l" rtl="0" fontAlgn="base">
              <a:spcBef>
                <a:spcPct val="0"/>
              </a:spcBef>
              <a:spcAft>
                <a:spcPct val="0"/>
              </a:spcAft>
              <a:defRPr sz="3000" kern="1200">
                <a:solidFill>
                  <a:schemeClr val="lt1"/>
                </a:solidFill>
                <a:latin typeface="+mn-lt"/>
                <a:ea typeface="+mn-ea"/>
                <a:cs typeface="+mn-cs"/>
              </a:defRPr>
            </a:lvl5pPr>
            <a:lvl6pPr marL="2286000" algn="l" defTabSz="914400" rtl="0" eaLnBrk="1" latinLnBrk="0" hangingPunct="1">
              <a:defRPr sz="3000" kern="1200">
                <a:solidFill>
                  <a:schemeClr val="lt1"/>
                </a:solidFill>
                <a:latin typeface="+mn-lt"/>
                <a:ea typeface="+mn-ea"/>
                <a:cs typeface="+mn-cs"/>
              </a:defRPr>
            </a:lvl6pPr>
            <a:lvl7pPr marL="2743200" algn="l" defTabSz="914400" rtl="0" eaLnBrk="1" latinLnBrk="0" hangingPunct="1">
              <a:defRPr sz="3000" kern="1200">
                <a:solidFill>
                  <a:schemeClr val="lt1"/>
                </a:solidFill>
                <a:latin typeface="+mn-lt"/>
                <a:ea typeface="+mn-ea"/>
                <a:cs typeface="+mn-cs"/>
              </a:defRPr>
            </a:lvl7pPr>
            <a:lvl8pPr marL="3200400" algn="l" defTabSz="914400" rtl="0" eaLnBrk="1" latinLnBrk="0" hangingPunct="1">
              <a:defRPr sz="3000" kern="1200">
                <a:solidFill>
                  <a:schemeClr val="lt1"/>
                </a:solidFill>
                <a:latin typeface="+mn-lt"/>
                <a:ea typeface="+mn-ea"/>
                <a:cs typeface="+mn-cs"/>
              </a:defRPr>
            </a:lvl8pPr>
            <a:lvl9pPr marL="3657600" algn="l" defTabSz="914400" rtl="0" eaLnBrk="1" latinLnBrk="0" hangingPunct="1">
              <a:defRPr sz="3000" kern="1200">
                <a:solidFill>
                  <a:schemeClr val="lt1"/>
                </a:solidFill>
                <a:latin typeface="+mn-lt"/>
                <a:ea typeface="+mn-ea"/>
                <a:cs typeface="+mn-cs"/>
              </a:defRPr>
            </a:lvl9pPr>
          </a:lstStyle>
          <a:p>
            <a:r>
              <a:rPr lang="en-US" sz="1600" b="1">
                <a:solidFill>
                  <a:schemeClr val="bg1"/>
                </a:solidFill>
                <a:latin typeface="arial"/>
                <a:cs typeface="arial"/>
              </a:rPr>
              <a:t>Vijay Kumar Chakka</a:t>
            </a:r>
          </a:p>
          <a:p>
            <a:r>
              <a:rPr lang="en-US" sz="1400">
                <a:solidFill>
                  <a:schemeClr val="bg1"/>
                </a:solidFill>
                <a:latin typeface="arial" panose="020B0604020202020204" pitchFamily="34" charset="0"/>
              </a:rPr>
              <a:t>Digital Signal Processing</a:t>
            </a:r>
          </a:p>
        </p:txBody>
      </p:sp>
      <p:sp>
        <p:nvSpPr>
          <p:cNvPr id="79" name="Rounded Rectangle 13">
            <a:extLst>
              <a:ext uri="{FF2B5EF4-FFF2-40B4-BE49-F238E27FC236}">
                <a16:creationId xmlns:a16="http://schemas.microsoft.com/office/drawing/2014/main" id="{D98BDE17-4B32-4E08-A6FD-E5FF23761F66}"/>
              </a:ext>
            </a:extLst>
          </p:cNvPr>
          <p:cNvSpPr/>
          <p:nvPr/>
        </p:nvSpPr>
        <p:spPr>
          <a:xfrm>
            <a:off x="1158034" y="3559924"/>
            <a:ext cx="1944216" cy="936104"/>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IN"/>
            </a:defPPr>
            <a:lvl1pPr algn="l" rtl="0" fontAlgn="base">
              <a:spcBef>
                <a:spcPct val="0"/>
              </a:spcBef>
              <a:spcAft>
                <a:spcPct val="0"/>
              </a:spcAft>
              <a:defRPr sz="3000" kern="1200">
                <a:solidFill>
                  <a:schemeClr val="lt1"/>
                </a:solidFill>
                <a:latin typeface="+mn-lt"/>
                <a:ea typeface="+mn-ea"/>
                <a:cs typeface="+mn-cs"/>
              </a:defRPr>
            </a:lvl1pPr>
            <a:lvl2pPr marL="457200" algn="l" rtl="0" fontAlgn="base">
              <a:spcBef>
                <a:spcPct val="0"/>
              </a:spcBef>
              <a:spcAft>
                <a:spcPct val="0"/>
              </a:spcAft>
              <a:defRPr sz="3000" kern="1200">
                <a:solidFill>
                  <a:schemeClr val="lt1"/>
                </a:solidFill>
                <a:latin typeface="+mn-lt"/>
                <a:ea typeface="+mn-ea"/>
                <a:cs typeface="+mn-cs"/>
              </a:defRPr>
            </a:lvl2pPr>
            <a:lvl3pPr marL="914400" algn="l" rtl="0" fontAlgn="base">
              <a:spcBef>
                <a:spcPct val="0"/>
              </a:spcBef>
              <a:spcAft>
                <a:spcPct val="0"/>
              </a:spcAft>
              <a:defRPr sz="3000" kern="1200">
                <a:solidFill>
                  <a:schemeClr val="lt1"/>
                </a:solidFill>
                <a:latin typeface="+mn-lt"/>
                <a:ea typeface="+mn-ea"/>
                <a:cs typeface="+mn-cs"/>
              </a:defRPr>
            </a:lvl3pPr>
            <a:lvl4pPr marL="1371600" algn="l" rtl="0" fontAlgn="base">
              <a:spcBef>
                <a:spcPct val="0"/>
              </a:spcBef>
              <a:spcAft>
                <a:spcPct val="0"/>
              </a:spcAft>
              <a:defRPr sz="3000" kern="1200">
                <a:solidFill>
                  <a:schemeClr val="lt1"/>
                </a:solidFill>
                <a:latin typeface="+mn-lt"/>
                <a:ea typeface="+mn-ea"/>
                <a:cs typeface="+mn-cs"/>
              </a:defRPr>
            </a:lvl4pPr>
            <a:lvl5pPr marL="1828800" algn="l" rtl="0" fontAlgn="base">
              <a:spcBef>
                <a:spcPct val="0"/>
              </a:spcBef>
              <a:spcAft>
                <a:spcPct val="0"/>
              </a:spcAft>
              <a:defRPr sz="3000" kern="1200">
                <a:solidFill>
                  <a:schemeClr val="lt1"/>
                </a:solidFill>
                <a:latin typeface="+mn-lt"/>
                <a:ea typeface="+mn-ea"/>
                <a:cs typeface="+mn-cs"/>
              </a:defRPr>
            </a:lvl5pPr>
            <a:lvl6pPr marL="2286000" algn="l" defTabSz="914400" rtl="0" eaLnBrk="1" latinLnBrk="0" hangingPunct="1">
              <a:defRPr sz="3000" kern="1200">
                <a:solidFill>
                  <a:schemeClr val="lt1"/>
                </a:solidFill>
                <a:latin typeface="+mn-lt"/>
                <a:ea typeface="+mn-ea"/>
                <a:cs typeface="+mn-cs"/>
              </a:defRPr>
            </a:lvl6pPr>
            <a:lvl7pPr marL="2743200" algn="l" defTabSz="914400" rtl="0" eaLnBrk="1" latinLnBrk="0" hangingPunct="1">
              <a:defRPr sz="3000" kern="1200">
                <a:solidFill>
                  <a:schemeClr val="lt1"/>
                </a:solidFill>
                <a:latin typeface="+mn-lt"/>
                <a:ea typeface="+mn-ea"/>
                <a:cs typeface="+mn-cs"/>
              </a:defRPr>
            </a:lvl7pPr>
            <a:lvl8pPr marL="3200400" algn="l" defTabSz="914400" rtl="0" eaLnBrk="1" latinLnBrk="0" hangingPunct="1">
              <a:defRPr sz="3000" kern="1200">
                <a:solidFill>
                  <a:schemeClr val="lt1"/>
                </a:solidFill>
                <a:latin typeface="+mn-lt"/>
                <a:ea typeface="+mn-ea"/>
                <a:cs typeface="+mn-cs"/>
              </a:defRPr>
            </a:lvl8pPr>
            <a:lvl9pPr marL="3657600" algn="l" defTabSz="914400" rtl="0" eaLnBrk="1" latinLnBrk="0" hangingPunct="1">
              <a:defRPr sz="3000" kern="1200">
                <a:solidFill>
                  <a:schemeClr val="lt1"/>
                </a:solidFill>
                <a:latin typeface="+mn-lt"/>
                <a:ea typeface="+mn-ea"/>
                <a:cs typeface="+mn-cs"/>
              </a:defRPr>
            </a:lvl9pPr>
          </a:lstStyle>
          <a:p>
            <a:r>
              <a:rPr lang="en-US" sz="1600" b="1">
                <a:solidFill>
                  <a:schemeClr val="bg1"/>
                </a:solidFill>
                <a:latin typeface="arial"/>
                <a:cs typeface="arial"/>
              </a:rPr>
              <a:t>Anand Moghe</a:t>
            </a:r>
          </a:p>
          <a:p>
            <a:r>
              <a:rPr lang="en-US" sz="1400">
                <a:solidFill>
                  <a:schemeClr val="bg1"/>
                </a:solidFill>
                <a:latin typeface="arial" panose="020B0604020202020204" pitchFamily="34" charset="0"/>
              </a:rPr>
              <a:t>Digital VLSI Design</a:t>
            </a:r>
          </a:p>
        </p:txBody>
      </p:sp>
      <p:sp>
        <p:nvSpPr>
          <p:cNvPr id="80" name="Rounded Rectangle 14">
            <a:extLst>
              <a:ext uri="{FF2B5EF4-FFF2-40B4-BE49-F238E27FC236}">
                <a16:creationId xmlns:a16="http://schemas.microsoft.com/office/drawing/2014/main" id="{5A28DF00-2A07-4B1E-9BF6-70AC842BA150}"/>
              </a:ext>
            </a:extLst>
          </p:cNvPr>
          <p:cNvSpPr/>
          <p:nvPr/>
        </p:nvSpPr>
        <p:spPr>
          <a:xfrm>
            <a:off x="7719990" y="3559924"/>
            <a:ext cx="1944216" cy="936104"/>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IN"/>
            </a:defPPr>
            <a:lvl1pPr algn="l" rtl="0" fontAlgn="base">
              <a:spcBef>
                <a:spcPct val="0"/>
              </a:spcBef>
              <a:spcAft>
                <a:spcPct val="0"/>
              </a:spcAft>
              <a:defRPr sz="3000" kern="1200">
                <a:solidFill>
                  <a:schemeClr val="lt1"/>
                </a:solidFill>
                <a:latin typeface="+mn-lt"/>
                <a:ea typeface="+mn-ea"/>
                <a:cs typeface="+mn-cs"/>
              </a:defRPr>
            </a:lvl1pPr>
            <a:lvl2pPr marL="457200" algn="l" rtl="0" fontAlgn="base">
              <a:spcBef>
                <a:spcPct val="0"/>
              </a:spcBef>
              <a:spcAft>
                <a:spcPct val="0"/>
              </a:spcAft>
              <a:defRPr sz="3000" kern="1200">
                <a:solidFill>
                  <a:schemeClr val="lt1"/>
                </a:solidFill>
                <a:latin typeface="+mn-lt"/>
                <a:ea typeface="+mn-ea"/>
                <a:cs typeface="+mn-cs"/>
              </a:defRPr>
            </a:lvl2pPr>
            <a:lvl3pPr marL="914400" algn="l" rtl="0" fontAlgn="base">
              <a:spcBef>
                <a:spcPct val="0"/>
              </a:spcBef>
              <a:spcAft>
                <a:spcPct val="0"/>
              </a:spcAft>
              <a:defRPr sz="3000" kern="1200">
                <a:solidFill>
                  <a:schemeClr val="lt1"/>
                </a:solidFill>
                <a:latin typeface="+mn-lt"/>
                <a:ea typeface="+mn-ea"/>
                <a:cs typeface="+mn-cs"/>
              </a:defRPr>
            </a:lvl3pPr>
            <a:lvl4pPr marL="1371600" algn="l" rtl="0" fontAlgn="base">
              <a:spcBef>
                <a:spcPct val="0"/>
              </a:spcBef>
              <a:spcAft>
                <a:spcPct val="0"/>
              </a:spcAft>
              <a:defRPr sz="3000" kern="1200">
                <a:solidFill>
                  <a:schemeClr val="lt1"/>
                </a:solidFill>
                <a:latin typeface="+mn-lt"/>
                <a:ea typeface="+mn-ea"/>
                <a:cs typeface="+mn-cs"/>
              </a:defRPr>
            </a:lvl4pPr>
            <a:lvl5pPr marL="1828800" algn="l" rtl="0" fontAlgn="base">
              <a:spcBef>
                <a:spcPct val="0"/>
              </a:spcBef>
              <a:spcAft>
                <a:spcPct val="0"/>
              </a:spcAft>
              <a:defRPr sz="3000" kern="1200">
                <a:solidFill>
                  <a:schemeClr val="lt1"/>
                </a:solidFill>
                <a:latin typeface="+mn-lt"/>
                <a:ea typeface="+mn-ea"/>
                <a:cs typeface="+mn-cs"/>
              </a:defRPr>
            </a:lvl5pPr>
            <a:lvl6pPr marL="2286000" algn="l" defTabSz="914400" rtl="0" eaLnBrk="1" latinLnBrk="0" hangingPunct="1">
              <a:defRPr sz="3000" kern="1200">
                <a:solidFill>
                  <a:schemeClr val="lt1"/>
                </a:solidFill>
                <a:latin typeface="+mn-lt"/>
                <a:ea typeface="+mn-ea"/>
                <a:cs typeface="+mn-cs"/>
              </a:defRPr>
            </a:lvl6pPr>
            <a:lvl7pPr marL="2743200" algn="l" defTabSz="914400" rtl="0" eaLnBrk="1" latinLnBrk="0" hangingPunct="1">
              <a:defRPr sz="3000" kern="1200">
                <a:solidFill>
                  <a:schemeClr val="lt1"/>
                </a:solidFill>
                <a:latin typeface="+mn-lt"/>
                <a:ea typeface="+mn-ea"/>
                <a:cs typeface="+mn-cs"/>
              </a:defRPr>
            </a:lvl7pPr>
            <a:lvl8pPr marL="3200400" algn="l" defTabSz="914400" rtl="0" eaLnBrk="1" latinLnBrk="0" hangingPunct="1">
              <a:defRPr sz="3000" kern="1200">
                <a:solidFill>
                  <a:schemeClr val="lt1"/>
                </a:solidFill>
                <a:latin typeface="+mn-lt"/>
                <a:ea typeface="+mn-ea"/>
                <a:cs typeface="+mn-cs"/>
              </a:defRPr>
            </a:lvl8pPr>
            <a:lvl9pPr marL="3657600" algn="l" defTabSz="914400" rtl="0" eaLnBrk="1" latinLnBrk="0" hangingPunct="1">
              <a:defRPr sz="3000" kern="1200">
                <a:solidFill>
                  <a:schemeClr val="lt1"/>
                </a:solidFill>
                <a:latin typeface="+mn-lt"/>
                <a:ea typeface="+mn-ea"/>
                <a:cs typeface="+mn-cs"/>
              </a:defRPr>
            </a:lvl9pPr>
          </a:lstStyle>
          <a:p>
            <a:r>
              <a:rPr lang="en-US" sz="1600" b="1">
                <a:solidFill>
                  <a:schemeClr val="bg1"/>
                </a:solidFill>
                <a:latin typeface="arial"/>
                <a:cs typeface="arial"/>
              </a:rPr>
              <a:t>Mihir Shah</a:t>
            </a:r>
          </a:p>
          <a:p>
            <a:r>
              <a:rPr lang="en-US" sz="1400">
                <a:solidFill>
                  <a:schemeClr val="bg1"/>
                </a:solidFill>
                <a:latin typeface="arial" panose="020B0604020202020204" pitchFamily="34" charset="0"/>
              </a:rPr>
              <a:t>Embedded Hardware</a:t>
            </a:r>
          </a:p>
        </p:txBody>
      </p:sp>
      <p:sp>
        <p:nvSpPr>
          <p:cNvPr id="81" name="Rounded Rectangle 15">
            <a:extLst>
              <a:ext uri="{FF2B5EF4-FFF2-40B4-BE49-F238E27FC236}">
                <a16:creationId xmlns:a16="http://schemas.microsoft.com/office/drawing/2014/main" id="{C1DD3659-9319-436B-A86E-6CDE59C52DD5}"/>
              </a:ext>
            </a:extLst>
          </p:cNvPr>
          <p:cNvSpPr/>
          <p:nvPr/>
        </p:nvSpPr>
        <p:spPr>
          <a:xfrm>
            <a:off x="5556393" y="2434794"/>
            <a:ext cx="1944216" cy="936104"/>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IN"/>
            </a:defPPr>
            <a:lvl1pPr algn="l" rtl="0" fontAlgn="base">
              <a:spcBef>
                <a:spcPct val="0"/>
              </a:spcBef>
              <a:spcAft>
                <a:spcPct val="0"/>
              </a:spcAft>
              <a:defRPr sz="3000" kern="1200">
                <a:solidFill>
                  <a:schemeClr val="lt1"/>
                </a:solidFill>
                <a:latin typeface="+mn-lt"/>
                <a:ea typeface="+mn-ea"/>
                <a:cs typeface="+mn-cs"/>
              </a:defRPr>
            </a:lvl1pPr>
            <a:lvl2pPr marL="457200" algn="l" rtl="0" fontAlgn="base">
              <a:spcBef>
                <a:spcPct val="0"/>
              </a:spcBef>
              <a:spcAft>
                <a:spcPct val="0"/>
              </a:spcAft>
              <a:defRPr sz="3000" kern="1200">
                <a:solidFill>
                  <a:schemeClr val="lt1"/>
                </a:solidFill>
                <a:latin typeface="+mn-lt"/>
                <a:ea typeface="+mn-ea"/>
                <a:cs typeface="+mn-cs"/>
              </a:defRPr>
            </a:lvl2pPr>
            <a:lvl3pPr marL="914400" algn="l" rtl="0" fontAlgn="base">
              <a:spcBef>
                <a:spcPct val="0"/>
              </a:spcBef>
              <a:spcAft>
                <a:spcPct val="0"/>
              </a:spcAft>
              <a:defRPr sz="3000" kern="1200">
                <a:solidFill>
                  <a:schemeClr val="lt1"/>
                </a:solidFill>
                <a:latin typeface="+mn-lt"/>
                <a:ea typeface="+mn-ea"/>
                <a:cs typeface="+mn-cs"/>
              </a:defRPr>
            </a:lvl3pPr>
            <a:lvl4pPr marL="1371600" algn="l" rtl="0" fontAlgn="base">
              <a:spcBef>
                <a:spcPct val="0"/>
              </a:spcBef>
              <a:spcAft>
                <a:spcPct val="0"/>
              </a:spcAft>
              <a:defRPr sz="3000" kern="1200">
                <a:solidFill>
                  <a:schemeClr val="lt1"/>
                </a:solidFill>
                <a:latin typeface="+mn-lt"/>
                <a:ea typeface="+mn-ea"/>
                <a:cs typeface="+mn-cs"/>
              </a:defRPr>
            </a:lvl4pPr>
            <a:lvl5pPr marL="1828800" algn="l" rtl="0" fontAlgn="base">
              <a:spcBef>
                <a:spcPct val="0"/>
              </a:spcBef>
              <a:spcAft>
                <a:spcPct val="0"/>
              </a:spcAft>
              <a:defRPr sz="3000" kern="1200">
                <a:solidFill>
                  <a:schemeClr val="lt1"/>
                </a:solidFill>
                <a:latin typeface="+mn-lt"/>
                <a:ea typeface="+mn-ea"/>
                <a:cs typeface="+mn-cs"/>
              </a:defRPr>
            </a:lvl5pPr>
            <a:lvl6pPr marL="2286000" algn="l" defTabSz="914400" rtl="0" eaLnBrk="1" latinLnBrk="0" hangingPunct="1">
              <a:defRPr sz="3000" kern="1200">
                <a:solidFill>
                  <a:schemeClr val="lt1"/>
                </a:solidFill>
                <a:latin typeface="+mn-lt"/>
                <a:ea typeface="+mn-ea"/>
                <a:cs typeface="+mn-cs"/>
              </a:defRPr>
            </a:lvl6pPr>
            <a:lvl7pPr marL="2743200" algn="l" defTabSz="914400" rtl="0" eaLnBrk="1" latinLnBrk="0" hangingPunct="1">
              <a:defRPr sz="3000" kern="1200">
                <a:solidFill>
                  <a:schemeClr val="lt1"/>
                </a:solidFill>
                <a:latin typeface="+mn-lt"/>
                <a:ea typeface="+mn-ea"/>
                <a:cs typeface="+mn-cs"/>
              </a:defRPr>
            </a:lvl7pPr>
            <a:lvl8pPr marL="3200400" algn="l" defTabSz="914400" rtl="0" eaLnBrk="1" latinLnBrk="0" hangingPunct="1">
              <a:defRPr sz="3000" kern="1200">
                <a:solidFill>
                  <a:schemeClr val="lt1"/>
                </a:solidFill>
                <a:latin typeface="+mn-lt"/>
                <a:ea typeface="+mn-ea"/>
                <a:cs typeface="+mn-cs"/>
              </a:defRPr>
            </a:lvl8pPr>
            <a:lvl9pPr marL="3657600" algn="l" defTabSz="914400" rtl="0" eaLnBrk="1" latinLnBrk="0" hangingPunct="1">
              <a:defRPr sz="3000" kern="1200">
                <a:solidFill>
                  <a:schemeClr val="lt1"/>
                </a:solidFill>
                <a:latin typeface="+mn-lt"/>
                <a:ea typeface="+mn-ea"/>
                <a:cs typeface="+mn-cs"/>
              </a:defRPr>
            </a:lvl9pPr>
          </a:lstStyle>
          <a:p>
            <a:r>
              <a:rPr lang="en-US" sz="1600" b="1">
                <a:solidFill>
                  <a:schemeClr val="bg1"/>
                </a:solidFill>
                <a:latin typeface="arial"/>
                <a:cs typeface="arial"/>
              </a:rPr>
              <a:t>Vijay Chachra</a:t>
            </a:r>
          </a:p>
          <a:p>
            <a:r>
              <a:rPr lang="en-US" sz="1400">
                <a:solidFill>
                  <a:schemeClr val="bg1"/>
                </a:solidFill>
                <a:latin typeface="arial" panose="020B0604020202020204" pitchFamily="34" charset="0"/>
              </a:rPr>
              <a:t>Hardware Board Design</a:t>
            </a:r>
          </a:p>
        </p:txBody>
      </p:sp>
      <p:sp>
        <p:nvSpPr>
          <p:cNvPr id="82" name="Rounded Rectangle 16">
            <a:extLst>
              <a:ext uri="{FF2B5EF4-FFF2-40B4-BE49-F238E27FC236}">
                <a16:creationId xmlns:a16="http://schemas.microsoft.com/office/drawing/2014/main" id="{2F3EC14E-B6E2-4725-AD87-BA941C41BC91}"/>
              </a:ext>
            </a:extLst>
          </p:cNvPr>
          <p:cNvSpPr/>
          <p:nvPr/>
        </p:nvSpPr>
        <p:spPr>
          <a:xfrm>
            <a:off x="7743698" y="1314419"/>
            <a:ext cx="1944216" cy="936104"/>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IN"/>
            </a:defPPr>
            <a:lvl1pPr algn="l" rtl="0" fontAlgn="base">
              <a:spcBef>
                <a:spcPct val="0"/>
              </a:spcBef>
              <a:spcAft>
                <a:spcPct val="0"/>
              </a:spcAft>
              <a:defRPr sz="3000" kern="1200">
                <a:solidFill>
                  <a:schemeClr val="lt1"/>
                </a:solidFill>
                <a:latin typeface="+mn-lt"/>
                <a:ea typeface="+mn-ea"/>
                <a:cs typeface="+mn-cs"/>
              </a:defRPr>
            </a:lvl1pPr>
            <a:lvl2pPr marL="457200" algn="l" rtl="0" fontAlgn="base">
              <a:spcBef>
                <a:spcPct val="0"/>
              </a:spcBef>
              <a:spcAft>
                <a:spcPct val="0"/>
              </a:spcAft>
              <a:defRPr sz="3000" kern="1200">
                <a:solidFill>
                  <a:schemeClr val="lt1"/>
                </a:solidFill>
                <a:latin typeface="+mn-lt"/>
                <a:ea typeface="+mn-ea"/>
                <a:cs typeface="+mn-cs"/>
              </a:defRPr>
            </a:lvl2pPr>
            <a:lvl3pPr marL="914400" algn="l" rtl="0" fontAlgn="base">
              <a:spcBef>
                <a:spcPct val="0"/>
              </a:spcBef>
              <a:spcAft>
                <a:spcPct val="0"/>
              </a:spcAft>
              <a:defRPr sz="3000" kern="1200">
                <a:solidFill>
                  <a:schemeClr val="lt1"/>
                </a:solidFill>
                <a:latin typeface="+mn-lt"/>
                <a:ea typeface="+mn-ea"/>
                <a:cs typeface="+mn-cs"/>
              </a:defRPr>
            </a:lvl3pPr>
            <a:lvl4pPr marL="1371600" algn="l" rtl="0" fontAlgn="base">
              <a:spcBef>
                <a:spcPct val="0"/>
              </a:spcBef>
              <a:spcAft>
                <a:spcPct val="0"/>
              </a:spcAft>
              <a:defRPr sz="3000" kern="1200">
                <a:solidFill>
                  <a:schemeClr val="lt1"/>
                </a:solidFill>
                <a:latin typeface="+mn-lt"/>
                <a:ea typeface="+mn-ea"/>
                <a:cs typeface="+mn-cs"/>
              </a:defRPr>
            </a:lvl4pPr>
            <a:lvl5pPr marL="1828800" algn="l" rtl="0" fontAlgn="base">
              <a:spcBef>
                <a:spcPct val="0"/>
              </a:spcBef>
              <a:spcAft>
                <a:spcPct val="0"/>
              </a:spcAft>
              <a:defRPr sz="3000" kern="1200">
                <a:solidFill>
                  <a:schemeClr val="lt1"/>
                </a:solidFill>
                <a:latin typeface="+mn-lt"/>
                <a:ea typeface="+mn-ea"/>
                <a:cs typeface="+mn-cs"/>
              </a:defRPr>
            </a:lvl5pPr>
            <a:lvl6pPr marL="2286000" algn="l" defTabSz="914400" rtl="0" eaLnBrk="1" latinLnBrk="0" hangingPunct="1">
              <a:defRPr sz="3000" kern="1200">
                <a:solidFill>
                  <a:schemeClr val="lt1"/>
                </a:solidFill>
                <a:latin typeface="+mn-lt"/>
                <a:ea typeface="+mn-ea"/>
                <a:cs typeface="+mn-cs"/>
              </a:defRPr>
            </a:lvl6pPr>
            <a:lvl7pPr marL="2743200" algn="l" defTabSz="914400" rtl="0" eaLnBrk="1" latinLnBrk="0" hangingPunct="1">
              <a:defRPr sz="3000" kern="1200">
                <a:solidFill>
                  <a:schemeClr val="lt1"/>
                </a:solidFill>
                <a:latin typeface="+mn-lt"/>
                <a:ea typeface="+mn-ea"/>
                <a:cs typeface="+mn-cs"/>
              </a:defRPr>
            </a:lvl7pPr>
            <a:lvl8pPr marL="3200400" algn="l" defTabSz="914400" rtl="0" eaLnBrk="1" latinLnBrk="0" hangingPunct="1">
              <a:defRPr sz="3000" kern="1200">
                <a:solidFill>
                  <a:schemeClr val="lt1"/>
                </a:solidFill>
                <a:latin typeface="+mn-lt"/>
                <a:ea typeface="+mn-ea"/>
                <a:cs typeface="+mn-cs"/>
              </a:defRPr>
            </a:lvl8pPr>
            <a:lvl9pPr marL="3657600" algn="l" defTabSz="914400" rtl="0" eaLnBrk="1" latinLnBrk="0" hangingPunct="1">
              <a:defRPr sz="3000" kern="1200">
                <a:solidFill>
                  <a:schemeClr val="lt1"/>
                </a:solidFill>
                <a:latin typeface="+mn-lt"/>
                <a:ea typeface="+mn-ea"/>
                <a:cs typeface="+mn-cs"/>
              </a:defRPr>
            </a:lvl9pPr>
          </a:lstStyle>
          <a:p>
            <a:r>
              <a:rPr lang="en-US" sz="1600" b="1" dirty="0">
                <a:solidFill>
                  <a:schemeClr val="bg1"/>
                </a:solidFill>
                <a:latin typeface="arial"/>
                <a:cs typeface="arial"/>
              </a:rPr>
              <a:t>Dr </a:t>
            </a:r>
            <a:r>
              <a:rPr lang="en-US" sz="1600" b="1" dirty="0" err="1">
                <a:solidFill>
                  <a:schemeClr val="bg1"/>
                </a:solidFill>
                <a:latin typeface="arial"/>
                <a:cs typeface="arial"/>
              </a:rPr>
              <a:t>Saurin</a:t>
            </a:r>
            <a:r>
              <a:rPr lang="en-US" sz="1600" b="1" dirty="0">
                <a:solidFill>
                  <a:schemeClr val="bg1"/>
                </a:solidFill>
                <a:latin typeface="arial"/>
                <a:cs typeface="arial"/>
              </a:rPr>
              <a:t> Mehta.</a:t>
            </a:r>
          </a:p>
          <a:p>
            <a:r>
              <a:rPr lang="en-US" sz="1400" dirty="0">
                <a:solidFill>
                  <a:schemeClr val="bg1"/>
                </a:solidFill>
                <a:latin typeface="arial" panose="020B0604020202020204" pitchFamily="34" charset="0"/>
              </a:rPr>
              <a:t>GIS</a:t>
            </a:r>
          </a:p>
        </p:txBody>
      </p:sp>
      <p:sp>
        <p:nvSpPr>
          <p:cNvPr id="83" name="Rounded Rectangle 17">
            <a:extLst>
              <a:ext uri="{FF2B5EF4-FFF2-40B4-BE49-F238E27FC236}">
                <a16:creationId xmlns:a16="http://schemas.microsoft.com/office/drawing/2014/main" id="{32526588-DD1D-419D-8EA7-4CA43C1D9525}"/>
              </a:ext>
            </a:extLst>
          </p:cNvPr>
          <p:cNvSpPr/>
          <p:nvPr/>
        </p:nvSpPr>
        <p:spPr>
          <a:xfrm>
            <a:off x="5556393" y="3559924"/>
            <a:ext cx="1944216" cy="936104"/>
          </a:xfrm>
          <a:prstGeom prst="roundRect">
            <a:avLst/>
          </a:prstGeom>
          <a:solidFill>
            <a:schemeClr val="accent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IN"/>
            </a:defPPr>
            <a:lvl1pPr algn="l" rtl="0" fontAlgn="base">
              <a:spcBef>
                <a:spcPct val="0"/>
              </a:spcBef>
              <a:spcAft>
                <a:spcPct val="0"/>
              </a:spcAft>
              <a:defRPr sz="3000" kern="1200">
                <a:solidFill>
                  <a:schemeClr val="lt1"/>
                </a:solidFill>
                <a:latin typeface="+mn-lt"/>
                <a:ea typeface="+mn-ea"/>
                <a:cs typeface="+mn-cs"/>
              </a:defRPr>
            </a:lvl1pPr>
            <a:lvl2pPr marL="457200" algn="l" rtl="0" fontAlgn="base">
              <a:spcBef>
                <a:spcPct val="0"/>
              </a:spcBef>
              <a:spcAft>
                <a:spcPct val="0"/>
              </a:spcAft>
              <a:defRPr sz="3000" kern="1200">
                <a:solidFill>
                  <a:schemeClr val="lt1"/>
                </a:solidFill>
                <a:latin typeface="+mn-lt"/>
                <a:ea typeface="+mn-ea"/>
                <a:cs typeface="+mn-cs"/>
              </a:defRPr>
            </a:lvl2pPr>
            <a:lvl3pPr marL="914400" algn="l" rtl="0" fontAlgn="base">
              <a:spcBef>
                <a:spcPct val="0"/>
              </a:spcBef>
              <a:spcAft>
                <a:spcPct val="0"/>
              </a:spcAft>
              <a:defRPr sz="3000" kern="1200">
                <a:solidFill>
                  <a:schemeClr val="lt1"/>
                </a:solidFill>
                <a:latin typeface="+mn-lt"/>
                <a:ea typeface="+mn-ea"/>
                <a:cs typeface="+mn-cs"/>
              </a:defRPr>
            </a:lvl3pPr>
            <a:lvl4pPr marL="1371600" algn="l" rtl="0" fontAlgn="base">
              <a:spcBef>
                <a:spcPct val="0"/>
              </a:spcBef>
              <a:spcAft>
                <a:spcPct val="0"/>
              </a:spcAft>
              <a:defRPr sz="3000" kern="1200">
                <a:solidFill>
                  <a:schemeClr val="lt1"/>
                </a:solidFill>
                <a:latin typeface="+mn-lt"/>
                <a:ea typeface="+mn-ea"/>
                <a:cs typeface="+mn-cs"/>
              </a:defRPr>
            </a:lvl4pPr>
            <a:lvl5pPr marL="1828800" algn="l" rtl="0" fontAlgn="base">
              <a:spcBef>
                <a:spcPct val="0"/>
              </a:spcBef>
              <a:spcAft>
                <a:spcPct val="0"/>
              </a:spcAft>
              <a:defRPr sz="3000" kern="1200">
                <a:solidFill>
                  <a:schemeClr val="lt1"/>
                </a:solidFill>
                <a:latin typeface="+mn-lt"/>
                <a:ea typeface="+mn-ea"/>
                <a:cs typeface="+mn-cs"/>
              </a:defRPr>
            </a:lvl5pPr>
            <a:lvl6pPr marL="2286000" algn="l" defTabSz="914400" rtl="0" eaLnBrk="1" latinLnBrk="0" hangingPunct="1">
              <a:defRPr sz="3000" kern="1200">
                <a:solidFill>
                  <a:schemeClr val="lt1"/>
                </a:solidFill>
                <a:latin typeface="+mn-lt"/>
                <a:ea typeface="+mn-ea"/>
                <a:cs typeface="+mn-cs"/>
              </a:defRPr>
            </a:lvl6pPr>
            <a:lvl7pPr marL="2743200" algn="l" defTabSz="914400" rtl="0" eaLnBrk="1" latinLnBrk="0" hangingPunct="1">
              <a:defRPr sz="3000" kern="1200">
                <a:solidFill>
                  <a:schemeClr val="lt1"/>
                </a:solidFill>
                <a:latin typeface="+mn-lt"/>
                <a:ea typeface="+mn-ea"/>
                <a:cs typeface="+mn-cs"/>
              </a:defRPr>
            </a:lvl7pPr>
            <a:lvl8pPr marL="3200400" algn="l" defTabSz="914400" rtl="0" eaLnBrk="1" latinLnBrk="0" hangingPunct="1">
              <a:defRPr sz="3000" kern="1200">
                <a:solidFill>
                  <a:schemeClr val="lt1"/>
                </a:solidFill>
                <a:latin typeface="+mn-lt"/>
                <a:ea typeface="+mn-ea"/>
                <a:cs typeface="+mn-cs"/>
              </a:defRPr>
            </a:lvl8pPr>
            <a:lvl9pPr marL="3657600" algn="l" defTabSz="914400" rtl="0" eaLnBrk="1" latinLnBrk="0" hangingPunct="1">
              <a:defRPr sz="3000" kern="1200">
                <a:solidFill>
                  <a:schemeClr val="lt1"/>
                </a:solidFill>
                <a:latin typeface="+mn-lt"/>
                <a:ea typeface="+mn-ea"/>
                <a:cs typeface="+mn-cs"/>
              </a:defRPr>
            </a:lvl9pPr>
          </a:lstStyle>
          <a:p>
            <a:r>
              <a:rPr lang="en-US" sz="1600" b="1">
                <a:solidFill>
                  <a:schemeClr val="bg1"/>
                </a:solidFill>
                <a:latin typeface="arial"/>
                <a:cs typeface="arial"/>
              </a:rPr>
              <a:t>VRSSPL</a:t>
            </a:r>
          </a:p>
          <a:p>
            <a:r>
              <a:rPr lang="en-US" sz="1400">
                <a:solidFill>
                  <a:schemeClr val="bg1"/>
                </a:solidFill>
                <a:latin typeface="arial" panose="020B0604020202020204" pitchFamily="34" charset="0"/>
              </a:rPr>
              <a:t>Software and Android</a:t>
            </a:r>
          </a:p>
        </p:txBody>
      </p:sp>
      <p:sp>
        <p:nvSpPr>
          <p:cNvPr id="84" name="Rounded Rectangle 18">
            <a:extLst>
              <a:ext uri="{FF2B5EF4-FFF2-40B4-BE49-F238E27FC236}">
                <a16:creationId xmlns:a16="http://schemas.microsoft.com/office/drawing/2014/main" id="{227207A3-6816-4081-B9A8-BF181AD8A288}"/>
              </a:ext>
            </a:extLst>
          </p:cNvPr>
          <p:cNvSpPr/>
          <p:nvPr/>
        </p:nvSpPr>
        <p:spPr>
          <a:xfrm>
            <a:off x="9894019" y="3556378"/>
            <a:ext cx="1944216" cy="936104"/>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IN"/>
            </a:defPPr>
            <a:lvl1pPr algn="l" rtl="0" fontAlgn="base">
              <a:spcBef>
                <a:spcPct val="0"/>
              </a:spcBef>
              <a:spcAft>
                <a:spcPct val="0"/>
              </a:spcAft>
              <a:defRPr sz="3000" kern="1200">
                <a:solidFill>
                  <a:schemeClr val="lt1"/>
                </a:solidFill>
                <a:latin typeface="+mn-lt"/>
                <a:ea typeface="+mn-ea"/>
                <a:cs typeface="+mn-cs"/>
              </a:defRPr>
            </a:lvl1pPr>
            <a:lvl2pPr marL="457200" algn="l" rtl="0" fontAlgn="base">
              <a:spcBef>
                <a:spcPct val="0"/>
              </a:spcBef>
              <a:spcAft>
                <a:spcPct val="0"/>
              </a:spcAft>
              <a:defRPr sz="3000" kern="1200">
                <a:solidFill>
                  <a:schemeClr val="lt1"/>
                </a:solidFill>
                <a:latin typeface="+mn-lt"/>
                <a:ea typeface="+mn-ea"/>
                <a:cs typeface="+mn-cs"/>
              </a:defRPr>
            </a:lvl2pPr>
            <a:lvl3pPr marL="914400" algn="l" rtl="0" fontAlgn="base">
              <a:spcBef>
                <a:spcPct val="0"/>
              </a:spcBef>
              <a:spcAft>
                <a:spcPct val="0"/>
              </a:spcAft>
              <a:defRPr sz="3000" kern="1200">
                <a:solidFill>
                  <a:schemeClr val="lt1"/>
                </a:solidFill>
                <a:latin typeface="+mn-lt"/>
                <a:ea typeface="+mn-ea"/>
                <a:cs typeface="+mn-cs"/>
              </a:defRPr>
            </a:lvl3pPr>
            <a:lvl4pPr marL="1371600" algn="l" rtl="0" fontAlgn="base">
              <a:spcBef>
                <a:spcPct val="0"/>
              </a:spcBef>
              <a:spcAft>
                <a:spcPct val="0"/>
              </a:spcAft>
              <a:defRPr sz="3000" kern="1200">
                <a:solidFill>
                  <a:schemeClr val="lt1"/>
                </a:solidFill>
                <a:latin typeface="+mn-lt"/>
                <a:ea typeface="+mn-ea"/>
                <a:cs typeface="+mn-cs"/>
              </a:defRPr>
            </a:lvl4pPr>
            <a:lvl5pPr marL="1828800" algn="l" rtl="0" fontAlgn="base">
              <a:spcBef>
                <a:spcPct val="0"/>
              </a:spcBef>
              <a:spcAft>
                <a:spcPct val="0"/>
              </a:spcAft>
              <a:defRPr sz="3000" kern="1200">
                <a:solidFill>
                  <a:schemeClr val="lt1"/>
                </a:solidFill>
                <a:latin typeface="+mn-lt"/>
                <a:ea typeface="+mn-ea"/>
                <a:cs typeface="+mn-cs"/>
              </a:defRPr>
            </a:lvl5pPr>
            <a:lvl6pPr marL="2286000" algn="l" defTabSz="914400" rtl="0" eaLnBrk="1" latinLnBrk="0" hangingPunct="1">
              <a:defRPr sz="3000" kern="1200">
                <a:solidFill>
                  <a:schemeClr val="lt1"/>
                </a:solidFill>
                <a:latin typeface="+mn-lt"/>
                <a:ea typeface="+mn-ea"/>
                <a:cs typeface="+mn-cs"/>
              </a:defRPr>
            </a:lvl6pPr>
            <a:lvl7pPr marL="2743200" algn="l" defTabSz="914400" rtl="0" eaLnBrk="1" latinLnBrk="0" hangingPunct="1">
              <a:defRPr sz="3000" kern="1200">
                <a:solidFill>
                  <a:schemeClr val="lt1"/>
                </a:solidFill>
                <a:latin typeface="+mn-lt"/>
                <a:ea typeface="+mn-ea"/>
                <a:cs typeface="+mn-cs"/>
              </a:defRPr>
            </a:lvl7pPr>
            <a:lvl8pPr marL="3200400" algn="l" defTabSz="914400" rtl="0" eaLnBrk="1" latinLnBrk="0" hangingPunct="1">
              <a:defRPr sz="3000" kern="1200">
                <a:solidFill>
                  <a:schemeClr val="lt1"/>
                </a:solidFill>
                <a:latin typeface="+mn-lt"/>
                <a:ea typeface="+mn-ea"/>
                <a:cs typeface="+mn-cs"/>
              </a:defRPr>
            </a:lvl8pPr>
            <a:lvl9pPr marL="3657600" algn="l" defTabSz="914400" rtl="0" eaLnBrk="1" latinLnBrk="0" hangingPunct="1">
              <a:defRPr sz="3000" kern="1200">
                <a:solidFill>
                  <a:schemeClr val="lt1"/>
                </a:solidFill>
                <a:latin typeface="+mn-lt"/>
                <a:ea typeface="+mn-ea"/>
                <a:cs typeface="+mn-cs"/>
              </a:defRPr>
            </a:lvl9pPr>
          </a:lstStyle>
          <a:p>
            <a:r>
              <a:rPr lang="en-US" sz="1600" b="1">
                <a:solidFill>
                  <a:schemeClr val="bg1"/>
                </a:solidFill>
                <a:latin typeface="arial"/>
                <a:cs typeface="arial"/>
              </a:rPr>
              <a:t>Furokh Sheikh</a:t>
            </a:r>
          </a:p>
          <a:p>
            <a:r>
              <a:rPr lang="en-US" sz="1400">
                <a:solidFill>
                  <a:schemeClr val="bg1"/>
                </a:solidFill>
                <a:latin typeface="arial" panose="020B0604020202020204" pitchFamily="34" charset="0"/>
              </a:rPr>
              <a:t>Linux</a:t>
            </a:r>
          </a:p>
        </p:txBody>
      </p:sp>
      <p:sp>
        <p:nvSpPr>
          <p:cNvPr id="85" name="Rounded Rectangle 19">
            <a:extLst>
              <a:ext uri="{FF2B5EF4-FFF2-40B4-BE49-F238E27FC236}">
                <a16:creationId xmlns:a16="http://schemas.microsoft.com/office/drawing/2014/main" id="{7473DAC1-96CB-4BAF-9CCB-8C1F40B62BD0}"/>
              </a:ext>
            </a:extLst>
          </p:cNvPr>
          <p:cNvSpPr/>
          <p:nvPr/>
        </p:nvSpPr>
        <p:spPr>
          <a:xfrm>
            <a:off x="9892509" y="2458235"/>
            <a:ext cx="1944216" cy="936104"/>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IN"/>
            </a:defPPr>
            <a:lvl1pPr algn="l" rtl="0" fontAlgn="base">
              <a:spcBef>
                <a:spcPct val="0"/>
              </a:spcBef>
              <a:spcAft>
                <a:spcPct val="0"/>
              </a:spcAft>
              <a:defRPr sz="3000" kern="1200">
                <a:solidFill>
                  <a:schemeClr val="lt1"/>
                </a:solidFill>
                <a:latin typeface="+mn-lt"/>
                <a:ea typeface="+mn-ea"/>
                <a:cs typeface="+mn-cs"/>
              </a:defRPr>
            </a:lvl1pPr>
            <a:lvl2pPr marL="457200" algn="l" rtl="0" fontAlgn="base">
              <a:spcBef>
                <a:spcPct val="0"/>
              </a:spcBef>
              <a:spcAft>
                <a:spcPct val="0"/>
              </a:spcAft>
              <a:defRPr sz="3000" kern="1200">
                <a:solidFill>
                  <a:schemeClr val="lt1"/>
                </a:solidFill>
                <a:latin typeface="+mn-lt"/>
                <a:ea typeface="+mn-ea"/>
                <a:cs typeface="+mn-cs"/>
              </a:defRPr>
            </a:lvl2pPr>
            <a:lvl3pPr marL="914400" algn="l" rtl="0" fontAlgn="base">
              <a:spcBef>
                <a:spcPct val="0"/>
              </a:spcBef>
              <a:spcAft>
                <a:spcPct val="0"/>
              </a:spcAft>
              <a:defRPr sz="3000" kern="1200">
                <a:solidFill>
                  <a:schemeClr val="lt1"/>
                </a:solidFill>
                <a:latin typeface="+mn-lt"/>
                <a:ea typeface="+mn-ea"/>
                <a:cs typeface="+mn-cs"/>
              </a:defRPr>
            </a:lvl3pPr>
            <a:lvl4pPr marL="1371600" algn="l" rtl="0" fontAlgn="base">
              <a:spcBef>
                <a:spcPct val="0"/>
              </a:spcBef>
              <a:spcAft>
                <a:spcPct val="0"/>
              </a:spcAft>
              <a:defRPr sz="3000" kern="1200">
                <a:solidFill>
                  <a:schemeClr val="lt1"/>
                </a:solidFill>
                <a:latin typeface="+mn-lt"/>
                <a:ea typeface="+mn-ea"/>
                <a:cs typeface="+mn-cs"/>
              </a:defRPr>
            </a:lvl4pPr>
            <a:lvl5pPr marL="1828800" algn="l" rtl="0" fontAlgn="base">
              <a:spcBef>
                <a:spcPct val="0"/>
              </a:spcBef>
              <a:spcAft>
                <a:spcPct val="0"/>
              </a:spcAft>
              <a:defRPr sz="3000" kern="1200">
                <a:solidFill>
                  <a:schemeClr val="lt1"/>
                </a:solidFill>
                <a:latin typeface="+mn-lt"/>
                <a:ea typeface="+mn-ea"/>
                <a:cs typeface="+mn-cs"/>
              </a:defRPr>
            </a:lvl5pPr>
            <a:lvl6pPr marL="2286000" algn="l" defTabSz="914400" rtl="0" eaLnBrk="1" latinLnBrk="0" hangingPunct="1">
              <a:defRPr sz="3000" kern="1200">
                <a:solidFill>
                  <a:schemeClr val="lt1"/>
                </a:solidFill>
                <a:latin typeface="+mn-lt"/>
                <a:ea typeface="+mn-ea"/>
                <a:cs typeface="+mn-cs"/>
              </a:defRPr>
            </a:lvl6pPr>
            <a:lvl7pPr marL="2743200" algn="l" defTabSz="914400" rtl="0" eaLnBrk="1" latinLnBrk="0" hangingPunct="1">
              <a:defRPr sz="3000" kern="1200">
                <a:solidFill>
                  <a:schemeClr val="lt1"/>
                </a:solidFill>
                <a:latin typeface="+mn-lt"/>
                <a:ea typeface="+mn-ea"/>
                <a:cs typeface="+mn-cs"/>
              </a:defRPr>
            </a:lvl7pPr>
            <a:lvl8pPr marL="3200400" algn="l" defTabSz="914400" rtl="0" eaLnBrk="1" latinLnBrk="0" hangingPunct="1">
              <a:defRPr sz="3000" kern="1200">
                <a:solidFill>
                  <a:schemeClr val="lt1"/>
                </a:solidFill>
                <a:latin typeface="+mn-lt"/>
                <a:ea typeface="+mn-ea"/>
                <a:cs typeface="+mn-cs"/>
              </a:defRPr>
            </a:lvl8pPr>
            <a:lvl9pPr marL="3657600" algn="l" defTabSz="914400" rtl="0" eaLnBrk="1" latinLnBrk="0" hangingPunct="1">
              <a:defRPr sz="3000" kern="1200">
                <a:solidFill>
                  <a:schemeClr val="lt1"/>
                </a:solidFill>
                <a:latin typeface="+mn-lt"/>
                <a:ea typeface="+mn-ea"/>
                <a:cs typeface="+mn-cs"/>
              </a:defRPr>
            </a:lvl9pPr>
          </a:lstStyle>
          <a:p>
            <a:r>
              <a:rPr lang="en-US" sz="1600" b="1">
                <a:solidFill>
                  <a:schemeClr val="bg1"/>
                </a:solidFill>
                <a:latin typeface="arial"/>
                <a:cs typeface="arial"/>
              </a:rPr>
              <a:t>Roopa Ramaswamy</a:t>
            </a:r>
          </a:p>
          <a:p>
            <a:r>
              <a:rPr lang="en-US" sz="1400">
                <a:solidFill>
                  <a:schemeClr val="bg1"/>
                </a:solidFill>
                <a:latin typeface="arial" panose="020B0604020202020204" pitchFamily="34" charset="0"/>
              </a:rPr>
              <a:t>DFT</a:t>
            </a:r>
          </a:p>
        </p:txBody>
      </p:sp>
      <p:sp>
        <p:nvSpPr>
          <p:cNvPr id="86" name="Rounded Rectangle 20">
            <a:extLst>
              <a:ext uri="{FF2B5EF4-FFF2-40B4-BE49-F238E27FC236}">
                <a16:creationId xmlns:a16="http://schemas.microsoft.com/office/drawing/2014/main" id="{FEDF5B31-9E9E-47F8-AF21-0E1C89EF9752}"/>
              </a:ext>
            </a:extLst>
          </p:cNvPr>
          <p:cNvSpPr/>
          <p:nvPr/>
        </p:nvSpPr>
        <p:spPr>
          <a:xfrm>
            <a:off x="9821954" y="1332576"/>
            <a:ext cx="1944216" cy="936104"/>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IN"/>
            </a:defPPr>
            <a:lvl1pPr algn="l" rtl="0" fontAlgn="base">
              <a:spcBef>
                <a:spcPct val="0"/>
              </a:spcBef>
              <a:spcAft>
                <a:spcPct val="0"/>
              </a:spcAft>
              <a:defRPr sz="3000" kern="1200">
                <a:solidFill>
                  <a:schemeClr val="lt1"/>
                </a:solidFill>
                <a:latin typeface="+mn-lt"/>
                <a:ea typeface="+mn-ea"/>
                <a:cs typeface="+mn-cs"/>
              </a:defRPr>
            </a:lvl1pPr>
            <a:lvl2pPr marL="457200" algn="l" rtl="0" fontAlgn="base">
              <a:spcBef>
                <a:spcPct val="0"/>
              </a:spcBef>
              <a:spcAft>
                <a:spcPct val="0"/>
              </a:spcAft>
              <a:defRPr sz="3000" kern="1200">
                <a:solidFill>
                  <a:schemeClr val="lt1"/>
                </a:solidFill>
                <a:latin typeface="+mn-lt"/>
                <a:ea typeface="+mn-ea"/>
                <a:cs typeface="+mn-cs"/>
              </a:defRPr>
            </a:lvl2pPr>
            <a:lvl3pPr marL="914400" algn="l" rtl="0" fontAlgn="base">
              <a:spcBef>
                <a:spcPct val="0"/>
              </a:spcBef>
              <a:spcAft>
                <a:spcPct val="0"/>
              </a:spcAft>
              <a:defRPr sz="3000" kern="1200">
                <a:solidFill>
                  <a:schemeClr val="lt1"/>
                </a:solidFill>
                <a:latin typeface="+mn-lt"/>
                <a:ea typeface="+mn-ea"/>
                <a:cs typeface="+mn-cs"/>
              </a:defRPr>
            </a:lvl3pPr>
            <a:lvl4pPr marL="1371600" algn="l" rtl="0" fontAlgn="base">
              <a:spcBef>
                <a:spcPct val="0"/>
              </a:spcBef>
              <a:spcAft>
                <a:spcPct val="0"/>
              </a:spcAft>
              <a:defRPr sz="3000" kern="1200">
                <a:solidFill>
                  <a:schemeClr val="lt1"/>
                </a:solidFill>
                <a:latin typeface="+mn-lt"/>
                <a:ea typeface="+mn-ea"/>
                <a:cs typeface="+mn-cs"/>
              </a:defRPr>
            </a:lvl4pPr>
            <a:lvl5pPr marL="1828800" algn="l" rtl="0" fontAlgn="base">
              <a:spcBef>
                <a:spcPct val="0"/>
              </a:spcBef>
              <a:spcAft>
                <a:spcPct val="0"/>
              </a:spcAft>
              <a:defRPr sz="3000" kern="1200">
                <a:solidFill>
                  <a:schemeClr val="lt1"/>
                </a:solidFill>
                <a:latin typeface="+mn-lt"/>
                <a:ea typeface="+mn-ea"/>
                <a:cs typeface="+mn-cs"/>
              </a:defRPr>
            </a:lvl5pPr>
            <a:lvl6pPr marL="2286000" algn="l" defTabSz="914400" rtl="0" eaLnBrk="1" latinLnBrk="0" hangingPunct="1">
              <a:defRPr sz="3000" kern="1200">
                <a:solidFill>
                  <a:schemeClr val="lt1"/>
                </a:solidFill>
                <a:latin typeface="+mn-lt"/>
                <a:ea typeface="+mn-ea"/>
                <a:cs typeface="+mn-cs"/>
              </a:defRPr>
            </a:lvl6pPr>
            <a:lvl7pPr marL="2743200" algn="l" defTabSz="914400" rtl="0" eaLnBrk="1" latinLnBrk="0" hangingPunct="1">
              <a:defRPr sz="3000" kern="1200">
                <a:solidFill>
                  <a:schemeClr val="lt1"/>
                </a:solidFill>
                <a:latin typeface="+mn-lt"/>
                <a:ea typeface="+mn-ea"/>
                <a:cs typeface="+mn-cs"/>
              </a:defRPr>
            </a:lvl7pPr>
            <a:lvl8pPr marL="3200400" algn="l" defTabSz="914400" rtl="0" eaLnBrk="1" latinLnBrk="0" hangingPunct="1">
              <a:defRPr sz="3000" kern="1200">
                <a:solidFill>
                  <a:schemeClr val="lt1"/>
                </a:solidFill>
                <a:latin typeface="+mn-lt"/>
                <a:ea typeface="+mn-ea"/>
                <a:cs typeface="+mn-cs"/>
              </a:defRPr>
            </a:lvl8pPr>
            <a:lvl9pPr marL="3657600" algn="l" defTabSz="914400" rtl="0" eaLnBrk="1" latinLnBrk="0" hangingPunct="1">
              <a:defRPr sz="3000" kern="1200">
                <a:solidFill>
                  <a:schemeClr val="lt1"/>
                </a:solidFill>
                <a:latin typeface="+mn-lt"/>
                <a:ea typeface="+mn-ea"/>
                <a:cs typeface="+mn-cs"/>
              </a:defRPr>
            </a:lvl9pPr>
          </a:lstStyle>
          <a:p>
            <a:r>
              <a:rPr lang="en-US" sz="1600" b="1">
                <a:solidFill>
                  <a:schemeClr val="bg1"/>
                </a:solidFill>
                <a:latin typeface="arial"/>
                <a:cs typeface="arial"/>
              </a:rPr>
              <a:t>Rajesh Nanvandar</a:t>
            </a:r>
          </a:p>
          <a:p>
            <a:r>
              <a:rPr lang="en-US" sz="1400">
                <a:solidFill>
                  <a:schemeClr val="bg1"/>
                </a:solidFill>
                <a:latin typeface="arial" panose="020B0604020202020204" pitchFamily="34" charset="0"/>
              </a:rPr>
              <a:t>Physical Design</a:t>
            </a:r>
          </a:p>
        </p:txBody>
      </p:sp>
    </p:spTree>
    <p:extLst>
      <p:ext uri="{BB962C8B-B14F-4D97-AF65-F5344CB8AC3E}">
        <p14:creationId xmlns:p14="http://schemas.microsoft.com/office/powerpoint/2010/main" val="249679434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51"/>
                                        </p:tgtEl>
                                        <p:attrNameLst>
                                          <p:attrName>style.visibility</p:attrName>
                                        </p:attrNameLst>
                                      </p:cBhvr>
                                      <p:to>
                                        <p:strVal val="visible"/>
                                      </p:to>
                                    </p:set>
                                    <p:animEffect transition="in" filter="fade">
                                      <p:cBhvr>
                                        <p:cTn id="13" dur="500"/>
                                        <p:tgtEl>
                                          <p:spTgt spid="51"/>
                                        </p:tgtEl>
                                      </p:cBhvr>
                                    </p:animEffect>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fade">
                                      <p:cBhvr>
                                        <p:cTn id="17" dur="500"/>
                                        <p:tgtEl>
                                          <p:spTgt spid="50"/>
                                        </p:tgtEl>
                                      </p:cBhvr>
                                    </p:animEffect>
                                    <p:anim calcmode="lin" valueType="num">
                                      <p:cBhvr>
                                        <p:cTn id="18" dur="500" fill="hold"/>
                                        <p:tgtEl>
                                          <p:spTgt spid="50"/>
                                        </p:tgtEl>
                                        <p:attrNameLst>
                                          <p:attrName>ppt_x</p:attrName>
                                        </p:attrNameLst>
                                      </p:cBhvr>
                                      <p:tavLst>
                                        <p:tav tm="0">
                                          <p:val>
                                            <p:strVal val="#ppt_x"/>
                                          </p:val>
                                        </p:tav>
                                        <p:tav tm="100000">
                                          <p:val>
                                            <p:strVal val="#ppt_x"/>
                                          </p:val>
                                        </p:tav>
                                      </p:tavLst>
                                    </p:anim>
                                    <p:anim calcmode="lin" valueType="num">
                                      <p:cBhvr>
                                        <p:cTn id="19" dur="500" fill="hold"/>
                                        <p:tgtEl>
                                          <p:spTgt spid="50"/>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42" presetClass="entr" presetSubtype="0" fill="hold" grpId="0" nodeType="after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fade">
                                      <p:cBhvr>
                                        <p:cTn id="23" dur="500"/>
                                        <p:tgtEl>
                                          <p:spTgt spid="45"/>
                                        </p:tgtEl>
                                      </p:cBhvr>
                                    </p:animEffect>
                                    <p:anim calcmode="lin" valueType="num">
                                      <p:cBhvr>
                                        <p:cTn id="24" dur="500" fill="hold"/>
                                        <p:tgtEl>
                                          <p:spTgt spid="45"/>
                                        </p:tgtEl>
                                        <p:attrNameLst>
                                          <p:attrName>ppt_x</p:attrName>
                                        </p:attrNameLst>
                                      </p:cBhvr>
                                      <p:tavLst>
                                        <p:tav tm="0">
                                          <p:val>
                                            <p:strVal val="#ppt_x"/>
                                          </p:val>
                                        </p:tav>
                                        <p:tav tm="100000">
                                          <p:val>
                                            <p:strVal val="#ppt_x"/>
                                          </p:val>
                                        </p:tav>
                                      </p:tavLst>
                                    </p:anim>
                                    <p:anim calcmode="lin" valueType="num">
                                      <p:cBhvr>
                                        <p:cTn id="25" dur="500" fill="hold"/>
                                        <p:tgtEl>
                                          <p:spTgt spid="45"/>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42" presetClass="entr" presetSubtype="0" fill="hold" grpId="0" nodeType="afterEffect">
                                  <p:stCondLst>
                                    <p:cond delay="0"/>
                                  </p:stCondLst>
                                  <p:childTnLst>
                                    <p:set>
                                      <p:cBhvr>
                                        <p:cTn id="28" dur="1" fill="hold">
                                          <p:stCondLst>
                                            <p:cond delay="0"/>
                                          </p:stCondLst>
                                        </p:cTn>
                                        <p:tgtEl>
                                          <p:spTgt spid="46"/>
                                        </p:tgtEl>
                                        <p:attrNameLst>
                                          <p:attrName>style.visibility</p:attrName>
                                        </p:attrNameLst>
                                      </p:cBhvr>
                                      <p:to>
                                        <p:strVal val="visible"/>
                                      </p:to>
                                    </p:set>
                                    <p:animEffect transition="in" filter="fade">
                                      <p:cBhvr>
                                        <p:cTn id="29" dur="500"/>
                                        <p:tgtEl>
                                          <p:spTgt spid="46"/>
                                        </p:tgtEl>
                                      </p:cBhvr>
                                    </p:animEffect>
                                    <p:anim calcmode="lin" valueType="num">
                                      <p:cBhvr>
                                        <p:cTn id="30" dur="500" fill="hold"/>
                                        <p:tgtEl>
                                          <p:spTgt spid="46"/>
                                        </p:tgtEl>
                                        <p:attrNameLst>
                                          <p:attrName>ppt_x</p:attrName>
                                        </p:attrNameLst>
                                      </p:cBhvr>
                                      <p:tavLst>
                                        <p:tav tm="0">
                                          <p:val>
                                            <p:strVal val="#ppt_x"/>
                                          </p:val>
                                        </p:tav>
                                        <p:tav tm="100000">
                                          <p:val>
                                            <p:strVal val="#ppt_x"/>
                                          </p:val>
                                        </p:tav>
                                      </p:tavLst>
                                    </p:anim>
                                    <p:anim calcmode="lin" valueType="num">
                                      <p:cBhvr>
                                        <p:cTn id="31" dur="500" fill="hold"/>
                                        <p:tgtEl>
                                          <p:spTgt spid="46"/>
                                        </p:tgtEl>
                                        <p:attrNameLst>
                                          <p:attrName>ppt_y</p:attrName>
                                        </p:attrNameLst>
                                      </p:cBhvr>
                                      <p:tavLst>
                                        <p:tav tm="0">
                                          <p:val>
                                            <p:strVal val="#ppt_y+.1"/>
                                          </p:val>
                                        </p:tav>
                                        <p:tav tm="100000">
                                          <p:val>
                                            <p:strVal val="#ppt_y"/>
                                          </p:val>
                                        </p:tav>
                                      </p:tavLst>
                                    </p:anim>
                                  </p:childTnLst>
                                </p:cTn>
                              </p:par>
                            </p:childTnLst>
                          </p:cTn>
                        </p:par>
                        <p:par>
                          <p:cTn id="32" fill="hold">
                            <p:stCondLst>
                              <p:cond delay="2500"/>
                            </p:stCondLst>
                            <p:childTnLst>
                              <p:par>
                                <p:cTn id="33" presetID="42" presetClass="entr" presetSubtype="0" fill="hold" grpId="0" nodeType="afterEffect">
                                  <p:stCondLst>
                                    <p:cond delay="0"/>
                                  </p:stCondLst>
                                  <p:childTnLst>
                                    <p:set>
                                      <p:cBhvr>
                                        <p:cTn id="34" dur="1" fill="hold">
                                          <p:stCondLst>
                                            <p:cond delay="0"/>
                                          </p:stCondLst>
                                        </p:cTn>
                                        <p:tgtEl>
                                          <p:spTgt spid="47"/>
                                        </p:tgtEl>
                                        <p:attrNameLst>
                                          <p:attrName>style.visibility</p:attrName>
                                        </p:attrNameLst>
                                      </p:cBhvr>
                                      <p:to>
                                        <p:strVal val="visible"/>
                                      </p:to>
                                    </p:set>
                                    <p:animEffect transition="in" filter="fade">
                                      <p:cBhvr>
                                        <p:cTn id="35" dur="500"/>
                                        <p:tgtEl>
                                          <p:spTgt spid="47"/>
                                        </p:tgtEl>
                                      </p:cBhvr>
                                    </p:animEffect>
                                    <p:anim calcmode="lin" valueType="num">
                                      <p:cBhvr>
                                        <p:cTn id="36" dur="500" fill="hold"/>
                                        <p:tgtEl>
                                          <p:spTgt spid="47"/>
                                        </p:tgtEl>
                                        <p:attrNameLst>
                                          <p:attrName>ppt_x</p:attrName>
                                        </p:attrNameLst>
                                      </p:cBhvr>
                                      <p:tavLst>
                                        <p:tav tm="0">
                                          <p:val>
                                            <p:strVal val="#ppt_x"/>
                                          </p:val>
                                        </p:tav>
                                        <p:tav tm="100000">
                                          <p:val>
                                            <p:strVal val="#ppt_x"/>
                                          </p:val>
                                        </p:tav>
                                      </p:tavLst>
                                    </p:anim>
                                    <p:anim calcmode="lin" valueType="num">
                                      <p:cBhvr>
                                        <p:cTn id="37" dur="500" fill="hold"/>
                                        <p:tgtEl>
                                          <p:spTgt spid="47"/>
                                        </p:tgtEl>
                                        <p:attrNameLst>
                                          <p:attrName>ppt_y</p:attrName>
                                        </p:attrNameLst>
                                      </p:cBhvr>
                                      <p:tavLst>
                                        <p:tav tm="0">
                                          <p:val>
                                            <p:strVal val="#ppt_y+.1"/>
                                          </p:val>
                                        </p:tav>
                                        <p:tav tm="100000">
                                          <p:val>
                                            <p:strVal val="#ppt_y"/>
                                          </p:val>
                                        </p:tav>
                                      </p:tavLst>
                                    </p:anim>
                                  </p:childTnLst>
                                </p:cTn>
                              </p:par>
                            </p:childTnLst>
                          </p:cTn>
                        </p:par>
                        <p:par>
                          <p:cTn id="38" fill="hold">
                            <p:stCondLst>
                              <p:cond delay="3000"/>
                            </p:stCondLst>
                            <p:childTnLst>
                              <p:par>
                                <p:cTn id="39" presetID="42" presetClass="entr" presetSubtype="0" fill="hold" grpId="0" nodeType="after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fade">
                                      <p:cBhvr>
                                        <p:cTn id="41" dur="500"/>
                                        <p:tgtEl>
                                          <p:spTgt spid="48"/>
                                        </p:tgtEl>
                                      </p:cBhvr>
                                    </p:animEffect>
                                    <p:anim calcmode="lin" valueType="num">
                                      <p:cBhvr>
                                        <p:cTn id="42" dur="500" fill="hold"/>
                                        <p:tgtEl>
                                          <p:spTgt spid="48"/>
                                        </p:tgtEl>
                                        <p:attrNameLst>
                                          <p:attrName>ppt_x</p:attrName>
                                        </p:attrNameLst>
                                      </p:cBhvr>
                                      <p:tavLst>
                                        <p:tav tm="0">
                                          <p:val>
                                            <p:strVal val="#ppt_x"/>
                                          </p:val>
                                        </p:tav>
                                        <p:tav tm="100000">
                                          <p:val>
                                            <p:strVal val="#ppt_x"/>
                                          </p:val>
                                        </p:tav>
                                      </p:tavLst>
                                    </p:anim>
                                    <p:anim calcmode="lin" valueType="num">
                                      <p:cBhvr>
                                        <p:cTn id="43" dur="500" fill="hold"/>
                                        <p:tgtEl>
                                          <p:spTgt spid="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5" grpId="0" animBg="1"/>
      <p:bldP spid="46" grpId="0" animBg="1"/>
      <p:bldP spid="47" grpId="0" animBg="1"/>
      <p:bldP spid="48" grpId="0" animBg="1"/>
      <p:bldP spid="5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3275214" y="393373"/>
            <a:ext cx="6682215" cy="1200329"/>
          </a:xfrm>
          <a:prstGeom prst="rect">
            <a:avLst/>
          </a:prstGeom>
          <a:solidFill>
            <a:schemeClr val="bg1"/>
          </a:solidFill>
          <a:ln>
            <a:solidFill>
              <a:schemeClr val="bg1"/>
            </a:solidFill>
          </a:ln>
        </p:spPr>
        <p:txBody>
          <a:bodyPr wrap="square" lIns="91440" tIns="45720" rIns="91440" bIns="45720" rtlCol="0" anchor="t">
            <a:spAutoFit/>
          </a:bodyPr>
          <a:lstStyle/>
          <a:p>
            <a:pPr algn="ctr"/>
            <a:endParaRPr lang="en-US" sz="3600" b="1">
              <a:solidFill>
                <a:srgbClr val="2980B9"/>
              </a:solidFill>
              <a:ea typeface="Source Sans Pro Light"/>
              <a:cs typeface="+mn-lt"/>
            </a:endParaRPr>
          </a:p>
          <a:p>
            <a:pPr algn="ctr"/>
            <a:endParaRPr lang="en-US" sz="3600">
              <a:solidFill>
                <a:srgbClr val="2980B9"/>
              </a:solidFill>
              <a:latin typeface="+mj-lt"/>
              <a:ea typeface="Source Sans Pro Light"/>
            </a:endParaRPr>
          </a:p>
        </p:txBody>
      </p:sp>
      <p:sp>
        <p:nvSpPr>
          <p:cNvPr id="56" name="TextBox 55"/>
          <p:cNvSpPr txBox="1"/>
          <p:nvPr/>
        </p:nvSpPr>
        <p:spPr>
          <a:xfrm>
            <a:off x="2021922" y="4475027"/>
            <a:ext cx="184731" cy="338554"/>
          </a:xfrm>
          <a:prstGeom prst="rect">
            <a:avLst/>
          </a:prstGeom>
          <a:noFill/>
        </p:spPr>
        <p:txBody>
          <a:bodyPr wrap="none" lIns="91440" tIns="45720" rIns="91440" bIns="45720" rtlCol="0" anchor="t">
            <a:spAutoFit/>
          </a:bodyPr>
          <a:lstStyle/>
          <a:p>
            <a:pPr algn="ctr"/>
            <a:endParaRPr lang="en-US" sz="1600" b="1">
              <a:solidFill>
                <a:schemeClr val="tx1">
                  <a:lumMod val="50000"/>
                  <a:lumOff val="50000"/>
                </a:schemeClr>
              </a:solidFill>
              <a:latin typeface="+mj-lt"/>
              <a:ea typeface="Source Sans Pro Light"/>
            </a:endParaRPr>
          </a:p>
        </p:txBody>
      </p:sp>
      <p:sp>
        <p:nvSpPr>
          <p:cNvPr id="102" name="Rectangle 101"/>
          <p:cNvSpPr/>
          <p:nvPr/>
        </p:nvSpPr>
        <p:spPr>
          <a:xfrm rot="16200000">
            <a:off x="2671769" y="5465767"/>
            <a:ext cx="752466"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3" name="Rectangle 102"/>
          <p:cNvSpPr/>
          <p:nvPr/>
        </p:nvSpPr>
        <p:spPr>
          <a:xfrm rot="16200000">
            <a:off x="4732520" y="5408257"/>
            <a:ext cx="738091" cy="21326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4" name="Rectangle 103"/>
          <p:cNvSpPr/>
          <p:nvPr/>
        </p:nvSpPr>
        <p:spPr>
          <a:xfrm rot="16200000">
            <a:off x="6735765" y="5465764"/>
            <a:ext cx="752471"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5" name="Rectangle 104"/>
          <p:cNvSpPr/>
          <p:nvPr/>
        </p:nvSpPr>
        <p:spPr>
          <a:xfrm rot="16200000">
            <a:off x="8767764" y="5465762"/>
            <a:ext cx="752474" cy="2032000"/>
          </a:xfrm>
          <a:prstGeom prst="rect">
            <a:avLst/>
          </a:prstGeom>
          <a:solidFill>
            <a:schemeClr val="accent4"/>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8" name="Group 107"/>
          <p:cNvGrpSpPr/>
          <p:nvPr/>
        </p:nvGrpSpPr>
        <p:grpSpPr>
          <a:xfrm>
            <a:off x="2" y="6736617"/>
            <a:ext cx="12191999" cy="134339"/>
            <a:chOff x="2" y="2110197"/>
            <a:chExt cx="12191999" cy="134339"/>
          </a:xfrm>
        </p:grpSpPr>
        <p:sp>
          <p:nvSpPr>
            <p:cNvPr id="109" name="Rectangle 108"/>
            <p:cNvSpPr/>
            <p:nvPr/>
          </p:nvSpPr>
          <p:spPr>
            <a:xfrm rot="16200000">
              <a:off x="2980836" y="1161370"/>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0" name="Rectangle 109"/>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1" name="Rectangle 110"/>
            <p:cNvSpPr/>
            <p:nvPr/>
          </p:nvSpPr>
          <p:spPr>
            <a:xfrm rot="16200000">
              <a:off x="7044834" y="1161369"/>
              <a:ext cx="134335"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2" name="Rectangle 111"/>
            <p:cNvSpPr/>
            <p:nvPr/>
          </p:nvSpPr>
          <p:spPr>
            <a:xfrm rot="16200000">
              <a:off x="9076834" y="1161367"/>
              <a:ext cx="134336"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3" name="Rectangle 112"/>
            <p:cNvSpPr/>
            <p:nvPr/>
          </p:nvSpPr>
          <p:spPr>
            <a:xfrm rot="16200000">
              <a:off x="11108832" y="1161366"/>
              <a:ext cx="134338"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4" name="Rectangle 113"/>
            <p:cNvSpPr/>
            <p:nvPr/>
          </p:nvSpPr>
          <p:spPr>
            <a:xfrm rot="16200000">
              <a:off x="948836" y="1161370"/>
              <a:ext cx="134331"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115" name="Picture 114" descr="Orena_Logo_Final.png"/>
          <p:cNvPicPr>
            <a:picLocks noChangeAspect="1"/>
          </p:cNvPicPr>
          <p:nvPr/>
        </p:nvPicPr>
        <p:blipFill>
          <a:blip r:embed="rId2" cstate="screen"/>
          <a:stretch>
            <a:fillRect/>
          </a:stretch>
        </p:blipFill>
        <p:spPr>
          <a:xfrm>
            <a:off x="10203327" y="5517170"/>
            <a:ext cx="1932071" cy="1207206"/>
          </a:xfrm>
          <a:prstGeom prst="rect">
            <a:avLst/>
          </a:prstGeom>
        </p:spPr>
      </p:pic>
      <p:sp>
        <p:nvSpPr>
          <p:cNvPr id="116" name="Rectangle 115"/>
          <p:cNvSpPr/>
          <p:nvPr/>
        </p:nvSpPr>
        <p:spPr>
          <a:xfrm rot="16200000">
            <a:off x="634727" y="5483760"/>
            <a:ext cx="752467" cy="202192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7" name="Rectangle 116"/>
          <p:cNvSpPr/>
          <p:nvPr/>
        </p:nvSpPr>
        <p:spPr>
          <a:xfrm rot="16200000">
            <a:off x="948831" y="5774831"/>
            <a:ext cx="134338"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TextBox 5">
            <a:extLst>
              <a:ext uri="{FF2B5EF4-FFF2-40B4-BE49-F238E27FC236}">
                <a16:creationId xmlns:a16="http://schemas.microsoft.com/office/drawing/2014/main" id="{4E06395A-5D59-4F58-8C10-7376837D4123}"/>
              </a:ext>
            </a:extLst>
          </p:cNvPr>
          <p:cNvSpPr txBox="1"/>
          <p:nvPr/>
        </p:nvSpPr>
        <p:spPr>
          <a:xfrm>
            <a:off x="1846000" y="2447719"/>
            <a:ext cx="91555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endParaRPr lang="en-US">
              <a:solidFill>
                <a:schemeClr val="tx2"/>
              </a:solidFill>
              <a:cs typeface="Calibri"/>
            </a:endParaRPr>
          </a:p>
        </p:txBody>
      </p:sp>
      <p:sp>
        <p:nvSpPr>
          <p:cNvPr id="24" name="Title 1">
            <a:extLst>
              <a:ext uri="{FF2B5EF4-FFF2-40B4-BE49-F238E27FC236}">
                <a16:creationId xmlns:a16="http://schemas.microsoft.com/office/drawing/2014/main" id="{00712CBB-7379-4248-BDA5-E924CB765C24}"/>
              </a:ext>
            </a:extLst>
          </p:cNvPr>
          <p:cNvSpPr>
            <a:spLocks noGrp="1"/>
          </p:cNvSpPr>
          <p:nvPr/>
        </p:nvSpPr>
        <p:spPr>
          <a:xfrm>
            <a:off x="2862701" y="402172"/>
            <a:ext cx="7285250" cy="675926"/>
          </a:xfrm>
          <a:prstGeom prst="rect">
            <a:avLst/>
          </a:prstGeom>
          <a:solidFill>
            <a:schemeClr val="bg1"/>
          </a:solidFill>
        </p:spPr>
        <p:txBody>
          <a:bodyPr vert="horz" lIns="0" tIns="45720" rIns="0" bIns="45720" anchor="ctr">
            <a:noAutofit/>
          </a:bodyPr>
          <a:lstStyle>
            <a:lvl1pPr marL="182880" algn="l" rtl="0" eaLnBrk="1" latinLnBrk="0" hangingPunct="1">
              <a:spcBef>
                <a:spcPct val="0"/>
              </a:spcBef>
              <a:buNone/>
              <a:defRPr sz="4000" b="1" kern="1200">
                <a:ln w="6350">
                  <a:noFill/>
                </a:ln>
                <a:solidFill>
                  <a:schemeClr val="accent1"/>
                </a:solidFill>
                <a:effectLst/>
                <a:latin typeface="+mj-lt"/>
                <a:ea typeface="+mj-ea"/>
                <a:cs typeface="+mj-cs"/>
              </a:defRPr>
            </a:lvl1pPr>
          </a:lstStyle>
          <a:p>
            <a:pPr marL="0" algn="ctr"/>
            <a:r>
              <a:rPr lang="en-US" sz="3600" dirty="0">
                <a:solidFill>
                  <a:schemeClr val="tx2"/>
                </a:solidFill>
                <a:latin typeface="Segoe UI"/>
                <a:ea typeface="+mn-ea"/>
                <a:cs typeface="Segoe UI"/>
              </a:rPr>
              <a:t>Industry Recognition</a:t>
            </a:r>
          </a:p>
        </p:txBody>
      </p:sp>
      <p:pic>
        <p:nvPicPr>
          <p:cNvPr id="25" name="Picture 24">
            <a:extLst>
              <a:ext uri="{FF2B5EF4-FFF2-40B4-BE49-F238E27FC236}">
                <a16:creationId xmlns:a16="http://schemas.microsoft.com/office/drawing/2014/main" id="{C61C34C3-AEB9-4620-9223-98CFAAAEC1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3507" y="2659024"/>
            <a:ext cx="2224985" cy="1119548"/>
          </a:xfrm>
          <a:prstGeom prst="rect">
            <a:avLst/>
          </a:prstGeom>
        </p:spPr>
      </p:pic>
      <p:pic>
        <p:nvPicPr>
          <p:cNvPr id="26" name="Picture 25">
            <a:extLst>
              <a:ext uri="{FF2B5EF4-FFF2-40B4-BE49-F238E27FC236}">
                <a16:creationId xmlns:a16="http://schemas.microsoft.com/office/drawing/2014/main" id="{743F22BC-474D-4567-A2DB-0F63279FB1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01497" y="2640256"/>
            <a:ext cx="2279455" cy="1260690"/>
          </a:xfrm>
          <a:prstGeom prst="rect">
            <a:avLst/>
          </a:prstGeom>
        </p:spPr>
      </p:pic>
      <p:pic>
        <p:nvPicPr>
          <p:cNvPr id="27" name="Picture 26">
            <a:extLst>
              <a:ext uri="{FF2B5EF4-FFF2-40B4-BE49-F238E27FC236}">
                <a16:creationId xmlns:a16="http://schemas.microsoft.com/office/drawing/2014/main" id="{060D6501-34F2-484B-A8BE-2A89794968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40684" y="2632385"/>
            <a:ext cx="2126207" cy="1268561"/>
          </a:xfrm>
          <a:prstGeom prst="rect">
            <a:avLst/>
          </a:prstGeom>
        </p:spPr>
      </p:pic>
      <p:pic>
        <p:nvPicPr>
          <p:cNvPr id="28" name="Picture 27">
            <a:extLst>
              <a:ext uri="{FF2B5EF4-FFF2-40B4-BE49-F238E27FC236}">
                <a16:creationId xmlns:a16="http://schemas.microsoft.com/office/drawing/2014/main" id="{CA142F80-9F4F-41DB-985D-7858FC4267C2}"/>
              </a:ext>
            </a:extLst>
          </p:cNvPr>
          <p:cNvPicPr>
            <a:picLocks noChangeAspect="1"/>
          </p:cNvPicPr>
          <p:nvPr/>
        </p:nvPicPr>
        <p:blipFill rotWithShape="1">
          <a:blip r:embed="rId6">
            <a:extLst>
              <a:ext uri="{28A0092B-C50C-407E-A947-70E740481C1C}">
                <a14:useLocalDpi xmlns:a14="http://schemas.microsoft.com/office/drawing/2010/main" val="0"/>
              </a:ext>
            </a:extLst>
          </a:blip>
          <a:srcRect t="27545" b="25206"/>
          <a:stretch/>
        </p:blipFill>
        <p:spPr>
          <a:xfrm>
            <a:off x="9614317" y="2674718"/>
            <a:ext cx="2321789" cy="1198215"/>
          </a:xfrm>
          <a:prstGeom prst="rect">
            <a:avLst/>
          </a:prstGeom>
        </p:spPr>
      </p:pic>
    </p:spTree>
    <p:extLst>
      <p:ext uri="{BB962C8B-B14F-4D97-AF65-F5344CB8AC3E}">
        <p14:creationId xmlns:p14="http://schemas.microsoft.com/office/powerpoint/2010/main" val="258840383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nodePh="1">
                                  <p:stCondLst>
                                    <p:cond delay="0"/>
                                  </p:stCondLst>
                                  <p:endCondLst>
                                    <p:cond evt="begin" delay="0">
                                      <p:tn val="11"/>
                                    </p:cond>
                                  </p:endCondLst>
                                  <p:childTnLst>
                                    <p:set>
                                      <p:cBhvr>
                                        <p:cTn id="12" dur="1" fill="hold">
                                          <p:stCondLst>
                                            <p:cond delay="0"/>
                                          </p:stCondLst>
                                        </p:cTn>
                                        <p:tgtEl>
                                          <p:spTgt spid="56"/>
                                        </p:tgtEl>
                                        <p:attrNameLst>
                                          <p:attrName>style.visibility</p:attrName>
                                        </p:attrNameLst>
                                      </p:cBhvr>
                                      <p:to>
                                        <p:strVal val="visible"/>
                                      </p:to>
                                    </p:set>
                                    <p:animEffect transition="in" filter="fade">
                                      <p:cBhvr>
                                        <p:cTn id="13" dur="500"/>
                                        <p:tgtEl>
                                          <p:spTgt spid="56"/>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108"/>
                                        </p:tgtEl>
                                        <p:attrNameLst>
                                          <p:attrName>style.visibility</p:attrName>
                                        </p:attrNameLst>
                                      </p:cBhvr>
                                      <p:to>
                                        <p:strVal val="visible"/>
                                      </p:to>
                                    </p:set>
                                    <p:animEffect transition="in" filter="fade">
                                      <p:cBhvr>
                                        <p:cTn id="17" dur="500"/>
                                        <p:tgtEl>
                                          <p:spTgt spid="108"/>
                                        </p:tgtEl>
                                      </p:cBhvr>
                                    </p:animEffect>
                                  </p:childTnLst>
                                </p:cTn>
                              </p:par>
                            </p:childTnLst>
                          </p:cTn>
                        </p:par>
                        <p:par>
                          <p:cTn id="18" fill="hold">
                            <p:stCondLst>
                              <p:cond delay="1500"/>
                            </p:stCondLst>
                            <p:childTnLst>
                              <p:par>
                                <p:cTn id="19" presetID="42" presetClass="entr" presetSubtype="0" fill="hold" grpId="0" nodeType="after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500"/>
                                        <p:tgtEl>
                                          <p:spTgt spid="102"/>
                                        </p:tgtEl>
                                      </p:cBhvr>
                                    </p:animEffect>
                                    <p:anim calcmode="lin" valueType="num">
                                      <p:cBhvr>
                                        <p:cTn id="22" dur="500" fill="hold"/>
                                        <p:tgtEl>
                                          <p:spTgt spid="102"/>
                                        </p:tgtEl>
                                        <p:attrNameLst>
                                          <p:attrName>ppt_x</p:attrName>
                                        </p:attrNameLst>
                                      </p:cBhvr>
                                      <p:tavLst>
                                        <p:tav tm="0">
                                          <p:val>
                                            <p:strVal val="#ppt_x"/>
                                          </p:val>
                                        </p:tav>
                                        <p:tav tm="100000">
                                          <p:val>
                                            <p:strVal val="#ppt_x"/>
                                          </p:val>
                                        </p:tav>
                                      </p:tavLst>
                                    </p:anim>
                                    <p:anim calcmode="lin" valueType="num">
                                      <p:cBhvr>
                                        <p:cTn id="23" dur="500" fill="hold"/>
                                        <p:tgtEl>
                                          <p:spTgt spid="102"/>
                                        </p:tgtEl>
                                        <p:attrNameLst>
                                          <p:attrName>ppt_y</p:attrName>
                                        </p:attrNameLst>
                                      </p:cBhvr>
                                      <p:tavLst>
                                        <p:tav tm="0">
                                          <p:val>
                                            <p:strVal val="#ppt_y+.1"/>
                                          </p:val>
                                        </p:tav>
                                        <p:tav tm="100000">
                                          <p:val>
                                            <p:strVal val="#ppt_y"/>
                                          </p:val>
                                        </p:tav>
                                      </p:tavLst>
                                    </p:anim>
                                  </p:childTnLst>
                                </p:cTn>
                              </p:par>
                            </p:childTnLst>
                          </p:cTn>
                        </p:par>
                        <p:par>
                          <p:cTn id="24" fill="hold">
                            <p:stCondLst>
                              <p:cond delay="2000"/>
                            </p:stCondLst>
                            <p:childTnLst>
                              <p:par>
                                <p:cTn id="25" presetID="42" presetClass="entr" presetSubtype="0" fill="hold" grpId="0" nodeType="afterEffect">
                                  <p:stCondLst>
                                    <p:cond delay="0"/>
                                  </p:stCondLst>
                                  <p:childTnLst>
                                    <p:set>
                                      <p:cBhvr>
                                        <p:cTn id="26" dur="1" fill="hold">
                                          <p:stCondLst>
                                            <p:cond delay="0"/>
                                          </p:stCondLst>
                                        </p:cTn>
                                        <p:tgtEl>
                                          <p:spTgt spid="103"/>
                                        </p:tgtEl>
                                        <p:attrNameLst>
                                          <p:attrName>style.visibility</p:attrName>
                                        </p:attrNameLst>
                                      </p:cBhvr>
                                      <p:to>
                                        <p:strVal val="visible"/>
                                      </p:to>
                                    </p:set>
                                    <p:animEffect transition="in" filter="fade">
                                      <p:cBhvr>
                                        <p:cTn id="27" dur="500"/>
                                        <p:tgtEl>
                                          <p:spTgt spid="103"/>
                                        </p:tgtEl>
                                      </p:cBhvr>
                                    </p:animEffect>
                                    <p:anim calcmode="lin" valueType="num">
                                      <p:cBhvr>
                                        <p:cTn id="28" dur="500" fill="hold"/>
                                        <p:tgtEl>
                                          <p:spTgt spid="103"/>
                                        </p:tgtEl>
                                        <p:attrNameLst>
                                          <p:attrName>ppt_x</p:attrName>
                                        </p:attrNameLst>
                                      </p:cBhvr>
                                      <p:tavLst>
                                        <p:tav tm="0">
                                          <p:val>
                                            <p:strVal val="#ppt_x"/>
                                          </p:val>
                                        </p:tav>
                                        <p:tav tm="100000">
                                          <p:val>
                                            <p:strVal val="#ppt_x"/>
                                          </p:val>
                                        </p:tav>
                                      </p:tavLst>
                                    </p:anim>
                                    <p:anim calcmode="lin" valueType="num">
                                      <p:cBhvr>
                                        <p:cTn id="29" dur="500" fill="hold"/>
                                        <p:tgtEl>
                                          <p:spTgt spid="103"/>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104"/>
                                        </p:tgtEl>
                                        <p:attrNameLst>
                                          <p:attrName>style.visibility</p:attrName>
                                        </p:attrNameLst>
                                      </p:cBhvr>
                                      <p:to>
                                        <p:strVal val="visible"/>
                                      </p:to>
                                    </p:set>
                                    <p:animEffect transition="in" filter="fade">
                                      <p:cBhvr>
                                        <p:cTn id="33" dur="500"/>
                                        <p:tgtEl>
                                          <p:spTgt spid="104"/>
                                        </p:tgtEl>
                                      </p:cBhvr>
                                    </p:animEffect>
                                    <p:anim calcmode="lin" valueType="num">
                                      <p:cBhvr>
                                        <p:cTn id="34" dur="500" fill="hold"/>
                                        <p:tgtEl>
                                          <p:spTgt spid="104"/>
                                        </p:tgtEl>
                                        <p:attrNameLst>
                                          <p:attrName>ppt_x</p:attrName>
                                        </p:attrNameLst>
                                      </p:cBhvr>
                                      <p:tavLst>
                                        <p:tav tm="0">
                                          <p:val>
                                            <p:strVal val="#ppt_x"/>
                                          </p:val>
                                        </p:tav>
                                        <p:tav tm="100000">
                                          <p:val>
                                            <p:strVal val="#ppt_x"/>
                                          </p:val>
                                        </p:tav>
                                      </p:tavLst>
                                    </p:anim>
                                    <p:anim calcmode="lin" valueType="num">
                                      <p:cBhvr>
                                        <p:cTn id="35" dur="500" fill="hold"/>
                                        <p:tgtEl>
                                          <p:spTgt spid="104"/>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42" presetClass="entr" presetSubtype="0" fill="hold" grpId="0" nodeType="afterEffect">
                                  <p:stCondLst>
                                    <p:cond delay="0"/>
                                  </p:stCondLst>
                                  <p:childTnLst>
                                    <p:set>
                                      <p:cBhvr>
                                        <p:cTn id="38" dur="1" fill="hold">
                                          <p:stCondLst>
                                            <p:cond delay="0"/>
                                          </p:stCondLst>
                                        </p:cTn>
                                        <p:tgtEl>
                                          <p:spTgt spid="105"/>
                                        </p:tgtEl>
                                        <p:attrNameLst>
                                          <p:attrName>style.visibility</p:attrName>
                                        </p:attrNameLst>
                                      </p:cBhvr>
                                      <p:to>
                                        <p:strVal val="visible"/>
                                      </p:to>
                                    </p:set>
                                    <p:animEffect transition="in" filter="fade">
                                      <p:cBhvr>
                                        <p:cTn id="39" dur="500"/>
                                        <p:tgtEl>
                                          <p:spTgt spid="105"/>
                                        </p:tgtEl>
                                      </p:cBhvr>
                                    </p:animEffect>
                                    <p:anim calcmode="lin" valueType="num">
                                      <p:cBhvr>
                                        <p:cTn id="40" dur="500" fill="hold"/>
                                        <p:tgtEl>
                                          <p:spTgt spid="105"/>
                                        </p:tgtEl>
                                        <p:attrNameLst>
                                          <p:attrName>ppt_x</p:attrName>
                                        </p:attrNameLst>
                                      </p:cBhvr>
                                      <p:tavLst>
                                        <p:tav tm="0">
                                          <p:val>
                                            <p:strVal val="#ppt_x"/>
                                          </p:val>
                                        </p:tav>
                                        <p:tav tm="100000">
                                          <p:val>
                                            <p:strVal val="#ppt_x"/>
                                          </p:val>
                                        </p:tav>
                                      </p:tavLst>
                                    </p:anim>
                                    <p:anim calcmode="lin" valueType="num">
                                      <p:cBhvr>
                                        <p:cTn id="41" dur="500" fill="hold"/>
                                        <p:tgtEl>
                                          <p:spTgt spid="105"/>
                                        </p:tgtEl>
                                        <p:attrNameLst>
                                          <p:attrName>ppt_y</p:attrName>
                                        </p:attrNameLst>
                                      </p:cBhvr>
                                      <p:tavLst>
                                        <p:tav tm="0">
                                          <p:val>
                                            <p:strVal val="#ppt_y+.1"/>
                                          </p:val>
                                        </p:tav>
                                        <p:tav tm="100000">
                                          <p:val>
                                            <p:strVal val="#ppt_y"/>
                                          </p:val>
                                        </p:tav>
                                      </p:tavLst>
                                    </p:anim>
                                  </p:childTnLst>
                                </p:cTn>
                              </p:par>
                            </p:childTnLst>
                          </p:cTn>
                        </p:par>
                        <p:par>
                          <p:cTn id="42" fill="hold">
                            <p:stCondLst>
                              <p:cond delay="3500"/>
                            </p:stCondLst>
                            <p:childTnLst>
                              <p:par>
                                <p:cTn id="43" presetID="42" presetClass="entr" presetSubtype="0" fill="hold" grpId="0" nodeType="afterEffect">
                                  <p:stCondLst>
                                    <p:cond delay="0"/>
                                  </p:stCondLst>
                                  <p:childTnLst>
                                    <p:set>
                                      <p:cBhvr>
                                        <p:cTn id="44" dur="1" fill="hold">
                                          <p:stCondLst>
                                            <p:cond delay="0"/>
                                          </p:stCondLst>
                                        </p:cTn>
                                        <p:tgtEl>
                                          <p:spTgt spid="116"/>
                                        </p:tgtEl>
                                        <p:attrNameLst>
                                          <p:attrName>style.visibility</p:attrName>
                                        </p:attrNameLst>
                                      </p:cBhvr>
                                      <p:to>
                                        <p:strVal val="visible"/>
                                      </p:to>
                                    </p:set>
                                    <p:animEffect transition="in" filter="fade">
                                      <p:cBhvr>
                                        <p:cTn id="45" dur="500"/>
                                        <p:tgtEl>
                                          <p:spTgt spid="116"/>
                                        </p:tgtEl>
                                      </p:cBhvr>
                                    </p:animEffect>
                                    <p:anim calcmode="lin" valueType="num">
                                      <p:cBhvr>
                                        <p:cTn id="46" dur="500" fill="hold"/>
                                        <p:tgtEl>
                                          <p:spTgt spid="116"/>
                                        </p:tgtEl>
                                        <p:attrNameLst>
                                          <p:attrName>ppt_x</p:attrName>
                                        </p:attrNameLst>
                                      </p:cBhvr>
                                      <p:tavLst>
                                        <p:tav tm="0">
                                          <p:val>
                                            <p:strVal val="#ppt_x"/>
                                          </p:val>
                                        </p:tav>
                                        <p:tav tm="100000">
                                          <p:val>
                                            <p:strVal val="#ppt_x"/>
                                          </p:val>
                                        </p:tav>
                                      </p:tavLst>
                                    </p:anim>
                                    <p:anim calcmode="lin" valueType="num">
                                      <p:cBhvr>
                                        <p:cTn id="47" dur="500" fill="hold"/>
                                        <p:tgtEl>
                                          <p:spTgt spid="1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6" grpId="0"/>
      <p:bldP spid="102" grpId="0" animBg="1"/>
      <p:bldP spid="103" grpId="0" animBg="1"/>
      <p:bldP spid="104" grpId="0" animBg="1"/>
      <p:bldP spid="105" grpId="0" animBg="1"/>
      <p:bldP spid="1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 name="TextBox 55"/>
          <p:cNvSpPr txBox="1"/>
          <p:nvPr/>
        </p:nvSpPr>
        <p:spPr>
          <a:xfrm>
            <a:off x="2021922" y="4475027"/>
            <a:ext cx="184731" cy="338554"/>
          </a:xfrm>
          <a:prstGeom prst="rect">
            <a:avLst/>
          </a:prstGeom>
          <a:noFill/>
        </p:spPr>
        <p:txBody>
          <a:bodyPr wrap="none" lIns="91440" tIns="45720" rIns="91440" bIns="45720" rtlCol="0" anchor="t">
            <a:spAutoFit/>
          </a:bodyPr>
          <a:lstStyle/>
          <a:p>
            <a:pPr algn="ctr"/>
            <a:endParaRPr lang="en-US" sz="1600" b="1">
              <a:solidFill>
                <a:schemeClr val="tx1">
                  <a:lumMod val="50000"/>
                  <a:lumOff val="50000"/>
                </a:schemeClr>
              </a:solidFill>
              <a:latin typeface="+mj-lt"/>
              <a:ea typeface="Source Sans Pro Light"/>
            </a:endParaRPr>
          </a:p>
        </p:txBody>
      </p:sp>
      <p:sp>
        <p:nvSpPr>
          <p:cNvPr id="102" name="Rectangle 101"/>
          <p:cNvSpPr/>
          <p:nvPr/>
        </p:nvSpPr>
        <p:spPr>
          <a:xfrm rot="16200000">
            <a:off x="2671769" y="5465767"/>
            <a:ext cx="752466"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3" name="Rectangle 102"/>
          <p:cNvSpPr/>
          <p:nvPr/>
        </p:nvSpPr>
        <p:spPr>
          <a:xfrm rot="16200000">
            <a:off x="4732520" y="5408257"/>
            <a:ext cx="738091" cy="213264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4" name="Rectangle 103"/>
          <p:cNvSpPr/>
          <p:nvPr/>
        </p:nvSpPr>
        <p:spPr>
          <a:xfrm rot="16200000">
            <a:off x="6735765" y="5465764"/>
            <a:ext cx="752471"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5" name="Rectangle 104"/>
          <p:cNvSpPr/>
          <p:nvPr/>
        </p:nvSpPr>
        <p:spPr>
          <a:xfrm rot="16200000">
            <a:off x="8767764" y="5465762"/>
            <a:ext cx="752474" cy="203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8" name="Group 107"/>
          <p:cNvGrpSpPr/>
          <p:nvPr/>
        </p:nvGrpSpPr>
        <p:grpSpPr>
          <a:xfrm>
            <a:off x="2" y="6736617"/>
            <a:ext cx="12191999" cy="134339"/>
            <a:chOff x="2" y="2110197"/>
            <a:chExt cx="12191999" cy="134339"/>
          </a:xfrm>
        </p:grpSpPr>
        <p:sp>
          <p:nvSpPr>
            <p:cNvPr id="109" name="Rectangle 108"/>
            <p:cNvSpPr/>
            <p:nvPr/>
          </p:nvSpPr>
          <p:spPr>
            <a:xfrm rot="16200000">
              <a:off x="2980836" y="1161370"/>
              <a:ext cx="134333"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0" name="Rectangle 109"/>
            <p:cNvSpPr/>
            <p:nvPr/>
          </p:nvSpPr>
          <p:spPr>
            <a:xfrm rot="16200000">
              <a:off x="5012835" y="1161369"/>
              <a:ext cx="134333"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1" name="Rectangle 110"/>
            <p:cNvSpPr/>
            <p:nvPr/>
          </p:nvSpPr>
          <p:spPr>
            <a:xfrm rot="16200000">
              <a:off x="7044834" y="1161369"/>
              <a:ext cx="134335"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2" name="Rectangle 111"/>
            <p:cNvSpPr/>
            <p:nvPr/>
          </p:nvSpPr>
          <p:spPr>
            <a:xfrm rot="16200000">
              <a:off x="9076834" y="1161367"/>
              <a:ext cx="134336"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3" name="Rectangle 112"/>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4" name="Rectangle 113"/>
            <p:cNvSpPr/>
            <p:nvPr/>
          </p:nvSpPr>
          <p:spPr>
            <a:xfrm rot="16200000">
              <a:off x="948836" y="1161370"/>
              <a:ext cx="134331"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115" name="Picture 114" descr="Orena_Logo_Final.png"/>
          <p:cNvPicPr>
            <a:picLocks noChangeAspect="1"/>
          </p:cNvPicPr>
          <p:nvPr/>
        </p:nvPicPr>
        <p:blipFill>
          <a:blip r:embed="rId2" cstate="screen"/>
          <a:stretch>
            <a:fillRect/>
          </a:stretch>
        </p:blipFill>
        <p:spPr>
          <a:xfrm>
            <a:off x="10203327" y="5517170"/>
            <a:ext cx="1932071" cy="1207206"/>
          </a:xfrm>
          <a:prstGeom prst="rect">
            <a:avLst/>
          </a:prstGeom>
        </p:spPr>
      </p:pic>
      <p:sp>
        <p:nvSpPr>
          <p:cNvPr id="116" name="Rectangle 115"/>
          <p:cNvSpPr/>
          <p:nvPr/>
        </p:nvSpPr>
        <p:spPr>
          <a:xfrm rot="16200000">
            <a:off x="634724" y="5457743"/>
            <a:ext cx="752474" cy="202192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7" name="Rectangle 116"/>
          <p:cNvSpPr/>
          <p:nvPr/>
        </p:nvSpPr>
        <p:spPr>
          <a:xfrm rot="16200000">
            <a:off x="948831" y="5774831"/>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4">
            <a:extLst>
              <a:ext uri="{FF2B5EF4-FFF2-40B4-BE49-F238E27FC236}">
                <a16:creationId xmlns:a16="http://schemas.microsoft.com/office/drawing/2014/main" id="{AD972D04-06DF-4006-89EB-AA13A1A9F4C1}"/>
              </a:ext>
            </a:extLst>
          </p:cNvPr>
          <p:cNvSpPr txBox="1"/>
          <p:nvPr/>
        </p:nvSpPr>
        <p:spPr>
          <a:xfrm>
            <a:off x="3420931" y="253879"/>
            <a:ext cx="5493910" cy="7755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spcBef>
                <a:spcPct val="0"/>
              </a:spcBef>
            </a:pPr>
            <a:r>
              <a:rPr lang="en-US" sz="3600" b="1" dirty="0">
                <a:ln w="6350">
                  <a:noFill/>
                </a:ln>
                <a:solidFill>
                  <a:schemeClr val="tx2"/>
                </a:solidFill>
                <a:latin typeface="Segoe UI"/>
                <a:cs typeface="Segoe UI"/>
              </a:rPr>
              <a:t>Universities and Knowledge partners </a:t>
            </a:r>
          </a:p>
        </p:txBody>
      </p:sp>
      <p:pic>
        <p:nvPicPr>
          <p:cNvPr id="2" name="Picture 2">
            <a:extLst>
              <a:ext uri="{FF2B5EF4-FFF2-40B4-BE49-F238E27FC236}">
                <a16:creationId xmlns:a16="http://schemas.microsoft.com/office/drawing/2014/main" id="{249D939C-69A0-438B-BE45-616981AE854A}"/>
              </a:ext>
            </a:extLst>
          </p:cNvPr>
          <p:cNvPicPr>
            <a:picLocks noChangeAspect="1"/>
          </p:cNvPicPr>
          <p:nvPr/>
        </p:nvPicPr>
        <p:blipFill>
          <a:blip r:embed="rId3"/>
          <a:stretch>
            <a:fillRect/>
          </a:stretch>
        </p:blipFill>
        <p:spPr>
          <a:xfrm>
            <a:off x="737674" y="3866666"/>
            <a:ext cx="6328625" cy="1640423"/>
          </a:xfrm>
          <a:prstGeom prst="rect">
            <a:avLst/>
          </a:prstGeom>
        </p:spPr>
      </p:pic>
      <p:pic>
        <p:nvPicPr>
          <p:cNvPr id="3" name="Picture 3">
            <a:extLst>
              <a:ext uri="{FF2B5EF4-FFF2-40B4-BE49-F238E27FC236}">
                <a16:creationId xmlns:a16="http://schemas.microsoft.com/office/drawing/2014/main" id="{211AB0C1-8063-412C-9E6C-595EA87ABD87}"/>
              </a:ext>
            </a:extLst>
          </p:cNvPr>
          <p:cNvPicPr>
            <a:picLocks noChangeAspect="1"/>
          </p:cNvPicPr>
          <p:nvPr/>
        </p:nvPicPr>
        <p:blipFill>
          <a:blip r:embed="rId4"/>
          <a:stretch>
            <a:fillRect/>
          </a:stretch>
        </p:blipFill>
        <p:spPr>
          <a:xfrm>
            <a:off x="737674" y="1853932"/>
            <a:ext cx="6234849" cy="1743076"/>
          </a:xfrm>
          <a:prstGeom prst="rect">
            <a:avLst/>
          </a:prstGeom>
        </p:spPr>
      </p:pic>
      <p:pic>
        <p:nvPicPr>
          <p:cNvPr id="21" name="Picture 20" descr="wingman_logo_mod@2x.png">
            <a:extLst>
              <a:ext uri="{FF2B5EF4-FFF2-40B4-BE49-F238E27FC236}">
                <a16:creationId xmlns:a16="http://schemas.microsoft.com/office/drawing/2014/main" id="{0399468B-2737-4087-A3D8-3F2EAA81EE66}"/>
              </a:ext>
            </a:extLst>
          </p:cNvPr>
          <p:cNvPicPr>
            <a:picLocks noChangeAspect="1"/>
          </p:cNvPicPr>
          <p:nvPr/>
        </p:nvPicPr>
        <p:blipFill>
          <a:blip r:embed="rId5"/>
          <a:stretch>
            <a:fillRect/>
          </a:stretch>
        </p:blipFill>
        <p:spPr>
          <a:xfrm>
            <a:off x="7935095" y="1857734"/>
            <a:ext cx="3234267" cy="2403588"/>
          </a:xfrm>
          <a:prstGeom prst="rect">
            <a:avLst/>
          </a:prstGeom>
        </p:spPr>
      </p:pic>
      <p:sp>
        <p:nvSpPr>
          <p:cNvPr id="22" name="TextBox 21">
            <a:extLst>
              <a:ext uri="{FF2B5EF4-FFF2-40B4-BE49-F238E27FC236}">
                <a16:creationId xmlns:a16="http://schemas.microsoft.com/office/drawing/2014/main" id="{2C1B658C-C5E9-4A04-8EBB-BD9D5ACE4841}"/>
              </a:ext>
            </a:extLst>
          </p:cNvPr>
          <p:cNvSpPr txBox="1"/>
          <p:nvPr/>
        </p:nvSpPr>
        <p:spPr>
          <a:xfrm>
            <a:off x="8350547" y="4274972"/>
            <a:ext cx="2658532" cy="369332"/>
          </a:xfrm>
          <a:prstGeom prst="rect">
            <a:avLst/>
          </a:prstGeom>
          <a:noFill/>
        </p:spPr>
        <p:txBody>
          <a:bodyPr wrap="square" rtlCol="0">
            <a:spAutoFit/>
          </a:bodyPr>
          <a:lstStyle/>
          <a:p>
            <a:r>
              <a:rPr lang="en-US" dirty="0"/>
              <a:t>Wingman Partners– Noida</a:t>
            </a:r>
          </a:p>
        </p:txBody>
      </p:sp>
    </p:spTree>
    <p:extLst>
      <p:ext uri="{BB962C8B-B14F-4D97-AF65-F5344CB8AC3E}">
        <p14:creationId xmlns:p14="http://schemas.microsoft.com/office/powerpoint/2010/main" val="284799251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8"/>
                                        </p:tgtEl>
                                        <p:attrNameLst>
                                          <p:attrName>style.visibility</p:attrName>
                                        </p:attrNameLst>
                                      </p:cBhvr>
                                      <p:to>
                                        <p:strVal val="visible"/>
                                      </p:to>
                                    </p:set>
                                    <p:animEffect transition="in" filter="fade">
                                      <p:cBhvr>
                                        <p:cTn id="11" dur="500"/>
                                        <p:tgtEl>
                                          <p:spTgt spid="108"/>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102"/>
                                        </p:tgtEl>
                                        <p:attrNameLst>
                                          <p:attrName>style.visibility</p:attrName>
                                        </p:attrNameLst>
                                      </p:cBhvr>
                                      <p:to>
                                        <p:strVal val="visible"/>
                                      </p:to>
                                    </p:set>
                                    <p:animEffect transition="in" filter="fade">
                                      <p:cBhvr>
                                        <p:cTn id="15" dur="500"/>
                                        <p:tgtEl>
                                          <p:spTgt spid="102"/>
                                        </p:tgtEl>
                                      </p:cBhvr>
                                    </p:animEffect>
                                    <p:anim calcmode="lin" valueType="num">
                                      <p:cBhvr>
                                        <p:cTn id="16" dur="500" fill="hold"/>
                                        <p:tgtEl>
                                          <p:spTgt spid="102"/>
                                        </p:tgtEl>
                                        <p:attrNameLst>
                                          <p:attrName>ppt_x</p:attrName>
                                        </p:attrNameLst>
                                      </p:cBhvr>
                                      <p:tavLst>
                                        <p:tav tm="0">
                                          <p:val>
                                            <p:strVal val="#ppt_x"/>
                                          </p:val>
                                        </p:tav>
                                        <p:tav tm="100000">
                                          <p:val>
                                            <p:strVal val="#ppt_x"/>
                                          </p:val>
                                        </p:tav>
                                      </p:tavLst>
                                    </p:anim>
                                    <p:anim calcmode="lin" valueType="num">
                                      <p:cBhvr>
                                        <p:cTn id="17" dur="500" fill="hold"/>
                                        <p:tgtEl>
                                          <p:spTgt spid="102"/>
                                        </p:tgtEl>
                                        <p:attrNameLst>
                                          <p:attrName>ppt_y</p:attrName>
                                        </p:attrNameLst>
                                      </p:cBhvr>
                                      <p:tavLst>
                                        <p:tav tm="0">
                                          <p:val>
                                            <p:strVal val="#ppt_y+.1"/>
                                          </p:val>
                                        </p:tav>
                                        <p:tav tm="100000">
                                          <p:val>
                                            <p:strVal val="#ppt_y"/>
                                          </p:val>
                                        </p:tav>
                                      </p:tavLst>
                                    </p:anim>
                                  </p:childTnLst>
                                </p:cTn>
                              </p:par>
                            </p:childTnLst>
                          </p:cTn>
                        </p:par>
                        <p:par>
                          <p:cTn id="18" fill="hold">
                            <p:stCondLst>
                              <p:cond delay="1500"/>
                            </p:stCondLst>
                            <p:childTnLst>
                              <p:par>
                                <p:cTn id="19" presetID="42" presetClass="entr" presetSubtype="0" fill="hold" grpId="0" nodeType="afterEffect">
                                  <p:stCondLst>
                                    <p:cond delay="0"/>
                                  </p:stCondLst>
                                  <p:childTnLst>
                                    <p:set>
                                      <p:cBhvr>
                                        <p:cTn id="20" dur="1" fill="hold">
                                          <p:stCondLst>
                                            <p:cond delay="0"/>
                                          </p:stCondLst>
                                        </p:cTn>
                                        <p:tgtEl>
                                          <p:spTgt spid="103"/>
                                        </p:tgtEl>
                                        <p:attrNameLst>
                                          <p:attrName>style.visibility</p:attrName>
                                        </p:attrNameLst>
                                      </p:cBhvr>
                                      <p:to>
                                        <p:strVal val="visible"/>
                                      </p:to>
                                    </p:set>
                                    <p:animEffect transition="in" filter="fade">
                                      <p:cBhvr>
                                        <p:cTn id="21" dur="500"/>
                                        <p:tgtEl>
                                          <p:spTgt spid="103"/>
                                        </p:tgtEl>
                                      </p:cBhvr>
                                    </p:animEffect>
                                    <p:anim calcmode="lin" valueType="num">
                                      <p:cBhvr>
                                        <p:cTn id="22" dur="500" fill="hold"/>
                                        <p:tgtEl>
                                          <p:spTgt spid="103"/>
                                        </p:tgtEl>
                                        <p:attrNameLst>
                                          <p:attrName>ppt_x</p:attrName>
                                        </p:attrNameLst>
                                      </p:cBhvr>
                                      <p:tavLst>
                                        <p:tav tm="0">
                                          <p:val>
                                            <p:strVal val="#ppt_x"/>
                                          </p:val>
                                        </p:tav>
                                        <p:tav tm="100000">
                                          <p:val>
                                            <p:strVal val="#ppt_x"/>
                                          </p:val>
                                        </p:tav>
                                      </p:tavLst>
                                    </p:anim>
                                    <p:anim calcmode="lin" valueType="num">
                                      <p:cBhvr>
                                        <p:cTn id="23" dur="500" fill="hold"/>
                                        <p:tgtEl>
                                          <p:spTgt spid="103"/>
                                        </p:tgtEl>
                                        <p:attrNameLst>
                                          <p:attrName>ppt_y</p:attrName>
                                        </p:attrNameLst>
                                      </p:cBhvr>
                                      <p:tavLst>
                                        <p:tav tm="0">
                                          <p:val>
                                            <p:strVal val="#ppt_y+.1"/>
                                          </p:val>
                                        </p:tav>
                                        <p:tav tm="100000">
                                          <p:val>
                                            <p:strVal val="#ppt_y"/>
                                          </p:val>
                                        </p:tav>
                                      </p:tavLst>
                                    </p:anim>
                                  </p:childTnLst>
                                </p:cTn>
                              </p:par>
                            </p:childTnLst>
                          </p:cTn>
                        </p:par>
                        <p:par>
                          <p:cTn id="24" fill="hold">
                            <p:stCondLst>
                              <p:cond delay="2000"/>
                            </p:stCondLst>
                            <p:childTnLst>
                              <p:par>
                                <p:cTn id="25" presetID="42" presetClass="entr" presetSubtype="0" fill="hold" grpId="0" nodeType="afterEffect">
                                  <p:stCondLst>
                                    <p:cond delay="0"/>
                                  </p:stCondLst>
                                  <p:childTnLst>
                                    <p:set>
                                      <p:cBhvr>
                                        <p:cTn id="26" dur="1" fill="hold">
                                          <p:stCondLst>
                                            <p:cond delay="0"/>
                                          </p:stCondLst>
                                        </p:cTn>
                                        <p:tgtEl>
                                          <p:spTgt spid="104"/>
                                        </p:tgtEl>
                                        <p:attrNameLst>
                                          <p:attrName>style.visibility</p:attrName>
                                        </p:attrNameLst>
                                      </p:cBhvr>
                                      <p:to>
                                        <p:strVal val="visible"/>
                                      </p:to>
                                    </p:set>
                                    <p:animEffect transition="in" filter="fade">
                                      <p:cBhvr>
                                        <p:cTn id="27" dur="500"/>
                                        <p:tgtEl>
                                          <p:spTgt spid="104"/>
                                        </p:tgtEl>
                                      </p:cBhvr>
                                    </p:animEffect>
                                    <p:anim calcmode="lin" valueType="num">
                                      <p:cBhvr>
                                        <p:cTn id="28" dur="500" fill="hold"/>
                                        <p:tgtEl>
                                          <p:spTgt spid="104"/>
                                        </p:tgtEl>
                                        <p:attrNameLst>
                                          <p:attrName>ppt_x</p:attrName>
                                        </p:attrNameLst>
                                      </p:cBhvr>
                                      <p:tavLst>
                                        <p:tav tm="0">
                                          <p:val>
                                            <p:strVal val="#ppt_x"/>
                                          </p:val>
                                        </p:tav>
                                        <p:tav tm="100000">
                                          <p:val>
                                            <p:strVal val="#ppt_x"/>
                                          </p:val>
                                        </p:tav>
                                      </p:tavLst>
                                    </p:anim>
                                    <p:anim calcmode="lin" valueType="num">
                                      <p:cBhvr>
                                        <p:cTn id="29" dur="500" fill="hold"/>
                                        <p:tgtEl>
                                          <p:spTgt spid="104"/>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105"/>
                                        </p:tgtEl>
                                        <p:attrNameLst>
                                          <p:attrName>style.visibility</p:attrName>
                                        </p:attrNameLst>
                                      </p:cBhvr>
                                      <p:to>
                                        <p:strVal val="visible"/>
                                      </p:to>
                                    </p:set>
                                    <p:animEffect transition="in" filter="fade">
                                      <p:cBhvr>
                                        <p:cTn id="33" dur="500"/>
                                        <p:tgtEl>
                                          <p:spTgt spid="105"/>
                                        </p:tgtEl>
                                      </p:cBhvr>
                                    </p:animEffect>
                                    <p:anim calcmode="lin" valueType="num">
                                      <p:cBhvr>
                                        <p:cTn id="34" dur="500" fill="hold"/>
                                        <p:tgtEl>
                                          <p:spTgt spid="105"/>
                                        </p:tgtEl>
                                        <p:attrNameLst>
                                          <p:attrName>ppt_x</p:attrName>
                                        </p:attrNameLst>
                                      </p:cBhvr>
                                      <p:tavLst>
                                        <p:tav tm="0">
                                          <p:val>
                                            <p:strVal val="#ppt_x"/>
                                          </p:val>
                                        </p:tav>
                                        <p:tav tm="100000">
                                          <p:val>
                                            <p:strVal val="#ppt_x"/>
                                          </p:val>
                                        </p:tav>
                                      </p:tavLst>
                                    </p:anim>
                                    <p:anim calcmode="lin" valueType="num">
                                      <p:cBhvr>
                                        <p:cTn id="35" dur="500" fill="hold"/>
                                        <p:tgtEl>
                                          <p:spTgt spid="105"/>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42" presetClass="entr" presetSubtype="0" fill="hold" grpId="0" nodeType="afterEffect">
                                  <p:stCondLst>
                                    <p:cond delay="0"/>
                                  </p:stCondLst>
                                  <p:childTnLst>
                                    <p:set>
                                      <p:cBhvr>
                                        <p:cTn id="38" dur="1" fill="hold">
                                          <p:stCondLst>
                                            <p:cond delay="0"/>
                                          </p:stCondLst>
                                        </p:cTn>
                                        <p:tgtEl>
                                          <p:spTgt spid="116"/>
                                        </p:tgtEl>
                                        <p:attrNameLst>
                                          <p:attrName>style.visibility</p:attrName>
                                        </p:attrNameLst>
                                      </p:cBhvr>
                                      <p:to>
                                        <p:strVal val="visible"/>
                                      </p:to>
                                    </p:set>
                                    <p:animEffect transition="in" filter="fade">
                                      <p:cBhvr>
                                        <p:cTn id="39" dur="500"/>
                                        <p:tgtEl>
                                          <p:spTgt spid="116"/>
                                        </p:tgtEl>
                                      </p:cBhvr>
                                    </p:animEffect>
                                    <p:anim calcmode="lin" valueType="num">
                                      <p:cBhvr>
                                        <p:cTn id="40" dur="500" fill="hold"/>
                                        <p:tgtEl>
                                          <p:spTgt spid="116"/>
                                        </p:tgtEl>
                                        <p:attrNameLst>
                                          <p:attrName>ppt_x</p:attrName>
                                        </p:attrNameLst>
                                      </p:cBhvr>
                                      <p:tavLst>
                                        <p:tav tm="0">
                                          <p:val>
                                            <p:strVal val="#ppt_x"/>
                                          </p:val>
                                        </p:tav>
                                        <p:tav tm="100000">
                                          <p:val>
                                            <p:strVal val="#ppt_x"/>
                                          </p:val>
                                        </p:tav>
                                      </p:tavLst>
                                    </p:anim>
                                    <p:anim calcmode="lin" valueType="num">
                                      <p:cBhvr>
                                        <p:cTn id="41" dur="500" fill="hold"/>
                                        <p:tgtEl>
                                          <p:spTgt spid="1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102" grpId="0" animBg="1"/>
      <p:bldP spid="103" grpId="0" animBg="1"/>
      <p:bldP spid="104" grpId="0" animBg="1"/>
      <p:bldP spid="105" grpId="0" animBg="1"/>
      <p:bldP spid="1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E2737B4E-7157-4409-AC16-DDF9D6FC5C09}"/>
              </a:ext>
            </a:extLst>
          </p:cNvPr>
          <p:cNvCxnSpPr/>
          <p:nvPr/>
        </p:nvCxnSpPr>
        <p:spPr>
          <a:xfrm>
            <a:off x="6124754" y="2372263"/>
            <a:ext cx="0" cy="1645678"/>
          </a:xfrm>
          <a:prstGeom prst="line">
            <a:avLst/>
          </a:prstGeom>
          <a:ln w="12700">
            <a:solidFill>
              <a:schemeClr val="bg1">
                <a:lumMod val="65000"/>
              </a:schemeClr>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1380307" y="852342"/>
            <a:ext cx="9535884" cy="369332"/>
          </a:xfrm>
          <a:prstGeom prst="rect">
            <a:avLst/>
          </a:prstGeom>
          <a:noFill/>
        </p:spPr>
        <p:txBody>
          <a:bodyPr wrap="square" lIns="91440" tIns="45720" rIns="91440" bIns="45720" rtlCol="0" anchor="t">
            <a:spAutoFit/>
          </a:bodyPr>
          <a:lstStyle/>
          <a:p>
            <a:pPr algn="ctr"/>
            <a:r>
              <a:rPr lang="id-ID" dirty="0">
                <a:solidFill>
                  <a:srgbClr val="0B2951"/>
                </a:solidFill>
                <a:cs typeface="Raavi"/>
              </a:rPr>
              <a:t>“ </a:t>
            </a:r>
            <a:r>
              <a:rPr lang="en-US" dirty="0">
                <a:solidFill>
                  <a:srgbClr val="0B2951"/>
                </a:solidFill>
                <a:cs typeface="Raavi"/>
              </a:rPr>
              <a:t>P</a:t>
            </a:r>
            <a:r>
              <a:rPr lang="id-ID" dirty="0">
                <a:solidFill>
                  <a:srgbClr val="0B2951"/>
                </a:solidFill>
                <a:cs typeface="Raavi"/>
              </a:rPr>
              <a:t>assion</a:t>
            </a:r>
            <a:r>
              <a:rPr lang="en-US" dirty="0">
                <a:solidFill>
                  <a:srgbClr val="0B2951"/>
                </a:solidFill>
                <a:cs typeface="Raavi"/>
              </a:rPr>
              <a:t> </a:t>
            </a:r>
            <a:r>
              <a:rPr lang="id-ID" dirty="0">
                <a:solidFill>
                  <a:srgbClr val="0B2951"/>
                </a:solidFill>
                <a:cs typeface="Raavi"/>
              </a:rPr>
              <a:t>leads</a:t>
            </a:r>
            <a:r>
              <a:rPr lang="en-US" dirty="0">
                <a:solidFill>
                  <a:srgbClr val="0B2951"/>
                </a:solidFill>
                <a:cs typeface="Raavi"/>
              </a:rPr>
              <a:t> </a:t>
            </a:r>
            <a:r>
              <a:rPr lang="id-ID" dirty="0">
                <a:solidFill>
                  <a:srgbClr val="0B2951"/>
                </a:solidFill>
                <a:cs typeface="Raavi"/>
              </a:rPr>
              <a:t>to design, design leads to performance</a:t>
            </a:r>
            <a:r>
              <a:rPr lang="en-US" dirty="0">
                <a:solidFill>
                  <a:srgbClr val="0B2951"/>
                </a:solidFill>
                <a:cs typeface="Raavi"/>
              </a:rPr>
              <a:t>, </a:t>
            </a:r>
            <a:r>
              <a:rPr lang="id-ID" dirty="0">
                <a:solidFill>
                  <a:srgbClr val="0B2951"/>
                </a:solidFill>
                <a:cs typeface="Raavi"/>
              </a:rPr>
              <a:t>performance leads to </a:t>
            </a:r>
            <a:r>
              <a:rPr lang="id-ID" b="1" dirty="0">
                <a:solidFill>
                  <a:srgbClr val="0B2951"/>
                </a:solidFill>
                <a:cs typeface="Raavi"/>
              </a:rPr>
              <a:t>SUCCESS</a:t>
            </a:r>
            <a:r>
              <a:rPr lang="id-ID" dirty="0">
                <a:solidFill>
                  <a:srgbClr val="0B2951"/>
                </a:solidFill>
                <a:cs typeface="Raavi"/>
              </a:rPr>
              <a:t>!</a:t>
            </a:r>
            <a:r>
              <a:rPr lang="en-US" dirty="0">
                <a:solidFill>
                  <a:srgbClr val="0B2951"/>
                </a:solidFill>
                <a:cs typeface="Raavi"/>
              </a:rPr>
              <a:t>”</a:t>
            </a:r>
            <a:endParaRPr lang="en-US" dirty="0">
              <a:solidFill>
                <a:srgbClr val="0B2951"/>
              </a:solidFill>
              <a:latin typeface="+mj-lt"/>
              <a:cs typeface="Raavi"/>
            </a:endParaRPr>
          </a:p>
        </p:txBody>
      </p:sp>
      <p:sp>
        <p:nvSpPr>
          <p:cNvPr id="52" name="TextBox 51"/>
          <p:cNvSpPr txBox="1"/>
          <p:nvPr/>
        </p:nvSpPr>
        <p:spPr>
          <a:xfrm>
            <a:off x="1743210" y="163135"/>
            <a:ext cx="8254018" cy="646331"/>
          </a:xfrm>
          <a:prstGeom prst="rect">
            <a:avLst/>
          </a:prstGeom>
          <a:noFill/>
          <a:ln w="57150">
            <a:solidFill>
              <a:schemeClr val="bg1"/>
            </a:solidFill>
          </a:ln>
        </p:spPr>
        <p:txBody>
          <a:bodyPr wrap="square" lIns="91440" tIns="45720" rIns="91440" bIns="45720" rtlCol="0" anchor="t">
            <a:spAutoFit/>
          </a:bodyPr>
          <a:lstStyle/>
          <a:p>
            <a:pPr algn="ctr">
              <a:spcBef>
                <a:spcPct val="0"/>
              </a:spcBef>
            </a:pPr>
            <a:r>
              <a:rPr lang="en-US" sz="3600" b="1" dirty="0">
                <a:ln w="6350">
                  <a:noFill/>
                </a:ln>
                <a:solidFill>
                  <a:schemeClr val="accent4"/>
                </a:solidFill>
                <a:latin typeface="Segoe UI"/>
                <a:cs typeface="Segoe UI"/>
              </a:rPr>
              <a:t>Our Clients </a:t>
            </a:r>
            <a:endParaRPr lang="en-US" sz="3600" b="1" dirty="0">
              <a:ln w="6350">
                <a:noFill/>
              </a:ln>
              <a:solidFill>
                <a:schemeClr val="tx2"/>
              </a:solidFill>
              <a:latin typeface="Segoe UI"/>
              <a:cs typeface="Segoe UI"/>
            </a:endParaRPr>
          </a:p>
        </p:txBody>
      </p:sp>
      <p:grpSp>
        <p:nvGrpSpPr>
          <p:cNvPr id="29" name="Group 28"/>
          <p:cNvGrpSpPr/>
          <p:nvPr/>
        </p:nvGrpSpPr>
        <p:grpSpPr>
          <a:xfrm>
            <a:off x="5568818" y="1490121"/>
            <a:ext cx="1054364" cy="1054364"/>
            <a:chOff x="5568818" y="1490121"/>
            <a:chExt cx="1054364" cy="1054364"/>
          </a:xfrm>
        </p:grpSpPr>
        <p:sp>
          <p:nvSpPr>
            <p:cNvPr id="19" name="Rectangle 18"/>
            <p:cNvSpPr/>
            <p:nvPr/>
          </p:nvSpPr>
          <p:spPr>
            <a:xfrm>
              <a:off x="5568818" y="1490121"/>
              <a:ext cx="1054364" cy="1054364"/>
            </a:xfrm>
            <a:prstGeom prst="rect">
              <a:avLst/>
            </a:prstGeom>
            <a:solidFill>
              <a:schemeClr val="accent6"/>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Rectangle 19"/>
            <p:cNvSpPr/>
            <p:nvPr/>
          </p:nvSpPr>
          <p:spPr>
            <a:xfrm>
              <a:off x="5568818" y="2457615"/>
              <a:ext cx="1054364" cy="8687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5" name="TextBox 4"/>
          <p:cNvSpPr txBox="1"/>
          <p:nvPr/>
        </p:nvSpPr>
        <p:spPr>
          <a:xfrm>
            <a:off x="5708714" y="1743036"/>
            <a:ext cx="806631" cy="461665"/>
          </a:xfrm>
          <a:prstGeom prst="rect">
            <a:avLst/>
          </a:prstGeom>
          <a:noFill/>
        </p:spPr>
        <p:txBody>
          <a:bodyPr wrap="none" rtlCol="0">
            <a:spAutoFit/>
          </a:bodyPr>
          <a:lstStyle/>
          <a:p>
            <a:pPr algn="ctr"/>
            <a:r>
              <a:rPr lang="id-ID" sz="2400" b="1">
                <a:solidFill>
                  <a:schemeClr val="bg1"/>
                </a:solidFill>
                <a:latin typeface="+mj-lt"/>
              </a:rPr>
              <a:t>20</a:t>
            </a:r>
            <a:r>
              <a:rPr lang="en-US" sz="2400" b="1">
                <a:solidFill>
                  <a:schemeClr val="bg1"/>
                </a:solidFill>
                <a:latin typeface="+mj-lt"/>
              </a:rPr>
              <a:t>20</a:t>
            </a:r>
            <a:endParaRPr lang="id-ID" sz="2400" b="1">
              <a:solidFill>
                <a:schemeClr val="bg1"/>
              </a:solidFill>
              <a:latin typeface="+mj-lt"/>
            </a:endParaRPr>
          </a:p>
        </p:txBody>
      </p:sp>
      <p:grpSp>
        <p:nvGrpSpPr>
          <p:cNvPr id="12" name="Group 11"/>
          <p:cNvGrpSpPr/>
          <p:nvPr/>
        </p:nvGrpSpPr>
        <p:grpSpPr>
          <a:xfrm>
            <a:off x="2366677" y="2756491"/>
            <a:ext cx="3577364" cy="1181000"/>
            <a:chOff x="1979525" y="3587055"/>
            <a:chExt cx="3761169" cy="1366576"/>
          </a:xfrm>
          <a:solidFill>
            <a:schemeClr val="accent1"/>
          </a:solidFill>
        </p:grpSpPr>
        <p:sp>
          <p:nvSpPr>
            <p:cNvPr id="10" name="Rectangle 9"/>
            <p:cNvSpPr/>
            <p:nvPr/>
          </p:nvSpPr>
          <p:spPr>
            <a:xfrm>
              <a:off x="1979525" y="3587055"/>
              <a:ext cx="3589293" cy="136657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Isosceles Triangle 10"/>
            <p:cNvSpPr/>
            <p:nvPr/>
          </p:nvSpPr>
          <p:spPr>
            <a:xfrm rot="5400000">
              <a:off x="5518366" y="4183668"/>
              <a:ext cx="271305" cy="173351"/>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31" name="Group 30"/>
          <p:cNvGrpSpPr/>
          <p:nvPr/>
        </p:nvGrpSpPr>
        <p:grpSpPr>
          <a:xfrm flipH="1">
            <a:off x="6269729" y="3349047"/>
            <a:ext cx="3541303" cy="1216858"/>
            <a:chOff x="1979525" y="3587055"/>
            <a:chExt cx="3761169" cy="1366576"/>
          </a:xfrm>
          <a:solidFill>
            <a:schemeClr val="accent2"/>
          </a:solidFill>
        </p:grpSpPr>
        <p:sp>
          <p:nvSpPr>
            <p:cNvPr id="32" name="Rectangle 31"/>
            <p:cNvSpPr/>
            <p:nvPr/>
          </p:nvSpPr>
          <p:spPr>
            <a:xfrm>
              <a:off x="1979525" y="3587055"/>
              <a:ext cx="3589293" cy="136657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3" name="Isosceles Triangle 32"/>
            <p:cNvSpPr/>
            <p:nvPr/>
          </p:nvSpPr>
          <p:spPr>
            <a:xfrm rot="5400000">
              <a:off x="5518366" y="4183668"/>
              <a:ext cx="271305" cy="173351"/>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48" name="TextBox 47"/>
          <p:cNvSpPr txBox="1"/>
          <p:nvPr/>
        </p:nvSpPr>
        <p:spPr>
          <a:xfrm>
            <a:off x="2628926" y="3070488"/>
            <a:ext cx="2651809" cy="461665"/>
          </a:xfrm>
          <a:prstGeom prst="rect">
            <a:avLst/>
          </a:prstGeom>
          <a:noFill/>
        </p:spPr>
        <p:txBody>
          <a:bodyPr wrap="square" lIns="91440" tIns="45720" rIns="91440" bIns="45720" rtlCol="0" anchor="t">
            <a:spAutoFit/>
          </a:bodyPr>
          <a:lstStyle/>
          <a:p>
            <a:pPr algn="r"/>
            <a:r>
              <a:rPr lang="en-US" sz="2400" b="1" dirty="0">
                <a:solidFill>
                  <a:srgbClr val="0B2951"/>
                </a:solidFill>
                <a:latin typeface="Segoe UI"/>
                <a:cs typeface="Segoe UI"/>
              </a:rPr>
              <a:t>Relcon Systems </a:t>
            </a:r>
            <a:endParaRPr lang="id-ID" sz="2400" b="1" dirty="0">
              <a:solidFill>
                <a:srgbClr val="0B2951"/>
              </a:solidFill>
              <a:latin typeface="Segoe UI"/>
              <a:ea typeface="Source Sans Pro Light"/>
              <a:cs typeface="Segoe UI"/>
            </a:endParaRPr>
          </a:p>
        </p:txBody>
      </p:sp>
      <p:sp>
        <p:nvSpPr>
          <p:cNvPr id="49" name="TextBox 48"/>
          <p:cNvSpPr txBox="1"/>
          <p:nvPr/>
        </p:nvSpPr>
        <p:spPr>
          <a:xfrm>
            <a:off x="5468550" y="4682223"/>
            <a:ext cx="184731" cy="256545"/>
          </a:xfrm>
          <a:prstGeom prst="rect">
            <a:avLst/>
          </a:prstGeom>
          <a:noFill/>
        </p:spPr>
        <p:txBody>
          <a:bodyPr wrap="none" lIns="91440" tIns="45720" rIns="91440" bIns="45720" rtlCol="0" anchor="t">
            <a:spAutoFit/>
          </a:bodyPr>
          <a:lstStyle/>
          <a:p>
            <a:pPr algn="r"/>
            <a:endParaRPr lang="id-ID" sz="1067">
              <a:solidFill>
                <a:schemeClr val="accent1"/>
              </a:solidFill>
            </a:endParaRPr>
          </a:p>
        </p:txBody>
      </p:sp>
      <p:sp>
        <p:nvSpPr>
          <p:cNvPr id="28" name="TextBox 27"/>
          <p:cNvSpPr txBox="1"/>
          <p:nvPr/>
        </p:nvSpPr>
        <p:spPr>
          <a:xfrm>
            <a:off x="2270180" y="2909483"/>
            <a:ext cx="184731" cy="276999"/>
          </a:xfrm>
          <a:prstGeom prst="rect">
            <a:avLst/>
          </a:prstGeom>
          <a:noFill/>
        </p:spPr>
        <p:txBody>
          <a:bodyPr wrap="none" rtlCol="0">
            <a:spAutoFit/>
          </a:bodyPr>
          <a:lstStyle/>
          <a:p>
            <a:endParaRPr lang="id-ID" sz="1200" b="1">
              <a:solidFill>
                <a:schemeClr val="bg1">
                  <a:lumMod val="65000"/>
                </a:schemeClr>
              </a:solidFill>
              <a:latin typeface="+mj-lt"/>
            </a:endParaRPr>
          </a:p>
        </p:txBody>
      </p:sp>
      <p:sp>
        <p:nvSpPr>
          <p:cNvPr id="69" name="TextBox 68"/>
          <p:cNvSpPr txBox="1"/>
          <p:nvPr/>
        </p:nvSpPr>
        <p:spPr>
          <a:xfrm>
            <a:off x="6538720" y="5990596"/>
            <a:ext cx="184731" cy="253916"/>
          </a:xfrm>
          <a:prstGeom prst="rect">
            <a:avLst/>
          </a:prstGeom>
          <a:noFill/>
        </p:spPr>
        <p:txBody>
          <a:bodyPr wrap="none" lIns="91440" tIns="45720" rIns="91440" bIns="45720" rtlCol="0" anchor="t">
            <a:spAutoFit/>
          </a:bodyPr>
          <a:lstStyle/>
          <a:p>
            <a:endParaRPr lang="id-ID" sz="1050">
              <a:solidFill>
                <a:schemeClr val="accent2"/>
              </a:solidFill>
              <a:cs typeface="Calibri"/>
            </a:endParaRPr>
          </a:p>
        </p:txBody>
      </p:sp>
      <p:sp>
        <p:nvSpPr>
          <p:cNvPr id="27" name="Rectangle 26"/>
          <p:cNvSpPr/>
          <p:nvPr/>
        </p:nvSpPr>
        <p:spPr>
          <a:xfrm>
            <a:off x="6708541" y="3719079"/>
            <a:ext cx="2736839" cy="461665"/>
          </a:xfrm>
          <a:prstGeom prst="rect">
            <a:avLst/>
          </a:prstGeom>
        </p:spPr>
        <p:txBody>
          <a:bodyPr wrap="none" lIns="91440" tIns="45720" rIns="91440" bIns="45720" anchor="t">
            <a:spAutoFit/>
          </a:bodyPr>
          <a:lstStyle/>
          <a:p>
            <a:r>
              <a:rPr lang="en-US" sz="2400" b="1" dirty="0">
                <a:solidFill>
                  <a:srgbClr val="0B2951"/>
                </a:solidFill>
                <a:latin typeface="Segoe UI"/>
                <a:cs typeface="Segoe UI"/>
              </a:rPr>
              <a:t>Dhyey Consulting</a:t>
            </a:r>
          </a:p>
        </p:txBody>
      </p:sp>
      <p:sp>
        <p:nvSpPr>
          <p:cNvPr id="45" name="Flowchart: Connector 44"/>
          <p:cNvSpPr/>
          <p:nvPr/>
        </p:nvSpPr>
        <p:spPr>
          <a:xfrm>
            <a:off x="6061165" y="3905794"/>
            <a:ext cx="91440" cy="18288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Connector 45"/>
          <p:cNvSpPr/>
          <p:nvPr/>
        </p:nvSpPr>
        <p:spPr>
          <a:xfrm>
            <a:off x="6056809" y="5181612"/>
            <a:ext cx="91440" cy="18288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1D25AC3B-D138-463D-B5C9-260DD3783EE7}"/>
              </a:ext>
            </a:extLst>
          </p:cNvPr>
          <p:cNvSpPr/>
          <p:nvPr/>
        </p:nvSpPr>
        <p:spPr>
          <a:xfrm rot="16200000">
            <a:off x="2671769" y="5465767"/>
            <a:ext cx="75246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Rectangle 2">
            <a:extLst>
              <a:ext uri="{FF2B5EF4-FFF2-40B4-BE49-F238E27FC236}">
                <a16:creationId xmlns:a16="http://schemas.microsoft.com/office/drawing/2014/main" id="{FA5058C8-DFCC-4680-9601-38099F9868E3}"/>
              </a:ext>
            </a:extLst>
          </p:cNvPr>
          <p:cNvSpPr/>
          <p:nvPr/>
        </p:nvSpPr>
        <p:spPr>
          <a:xfrm rot="16200000">
            <a:off x="4703767" y="5465765"/>
            <a:ext cx="75246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Rectangle 3">
            <a:extLst>
              <a:ext uri="{FF2B5EF4-FFF2-40B4-BE49-F238E27FC236}">
                <a16:creationId xmlns:a16="http://schemas.microsoft.com/office/drawing/2014/main" id="{4168C2EC-D4CE-4C88-BA82-990A7B1ED196}"/>
              </a:ext>
            </a:extLst>
          </p:cNvPr>
          <p:cNvSpPr/>
          <p:nvPr/>
        </p:nvSpPr>
        <p:spPr>
          <a:xfrm rot="16200000">
            <a:off x="6735765" y="5465764"/>
            <a:ext cx="75247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BAD3F00A-7974-4DE1-BEAB-F84708CEF2BB}"/>
              </a:ext>
            </a:extLst>
          </p:cNvPr>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64A400C4-1B4B-4A8C-A7DB-C61CFC6118DB}"/>
              </a:ext>
            </a:extLst>
          </p:cNvPr>
          <p:cNvSpPr/>
          <p:nvPr/>
        </p:nvSpPr>
        <p:spPr>
          <a:xfrm rot="16200000">
            <a:off x="639763" y="5465762"/>
            <a:ext cx="752475"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8" name="Group 7">
            <a:extLst>
              <a:ext uri="{FF2B5EF4-FFF2-40B4-BE49-F238E27FC236}">
                <a16:creationId xmlns:a16="http://schemas.microsoft.com/office/drawing/2014/main" id="{B168A957-767E-45AF-8702-412678D8DDB2}"/>
              </a:ext>
            </a:extLst>
          </p:cNvPr>
          <p:cNvGrpSpPr/>
          <p:nvPr/>
        </p:nvGrpSpPr>
        <p:grpSpPr>
          <a:xfrm>
            <a:off x="2" y="6736617"/>
            <a:ext cx="12191999" cy="134339"/>
            <a:chOff x="2" y="2110197"/>
            <a:chExt cx="12191999" cy="134339"/>
          </a:xfrm>
        </p:grpSpPr>
        <p:sp>
          <p:nvSpPr>
            <p:cNvPr id="38" name="Rectangle 37">
              <a:extLst>
                <a:ext uri="{FF2B5EF4-FFF2-40B4-BE49-F238E27FC236}">
                  <a16:creationId xmlns:a16="http://schemas.microsoft.com/office/drawing/2014/main" id="{DE6DA711-061D-4031-B456-6F9D21F27B0A}"/>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9" name="Rectangle 38">
              <a:extLst>
                <a:ext uri="{FF2B5EF4-FFF2-40B4-BE49-F238E27FC236}">
                  <a16:creationId xmlns:a16="http://schemas.microsoft.com/office/drawing/2014/main" id="{2306BC25-BE05-4D73-8730-B2E42ED495B9}"/>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1" name="Rectangle 40">
              <a:extLst>
                <a:ext uri="{FF2B5EF4-FFF2-40B4-BE49-F238E27FC236}">
                  <a16:creationId xmlns:a16="http://schemas.microsoft.com/office/drawing/2014/main" id="{E57DA0BD-0FB6-4F03-A51E-78877619C582}"/>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2" name="Rectangle 41">
              <a:extLst>
                <a:ext uri="{FF2B5EF4-FFF2-40B4-BE49-F238E27FC236}">
                  <a16:creationId xmlns:a16="http://schemas.microsoft.com/office/drawing/2014/main" id="{5F593D56-751E-447B-8992-6D56BAD6D52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3" name="Rectangle 42">
              <a:extLst>
                <a:ext uri="{FF2B5EF4-FFF2-40B4-BE49-F238E27FC236}">
                  <a16:creationId xmlns:a16="http://schemas.microsoft.com/office/drawing/2014/main" id="{EE192424-0797-4952-8C53-3622D2DAC0E8}"/>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0" name="Rectangle 49">
              <a:extLst>
                <a:ext uri="{FF2B5EF4-FFF2-40B4-BE49-F238E27FC236}">
                  <a16:creationId xmlns:a16="http://schemas.microsoft.com/office/drawing/2014/main" id="{EDA34C95-04CF-4299-9BF2-F04FAAE3630B}"/>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9" name="Picture 8" descr="Orena_Logo_Final.png">
            <a:extLst>
              <a:ext uri="{FF2B5EF4-FFF2-40B4-BE49-F238E27FC236}">
                <a16:creationId xmlns:a16="http://schemas.microsoft.com/office/drawing/2014/main" id="{986D5FC1-A556-4466-AF99-69C285F64A61}"/>
              </a:ext>
            </a:extLst>
          </p:cNvPr>
          <p:cNvPicPr>
            <a:picLocks noChangeAspect="1"/>
          </p:cNvPicPr>
          <p:nvPr/>
        </p:nvPicPr>
        <p:blipFill>
          <a:blip r:embed="rId2" cstate="screen"/>
          <a:stretch>
            <a:fillRect/>
          </a:stretch>
        </p:blipFill>
        <p:spPr>
          <a:xfrm>
            <a:off x="10164138" y="5460064"/>
            <a:ext cx="1932071" cy="1207206"/>
          </a:xfrm>
          <a:prstGeom prst="rect">
            <a:avLst/>
          </a:prstGeom>
        </p:spPr>
      </p:pic>
      <p:cxnSp>
        <p:nvCxnSpPr>
          <p:cNvPr id="55" name="Straight Connector 54">
            <a:extLst>
              <a:ext uri="{FF2B5EF4-FFF2-40B4-BE49-F238E27FC236}">
                <a16:creationId xmlns:a16="http://schemas.microsoft.com/office/drawing/2014/main" id="{22573D1B-4AA4-49CA-924B-07677BD6ACE7}"/>
              </a:ext>
            </a:extLst>
          </p:cNvPr>
          <p:cNvCxnSpPr>
            <a:cxnSpLocks/>
          </p:cNvCxnSpPr>
          <p:nvPr/>
        </p:nvCxnSpPr>
        <p:spPr>
          <a:xfrm>
            <a:off x="6124754" y="3637471"/>
            <a:ext cx="0" cy="1645678"/>
          </a:xfrm>
          <a:prstGeom prst="line">
            <a:avLst/>
          </a:prstGeom>
          <a:ln w="12700">
            <a:solidFill>
              <a:schemeClr val="bg1">
                <a:lumMod val="65000"/>
              </a:schemeClr>
            </a:solidFill>
            <a:prstDash val="dash"/>
            <a:tailEnd type="oval"/>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27F7EFE3-3FB3-4CC8-B47C-8CCEE4AA9813}"/>
              </a:ext>
            </a:extLst>
          </p:cNvPr>
          <p:cNvGrpSpPr/>
          <p:nvPr/>
        </p:nvGrpSpPr>
        <p:grpSpPr>
          <a:xfrm>
            <a:off x="2375295" y="4455556"/>
            <a:ext cx="3577364" cy="1181000"/>
            <a:chOff x="1979525" y="3587055"/>
            <a:chExt cx="3761169" cy="1366576"/>
          </a:xfrm>
          <a:solidFill>
            <a:schemeClr val="accent1"/>
          </a:solidFill>
        </p:grpSpPr>
        <p:sp>
          <p:nvSpPr>
            <p:cNvPr id="44" name="Rectangle 43">
              <a:extLst>
                <a:ext uri="{FF2B5EF4-FFF2-40B4-BE49-F238E27FC236}">
                  <a16:creationId xmlns:a16="http://schemas.microsoft.com/office/drawing/2014/main" id="{24408DD4-3194-4EDF-AC23-160607E37F02}"/>
                </a:ext>
              </a:extLst>
            </p:cNvPr>
            <p:cNvSpPr/>
            <p:nvPr/>
          </p:nvSpPr>
          <p:spPr>
            <a:xfrm>
              <a:off x="1979525" y="3587055"/>
              <a:ext cx="3589293" cy="136657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53" name="Isosceles Triangle 52">
              <a:extLst>
                <a:ext uri="{FF2B5EF4-FFF2-40B4-BE49-F238E27FC236}">
                  <a16:creationId xmlns:a16="http://schemas.microsoft.com/office/drawing/2014/main" id="{0B06BB67-46B0-41C0-BB8C-C7B1A5702BD1}"/>
                </a:ext>
              </a:extLst>
            </p:cNvPr>
            <p:cNvSpPr/>
            <p:nvPr/>
          </p:nvSpPr>
          <p:spPr>
            <a:xfrm rot="5400000">
              <a:off x="5518366" y="4183668"/>
              <a:ext cx="271305" cy="173351"/>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15" name="Rectangle 14">
            <a:extLst>
              <a:ext uri="{FF2B5EF4-FFF2-40B4-BE49-F238E27FC236}">
                <a16:creationId xmlns:a16="http://schemas.microsoft.com/office/drawing/2014/main" id="{60FFE913-3EB2-4547-8AFC-F624E1073566}"/>
              </a:ext>
            </a:extLst>
          </p:cNvPr>
          <p:cNvSpPr/>
          <p:nvPr/>
        </p:nvSpPr>
        <p:spPr>
          <a:xfrm>
            <a:off x="2819759" y="4801191"/>
            <a:ext cx="2581541" cy="461665"/>
          </a:xfrm>
          <a:prstGeom prst="rect">
            <a:avLst/>
          </a:prstGeom>
        </p:spPr>
        <p:txBody>
          <a:bodyPr wrap="none">
            <a:spAutoFit/>
          </a:bodyPr>
          <a:lstStyle/>
          <a:p>
            <a:pPr algn="r"/>
            <a:r>
              <a:rPr lang="en-US" sz="2400" b="1" dirty="0">
                <a:solidFill>
                  <a:srgbClr val="0B2951"/>
                </a:solidFill>
                <a:latin typeface="Segoe UI"/>
                <a:cs typeface="Segoe UI"/>
              </a:rPr>
              <a:t>Fine Line Circuit </a:t>
            </a:r>
            <a:endParaRPr lang="id-ID" sz="2400" b="1" dirty="0">
              <a:solidFill>
                <a:srgbClr val="0B2951"/>
              </a:solidFill>
              <a:latin typeface="Segoe UI"/>
              <a:ea typeface="Source Sans Pro Light"/>
              <a:cs typeface="Segoe UI"/>
            </a:endParaRPr>
          </a:p>
        </p:txBody>
      </p:sp>
    </p:spTree>
    <p:extLst>
      <p:ext uri="{BB962C8B-B14F-4D97-AF65-F5344CB8AC3E}">
        <p14:creationId xmlns:p14="http://schemas.microsoft.com/office/powerpoint/2010/main" val="37888322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anim calcmode="lin" valueType="num">
                                      <p:cBhvr>
                                        <p:cTn id="8" dur="500" fill="hold"/>
                                        <p:tgtEl>
                                          <p:spTgt spid="52"/>
                                        </p:tgtEl>
                                        <p:attrNameLst>
                                          <p:attrName>ppt_x</p:attrName>
                                        </p:attrNameLst>
                                      </p:cBhvr>
                                      <p:tavLst>
                                        <p:tav tm="0">
                                          <p:val>
                                            <p:strVal val="#ppt_x"/>
                                          </p:val>
                                        </p:tav>
                                        <p:tav tm="100000">
                                          <p:val>
                                            <p:strVal val="#ppt_x"/>
                                          </p:val>
                                        </p:tav>
                                      </p:tavLst>
                                    </p:anim>
                                    <p:anim calcmode="lin" valueType="num">
                                      <p:cBhvr>
                                        <p:cTn id="9" dur="500" fill="hold"/>
                                        <p:tgtEl>
                                          <p:spTgt spid="5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fade">
                                      <p:cBhvr>
                                        <p:cTn id="12" dur="500"/>
                                        <p:tgtEl>
                                          <p:spTgt spid="51"/>
                                        </p:tgtEl>
                                      </p:cBhvr>
                                    </p:animEffect>
                                    <p:anim calcmode="lin" valueType="num">
                                      <p:cBhvr>
                                        <p:cTn id="13" dur="500" fill="hold"/>
                                        <p:tgtEl>
                                          <p:spTgt spid="51"/>
                                        </p:tgtEl>
                                        <p:attrNameLst>
                                          <p:attrName>ppt_x</p:attrName>
                                        </p:attrNameLst>
                                      </p:cBhvr>
                                      <p:tavLst>
                                        <p:tav tm="0">
                                          <p:val>
                                            <p:strVal val="#ppt_x"/>
                                          </p:val>
                                        </p:tav>
                                        <p:tav tm="100000">
                                          <p:val>
                                            <p:strVal val="#ppt_x"/>
                                          </p:val>
                                        </p:tav>
                                      </p:tavLst>
                                    </p:anim>
                                    <p:anim calcmode="lin" valueType="num">
                                      <p:cBhvr>
                                        <p:cTn id="14" dur="500" fill="hold"/>
                                        <p:tgtEl>
                                          <p:spTgt spid="51"/>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10" presetClass="entr" presetSubtype="0" fill="hold" nodeType="after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cTn>
                              </p:par>
                            </p:childTnLst>
                          </p:cTn>
                        </p:par>
                        <p:par>
                          <p:cTn id="19" fill="hold">
                            <p:stCondLst>
                              <p:cond delay="1000"/>
                            </p:stCondLst>
                            <p:childTnLst>
                              <p:par>
                                <p:cTn id="20" presetID="10" presetClass="entr" presetSubtype="0"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par>
                          <p:cTn id="23" fill="hold">
                            <p:stCondLst>
                              <p:cond delay="1500"/>
                            </p:stCondLst>
                            <p:childTnLst>
                              <p:par>
                                <p:cTn id="24" presetID="10" presetClass="entr" presetSubtype="0" fill="hold" grpId="0" nodeType="afterEffect" nodePh="1">
                                  <p:stCondLst>
                                    <p:cond delay="0"/>
                                  </p:stCondLst>
                                  <p:endCondLst>
                                    <p:cond evt="begin" delay="0">
                                      <p:tn val="24"/>
                                    </p:cond>
                                  </p:endCondLst>
                                  <p:childTnLst>
                                    <p:set>
                                      <p:cBhvr>
                                        <p:cTn id="25" dur="1" fill="hold">
                                          <p:stCondLst>
                                            <p:cond delay="0"/>
                                          </p:stCondLst>
                                        </p:cTn>
                                        <p:tgtEl>
                                          <p:spTgt spid="28"/>
                                        </p:tgtEl>
                                        <p:attrNameLst>
                                          <p:attrName>style.visibility</p:attrName>
                                        </p:attrNameLst>
                                      </p:cBhvr>
                                      <p:to>
                                        <p:strVal val="visible"/>
                                      </p:to>
                                    </p:set>
                                    <p:animEffect transition="in" filter="fade">
                                      <p:cBhvr>
                                        <p:cTn id="26" dur="500"/>
                                        <p:tgtEl>
                                          <p:spTgt spid="28"/>
                                        </p:tgtEl>
                                      </p:cBhvr>
                                    </p:animEffect>
                                  </p:childTnLst>
                                </p:cTn>
                              </p:par>
                              <p:par>
                                <p:cTn id="27" presetID="22" presetClass="entr" presetSubtype="8"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500"/>
                                        <p:tgtEl>
                                          <p:spTgt spid="12"/>
                                        </p:tgtEl>
                                      </p:cBhvr>
                                    </p:animEffect>
                                  </p:childTnLst>
                                </p:cTn>
                              </p:par>
                            </p:childTnLst>
                          </p:cTn>
                        </p:par>
                        <p:par>
                          <p:cTn id="30" fill="hold">
                            <p:stCondLst>
                              <p:cond delay="2000"/>
                            </p:stCondLst>
                            <p:childTnLst>
                              <p:par>
                                <p:cTn id="31" presetID="10" presetClass="entr" presetSubtype="0" fill="hold" grpId="0" nodeType="afterEffect">
                                  <p:stCondLst>
                                    <p:cond delay="0"/>
                                  </p:stCondLst>
                                  <p:childTnLst>
                                    <p:set>
                                      <p:cBhvr>
                                        <p:cTn id="32" dur="1" fill="hold">
                                          <p:stCondLst>
                                            <p:cond delay="0"/>
                                          </p:stCondLst>
                                        </p:cTn>
                                        <p:tgtEl>
                                          <p:spTgt spid="48"/>
                                        </p:tgtEl>
                                        <p:attrNameLst>
                                          <p:attrName>style.visibility</p:attrName>
                                        </p:attrNameLst>
                                      </p:cBhvr>
                                      <p:to>
                                        <p:strVal val="visible"/>
                                      </p:to>
                                    </p:set>
                                    <p:animEffect transition="in" filter="fade">
                                      <p:cBhvr>
                                        <p:cTn id="33" dur="500"/>
                                        <p:tgtEl>
                                          <p:spTgt spid="48"/>
                                        </p:tgtEl>
                                      </p:cBhvr>
                                    </p:animEffect>
                                  </p:childTnLst>
                                </p:cTn>
                              </p:par>
                            </p:childTnLst>
                          </p:cTn>
                        </p:par>
                        <p:par>
                          <p:cTn id="34" fill="hold">
                            <p:stCondLst>
                              <p:cond delay="2500"/>
                            </p:stCondLst>
                            <p:childTnLst>
                              <p:par>
                                <p:cTn id="35" presetID="10" presetClass="entr" presetSubtype="0" fill="hold" grpId="0" nodeType="afterEffect" nodePh="1">
                                  <p:stCondLst>
                                    <p:cond delay="0"/>
                                  </p:stCondLst>
                                  <p:endCondLst>
                                    <p:cond evt="begin" delay="0">
                                      <p:tn val="35"/>
                                    </p:cond>
                                  </p:endCondLst>
                                  <p:childTnLst>
                                    <p:set>
                                      <p:cBhvr>
                                        <p:cTn id="36" dur="1" fill="hold">
                                          <p:stCondLst>
                                            <p:cond delay="0"/>
                                          </p:stCondLst>
                                        </p:cTn>
                                        <p:tgtEl>
                                          <p:spTgt spid="49"/>
                                        </p:tgtEl>
                                        <p:attrNameLst>
                                          <p:attrName>style.visibility</p:attrName>
                                        </p:attrNameLst>
                                      </p:cBhvr>
                                      <p:to>
                                        <p:strVal val="visible"/>
                                      </p:to>
                                    </p:set>
                                    <p:animEffect transition="in" filter="fade">
                                      <p:cBhvr>
                                        <p:cTn id="37" dur="500"/>
                                        <p:tgtEl>
                                          <p:spTgt spid="49"/>
                                        </p:tgtEl>
                                      </p:cBhvr>
                                    </p:animEffect>
                                  </p:childTnLst>
                                </p:cTn>
                              </p:par>
                              <p:par>
                                <p:cTn id="38" presetID="22" presetClass="entr" presetSubtype="2" fill="hold"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right)">
                                      <p:cBhvr>
                                        <p:cTn id="40" dur="500"/>
                                        <p:tgtEl>
                                          <p:spTgt spid="31"/>
                                        </p:tgtEl>
                                      </p:cBhvr>
                                    </p:animEffect>
                                  </p:childTnLst>
                                </p:cTn>
                              </p:par>
                            </p:childTnLst>
                          </p:cTn>
                        </p:par>
                        <p:par>
                          <p:cTn id="41" fill="hold">
                            <p:stCondLst>
                              <p:cond delay="3000"/>
                            </p:stCondLst>
                            <p:childTnLst>
                              <p:par>
                                <p:cTn id="42" presetID="10" presetClass="entr" presetSubtype="0" fill="hold" grpId="0" nodeType="afterEffect" nodePh="1">
                                  <p:stCondLst>
                                    <p:cond delay="0"/>
                                  </p:stCondLst>
                                  <p:endCondLst>
                                    <p:cond evt="begin" delay="0">
                                      <p:tn val="42"/>
                                    </p:cond>
                                  </p:endCondLst>
                                  <p:childTnLst>
                                    <p:set>
                                      <p:cBhvr>
                                        <p:cTn id="43" dur="1" fill="hold">
                                          <p:stCondLst>
                                            <p:cond delay="0"/>
                                          </p:stCondLst>
                                        </p:cTn>
                                        <p:tgtEl>
                                          <p:spTgt spid="69"/>
                                        </p:tgtEl>
                                        <p:attrNameLst>
                                          <p:attrName>style.visibility</p:attrName>
                                        </p:attrNameLst>
                                      </p:cBhvr>
                                      <p:to>
                                        <p:strVal val="visible"/>
                                      </p:to>
                                    </p:set>
                                    <p:animEffect transition="in" filter="fade">
                                      <p:cBhvr>
                                        <p:cTn id="44" dur="500"/>
                                        <p:tgtEl>
                                          <p:spTgt spid="69"/>
                                        </p:tgtEl>
                                      </p:cBhvr>
                                    </p:animEffect>
                                  </p:childTnLst>
                                </p:cTn>
                              </p:par>
                            </p:childTnLst>
                          </p:cTn>
                        </p:par>
                        <p:par>
                          <p:cTn id="45" fill="hold">
                            <p:stCondLst>
                              <p:cond delay="3500"/>
                            </p:stCondLst>
                            <p:childTnLst>
                              <p:par>
                                <p:cTn id="46" presetID="42" presetClass="entr" presetSubtype="0" fill="hold" grpId="0" nodeType="after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fade">
                                      <p:cBhvr>
                                        <p:cTn id="48" dur="500"/>
                                        <p:tgtEl>
                                          <p:spTgt spid="2"/>
                                        </p:tgtEl>
                                      </p:cBhvr>
                                    </p:animEffect>
                                    <p:anim calcmode="lin" valueType="num">
                                      <p:cBhvr>
                                        <p:cTn id="49" dur="500" fill="hold"/>
                                        <p:tgtEl>
                                          <p:spTgt spid="2"/>
                                        </p:tgtEl>
                                        <p:attrNameLst>
                                          <p:attrName>ppt_x</p:attrName>
                                        </p:attrNameLst>
                                      </p:cBhvr>
                                      <p:tavLst>
                                        <p:tav tm="0">
                                          <p:val>
                                            <p:strVal val="#ppt_x"/>
                                          </p:val>
                                        </p:tav>
                                        <p:tav tm="100000">
                                          <p:val>
                                            <p:strVal val="#ppt_x"/>
                                          </p:val>
                                        </p:tav>
                                      </p:tavLst>
                                    </p:anim>
                                    <p:anim calcmode="lin" valueType="num">
                                      <p:cBhvr>
                                        <p:cTn id="50" dur="500" fill="hold"/>
                                        <p:tgtEl>
                                          <p:spTgt spid="2"/>
                                        </p:tgtEl>
                                        <p:attrNameLst>
                                          <p:attrName>ppt_y</p:attrName>
                                        </p:attrNameLst>
                                      </p:cBhvr>
                                      <p:tavLst>
                                        <p:tav tm="0">
                                          <p:val>
                                            <p:strVal val="#ppt_y+.1"/>
                                          </p:val>
                                        </p:tav>
                                        <p:tav tm="100000">
                                          <p:val>
                                            <p:strVal val="#ppt_y"/>
                                          </p:val>
                                        </p:tav>
                                      </p:tavLst>
                                    </p:anim>
                                  </p:childTnLst>
                                </p:cTn>
                              </p:par>
                            </p:childTnLst>
                          </p:cTn>
                        </p:par>
                        <p:par>
                          <p:cTn id="51" fill="hold">
                            <p:stCondLst>
                              <p:cond delay="4000"/>
                            </p:stCondLst>
                            <p:childTnLst>
                              <p:par>
                                <p:cTn id="52" presetID="42" presetClass="entr" presetSubtype="0" fill="hold" grpId="0" nodeType="after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fade">
                                      <p:cBhvr>
                                        <p:cTn id="54" dur="500"/>
                                        <p:tgtEl>
                                          <p:spTgt spid="3"/>
                                        </p:tgtEl>
                                      </p:cBhvr>
                                    </p:animEffect>
                                    <p:anim calcmode="lin" valueType="num">
                                      <p:cBhvr>
                                        <p:cTn id="55" dur="500" fill="hold"/>
                                        <p:tgtEl>
                                          <p:spTgt spid="3"/>
                                        </p:tgtEl>
                                        <p:attrNameLst>
                                          <p:attrName>ppt_x</p:attrName>
                                        </p:attrNameLst>
                                      </p:cBhvr>
                                      <p:tavLst>
                                        <p:tav tm="0">
                                          <p:val>
                                            <p:strVal val="#ppt_x"/>
                                          </p:val>
                                        </p:tav>
                                        <p:tav tm="100000">
                                          <p:val>
                                            <p:strVal val="#ppt_x"/>
                                          </p:val>
                                        </p:tav>
                                      </p:tavLst>
                                    </p:anim>
                                    <p:anim calcmode="lin" valueType="num">
                                      <p:cBhvr>
                                        <p:cTn id="56" dur="500" fill="hold"/>
                                        <p:tgtEl>
                                          <p:spTgt spid="3"/>
                                        </p:tgtEl>
                                        <p:attrNameLst>
                                          <p:attrName>ppt_y</p:attrName>
                                        </p:attrNameLst>
                                      </p:cBhvr>
                                      <p:tavLst>
                                        <p:tav tm="0">
                                          <p:val>
                                            <p:strVal val="#ppt_y+.1"/>
                                          </p:val>
                                        </p:tav>
                                        <p:tav tm="100000">
                                          <p:val>
                                            <p:strVal val="#ppt_y"/>
                                          </p:val>
                                        </p:tav>
                                      </p:tavLst>
                                    </p:anim>
                                  </p:childTnLst>
                                </p:cTn>
                              </p:par>
                            </p:childTnLst>
                          </p:cTn>
                        </p:par>
                        <p:par>
                          <p:cTn id="57" fill="hold">
                            <p:stCondLst>
                              <p:cond delay="4500"/>
                            </p:stCondLst>
                            <p:childTnLst>
                              <p:par>
                                <p:cTn id="58" presetID="42" presetClass="entr" presetSubtype="0" fill="hold" grpId="0" nodeType="after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fade">
                                      <p:cBhvr>
                                        <p:cTn id="60" dur="500"/>
                                        <p:tgtEl>
                                          <p:spTgt spid="4"/>
                                        </p:tgtEl>
                                      </p:cBhvr>
                                    </p:animEffect>
                                    <p:anim calcmode="lin" valueType="num">
                                      <p:cBhvr>
                                        <p:cTn id="61" dur="500" fill="hold"/>
                                        <p:tgtEl>
                                          <p:spTgt spid="4"/>
                                        </p:tgtEl>
                                        <p:attrNameLst>
                                          <p:attrName>ppt_x</p:attrName>
                                        </p:attrNameLst>
                                      </p:cBhvr>
                                      <p:tavLst>
                                        <p:tav tm="0">
                                          <p:val>
                                            <p:strVal val="#ppt_x"/>
                                          </p:val>
                                        </p:tav>
                                        <p:tav tm="100000">
                                          <p:val>
                                            <p:strVal val="#ppt_x"/>
                                          </p:val>
                                        </p:tav>
                                      </p:tavLst>
                                    </p:anim>
                                    <p:anim calcmode="lin" valueType="num">
                                      <p:cBhvr>
                                        <p:cTn id="62" dur="500" fill="hold"/>
                                        <p:tgtEl>
                                          <p:spTgt spid="4"/>
                                        </p:tgtEl>
                                        <p:attrNameLst>
                                          <p:attrName>ppt_y</p:attrName>
                                        </p:attrNameLst>
                                      </p:cBhvr>
                                      <p:tavLst>
                                        <p:tav tm="0">
                                          <p:val>
                                            <p:strVal val="#ppt_y+.1"/>
                                          </p:val>
                                        </p:tav>
                                        <p:tav tm="100000">
                                          <p:val>
                                            <p:strVal val="#ppt_y"/>
                                          </p:val>
                                        </p:tav>
                                      </p:tavLst>
                                    </p:anim>
                                  </p:childTnLst>
                                </p:cTn>
                              </p:par>
                            </p:childTnLst>
                          </p:cTn>
                        </p:par>
                        <p:par>
                          <p:cTn id="63" fill="hold">
                            <p:stCondLst>
                              <p:cond delay="5000"/>
                            </p:stCondLst>
                            <p:childTnLst>
                              <p:par>
                                <p:cTn id="64" presetID="42" presetClass="entr" presetSubtype="0" fill="hold" grpId="0" nodeType="afterEffect">
                                  <p:stCondLst>
                                    <p:cond delay="0"/>
                                  </p:stCondLst>
                                  <p:childTnLst>
                                    <p:set>
                                      <p:cBhvr>
                                        <p:cTn id="65" dur="1" fill="hold">
                                          <p:stCondLst>
                                            <p:cond delay="0"/>
                                          </p:stCondLst>
                                        </p:cTn>
                                        <p:tgtEl>
                                          <p:spTgt spid="6"/>
                                        </p:tgtEl>
                                        <p:attrNameLst>
                                          <p:attrName>style.visibility</p:attrName>
                                        </p:attrNameLst>
                                      </p:cBhvr>
                                      <p:to>
                                        <p:strVal val="visible"/>
                                      </p:to>
                                    </p:set>
                                    <p:animEffect transition="in" filter="fade">
                                      <p:cBhvr>
                                        <p:cTn id="66" dur="500"/>
                                        <p:tgtEl>
                                          <p:spTgt spid="6"/>
                                        </p:tgtEl>
                                      </p:cBhvr>
                                    </p:animEffect>
                                    <p:anim calcmode="lin" valueType="num">
                                      <p:cBhvr>
                                        <p:cTn id="67" dur="500" fill="hold"/>
                                        <p:tgtEl>
                                          <p:spTgt spid="6"/>
                                        </p:tgtEl>
                                        <p:attrNameLst>
                                          <p:attrName>ppt_x</p:attrName>
                                        </p:attrNameLst>
                                      </p:cBhvr>
                                      <p:tavLst>
                                        <p:tav tm="0">
                                          <p:val>
                                            <p:strVal val="#ppt_x"/>
                                          </p:val>
                                        </p:tav>
                                        <p:tav tm="100000">
                                          <p:val>
                                            <p:strVal val="#ppt_x"/>
                                          </p:val>
                                        </p:tav>
                                      </p:tavLst>
                                    </p:anim>
                                    <p:anim calcmode="lin" valueType="num">
                                      <p:cBhvr>
                                        <p:cTn id="68" dur="500" fill="hold"/>
                                        <p:tgtEl>
                                          <p:spTgt spid="6"/>
                                        </p:tgtEl>
                                        <p:attrNameLst>
                                          <p:attrName>ppt_y</p:attrName>
                                        </p:attrNameLst>
                                      </p:cBhvr>
                                      <p:tavLst>
                                        <p:tav tm="0">
                                          <p:val>
                                            <p:strVal val="#ppt_y+.1"/>
                                          </p:val>
                                        </p:tav>
                                        <p:tav tm="100000">
                                          <p:val>
                                            <p:strVal val="#ppt_y"/>
                                          </p:val>
                                        </p:tav>
                                      </p:tavLst>
                                    </p:anim>
                                  </p:childTnLst>
                                </p:cTn>
                              </p:par>
                            </p:childTnLst>
                          </p:cTn>
                        </p:par>
                        <p:par>
                          <p:cTn id="69" fill="hold">
                            <p:stCondLst>
                              <p:cond delay="5500"/>
                            </p:stCondLst>
                            <p:childTnLst>
                              <p:par>
                                <p:cTn id="70" presetID="42" presetClass="entr" presetSubtype="0" fill="hold" grpId="0" nodeType="afterEffect">
                                  <p:stCondLst>
                                    <p:cond delay="0"/>
                                  </p:stCondLst>
                                  <p:childTnLst>
                                    <p:set>
                                      <p:cBhvr>
                                        <p:cTn id="71" dur="1" fill="hold">
                                          <p:stCondLst>
                                            <p:cond delay="0"/>
                                          </p:stCondLst>
                                        </p:cTn>
                                        <p:tgtEl>
                                          <p:spTgt spid="7"/>
                                        </p:tgtEl>
                                        <p:attrNameLst>
                                          <p:attrName>style.visibility</p:attrName>
                                        </p:attrNameLst>
                                      </p:cBhvr>
                                      <p:to>
                                        <p:strVal val="visible"/>
                                      </p:to>
                                    </p:set>
                                    <p:animEffect transition="in" filter="fade">
                                      <p:cBhvr>
                                        <p:cTn id="72" dur="500"/>
                                        <p:tgtEl>
                                          <p:spTgt spid="7"/>
                                        </p:tgtEl>
                                      </p:cBhvr>
                                    </p:animEffect>
                                    <p:anim calcmode="lin" valueType="num">
                                      <p:cBhvr>
                                        <p:cTn id="73" dur="500" fill="hold"/>
                                        <p:tgtEl>
                                          <p:spTgt spid="7"/>
                                        </p:tgtEl>
                                        <p:attrNameLst>
                                          <p:attrName>ppt_x</p:attrName>
                                        </p:attrNameLst>
                                      </p:cBhvr>
                                      <p:tavLst>
                                        <p:tav tm="0">
                                          <p:val>
                                            <p:strVal val="#ppt_x"/>
                                          </p:val>
                                        </p:tav>
                                        <p:tav tm="100000">
                                          <p:val>
                                            <p:strVal val="#ppt_x"/>
                                          </p:val>
                                        </p:tav>
                                      </p:tavLst>
                                    </p:anim>
                                    <p:anim calcmode="lin" valueType="num">
                                      <p:cBhvr>
                                        <p:cTn id="74" dur="500" fill="hold"/>
                                        <p:tgtEl>
                                          <p:spTgt spid="7"/>
                                        </p:tgtEl>
                                        <p:attrNameLst>
                                          <p:attrName>ppt_y</p:attrName>
                                        </p:attrNameLst>
                                      </p:cBhvr>
                                      <p:tavLst>
                                        <p:tav tm="0">
                                          <p:val>
                                            <p:strVal val="#ppt_y+.1"/>
                                          </p:val>
                                        </p:tav>
                                        <p:tav tm="100000">
                                          <p:val>
                                            <p:strVal val="#ppt_y"/>
                                          </p:val>
                                        </p:tav>
                                      </p:tavLst>
                                    </p:anim>
                                  </p:childTnLst>
                                </p:cTn>
                              </p:par>
                            </p:childTnLst>
                          </p:cTn>
                        </p:par>
                        <p:par>
                          <p:cTn id="75" fill="hold">
                            <p:stCondLst>
                              <p:cond delay="6000"/>
                            </p:stCondLst>
                            <p:childTnLst>
                              <p:par>
                                <p:cTn id="76" presetID="10" presetClass="entr" presetSubtype="0" fill="hold" nodeType="afterEffect">
                                  <p:stCondLst>
                                    <p:cond delay="0"/>
                                  </p:stCondLst>
                                  <p:childTnLst>
                                    <p:set>
                                      <p:cBhvr>
                                        <p:cTn id="77" dur="1" fill="hold">
                                          <p:stCondLst>
                                            <p:cond delay="0"/>
                                          </p:stCondLst>
                                        </p:cTn>
                                        <p:tgtEl>
                                          <p:spTgt spid="8"/>
                                        </p:tgtEl>
                                        <p:attrNameLst>
                                          <p:attrName>style.visibility</p:attrName>
                                        </p:attrNameLst>
                                      </p:cBhvr>
                                      <p:to>
                                        <p:strVal val="visible"/>
                                      </p:to>
                                    </p:set>
                                    <p:animEffect transition="in" filter="fade">
                                      <p:cBhvr>
                                        <p:cTn id="78" dur="500"/>
                                        <p:tgtEl>
                                          <p:spTgt spid="8"/>
                                        </p:tgtEl>
                                      </p:cBhvr>
                                    </p:animEffect>
                                  </p:childTnLst>
                                </p:cTn>
                              </p:par>
                              <p:par>
                                <p:cTn id="79" presetID="22" presetClass="entr" presetSubtype="8"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wipe(left)">
                                      <p:cBhvr>
                                        <p:cTn id="8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animBg="1"/>
      <p:bldP spid="5" grpId="0"/>
      <p:bldP spid="48" grpId="0"/>
      <p:bldP spid="49" grpId="0"/>
      <p:bldP spid="28" grpId="0"/>
      <p:bldP spid="69" grpId="0"/>
      <p:bldP spid="2" grpId="0" animBg="1"/>
      <p:bldP spid="3" grpId="0" animBg="1"/>
      <p:bldP spid="4" grpId="0" animBg="1"/>
      <p:bldP spid="6"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032935" y="4191000"/>
            <a:ext cx="2726266" cy="1413934"/>
          </a:xfrm>
          <a:prstGeom prst="roundRect">
            <a:avLst/>
          </a:prstGeom>
          <a:solidFill>
            <a:srgbClr val="F8C471"/>
          </a:solidFill>
          <a:ln>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a:p>
            <a:pPr algn="ctr"/>
            <a:endParaRPr lang="en-US" dirty="0"/>
          </a:p>
          <a:p>
            <a:pPr algn="ctr"/>
            <a:endParaRPr lang="en-US" dirty="0"/>
          </a:p>
          <a:p>
            <a:pPr algn="ctr"/>
            <a:r>
              <a:rPr lang="en-US" dirty="0"/>
              <a:t>             </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r>
              <a:rPr lang="en-US" dirty="0"/>
              <a:t>           </a:t>
            </a:r>
          </a:p>
          <a:p>
            <a:pPr algn="ctr"/>
            <a:r>
              <a:rPr lang="en-US" sz="1600" b="1" dirty="0">
                <a:latin typeface="Segoe UI Black" pitchFamily="34" charset="0"/>
                <a:ea typeface="Segoe UI Black" pitchFamily="34" charset="0"/>
              </a:rPr>
              <a:t>            </a:t>
            </a:r>
            <a:r>
              <a:rPr lang="en-US" sz="1600" b="1" dirty="0">
                <a:solidFill>
                  <a:schemeClr val="tx1"/>
                </a:solidFill>
                <a:latin typeface="Segoe UI Black" pitchFamily="34" charset="0"/>
                <a:ea typeface="Segoe UI Black" pitchFamily="34" charset="0"/>
              </a:rPr>
              <a:t>Permaweld</a:t>
            </a:r>
          </a:p>
          <a:p>
            <a:pPr algn="ctr"/>
            <a:endParaRPr lang="en-US" sz="1600" b="1" dirty="0">
              <a:solidFill>
                <a:schemeClr val="tx1"/>
              </a:solidFill>
              <a:latin typeface="Segoe UI Black" pitchFamily="34" charset="0"/>
              <a:ea typeface="Segoe UI Black" pitchFamily="34" charset="0"/>
            </a:endParaRPr>
          </a:p>
          <a:p>
            <a:pPr algn="ctr"/>
            <a:r>
              <a:rPr lang="en-US" sz="1600" b="1" dirty="0">
                <a:solidFill>
                  <a:schemeClr val="tx1"/>
                </a:solidFill>
                <a:latin typeface="Segoe UI Black" pitchFamily="34" charset="0"/>
                <a:ea typeface="Segoe UI Black" pitchFamily="34" charset="0"/>
              </a:rPr>
              <a:t>Bangalore, Karnataka</a:t>
            </a:r>
            <a:endParaRPr lang="en-US" b="1" dirty="0">
              <a:solidFill>
                <a:schemeClr val="tx1"/>
              </a:solidFill>
              <a:latin typeface="Segoe UI Black" pitchFamily="34" charset="0"/>
              <a:ea typeface="Segoe UI Black" pitchFamily="34" charset="0"/>
            </a:endParaRP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pic>
        <p:nvPicPr>
          <p:cNvPr id="5" name="Picture 4" descr="permaweld.jpg"/>
          <p:cNvPicPr>
            <a:picLocks noChangeAspect="1"/>
          </p:cNvPicPr>
          <p:nvPr/>
        </p:nvPicPr>
        <p:blipFill>
          <a:blip r:embed="rId2"/>
          <a:stretch>
            <a:fillRect/>
          </a:stretch>
        </p:blipFill>
        <p:spPr>
          <a:xfrm>
            <a:off x="1270000" y="4320116"/>
            <a:ext cx="795215" cy="861483"/>
          </a:xfrm>
          <a:prstGeom prst="rect">
            <a:avLst/>
          </a:prstGeom>
        </p:spPr>
      </p:pic>
      <p:sp>
        <p:nvSpPr>
          <p:cNvPr id="6" name="Rounded Rectangle 5"/>
          <p:cNvSpPr/>
          <p:nvPr/>
        </p:nvSpPr>
        <p:spPr>
          <a:xfrm>
            <a:off x="1049867" y="2573867"/>
            <a:ext cx="2726266" cy="1413934"/>
          </a:xfrm>
          <a:prstGeom prst="roundRect">
            <a:avLst/>
          </a:prstGeom>
          <a:solidFill>
            <a:schemeClr val="tx2"/>
          </a:solidFill>
          <a:ln>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a:p>
            <a:pPr algn="ctr"/>
            <a:endParaRPr lang="en-US" dirty="0"/>
          </a:p>
          <a:p>
            <a:pPr algn="ctr"/>
            <a:r>
              <a:rPr lang="en-US" dirty="0"/>
              <a:t>  </a:t>
            </a:r>
            <a:r>
              <a:rPr lang="en-US" b="1" dirty="0">
                <a:latin typeface="Segoe UI Black" pitchFamily="34" charset="0"/>
                <a:ea typeface="Segoe UI Black" pitchFamily="34" charset="0"/>
              </a:rPr>
              <a:t>Crescent World</a:t>
            </a:r>
          </a:p>
          <a:p>
            <a:pPr algn="ctr"/>
            <a:r>
              <a:rPr lang="en-US" b="1" dirty="0">
                <a:latin typeface="Segoe UI Black" pitchFamily="34" charset="0"/>
                <a:ea typeface="Segoe UI Black" pitchFamily="34" charset="0"/>
              </a:rPr>
              <a:t>Ahmedabad</a:t>
            </a:r>
          </a:p>
        </p:txBody>
      </p:sp>
      <p:pic>
        <p:nvPicPr>
          <p:cNvPr id="8" name="Picture 7" descr="crescent.jpg"/>
          <p:cNvPicPr>
            <a:picLocks noChangeAspect="1"/>
          </p:cNvPicPr>
          <p:nvPr/>
        </p:nvPicPr>
        <p:blipFill>
          <a:blip r:embed="rId3"/>
          <a:stretch>
            <a:fillRect/>
          </a:stretch>
        </p:blipFill>
        <p:spPr>
          <a:xfrm>
            <a:off x="1312333" y="2658535"/>
            <a:ext cx="2235193" cy="558798"/>
          </a:xfrm>
          <a:prstGeom prst="rect">
            <a:avLst/>
          </a:prstGeom>
        </p:spPr>
      </p:pic>
      <p:sp>
        <p:nvSpPr>
          <p:cNvPr id="10" name="Rounded Rectangle 9"/>
          <p:cNvSpPr/>
          <p:nvPr/>
        </p:nvSpPr>
        <p:spPr>
          <a:xfrm>
            <a:off x="8094134" y="948268"/>
            <a:ext cx="2726266" cy="1413934"/>
          </a:xfrm>
          <a:prstGeom prst="roundRect">
            <a:avLst/>
          </a:prstGeom>
          <a:solidFill>
            <a:schemeClr val="accent2">
              <a:lumMod val="75000"/>
            </a:schemeClr>
          </a:solidFill>
          <a:ln>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a:p>
            <a:pPr algn="ctr"/>
            <a:endParaRPr lang="en-US" dirty="0"/>
          </a:p>
          <a:p>
            <a:pPr algn="ctr"/>
            <a:endParaRPr lang="en-US" dirty="0"/>
          </a:p>
          <a:p>
            <a:pPr algn="ctr"/>
            <a:r>
              <a:rPr lang="en-US" dirty="0"/>
              <a:t> </a:t>
            </a:r>
            <a:r>
              <a:rPr lang="en-US" sz="1400" b="1" dirty="0">
                <a:latin typeface="Segoe UI Black" pitchFamily="34" charset="0"/>
                <a:ea typeface="Segoe UI Black" pitchFamily="34" charset="0"/>
              </a:rPr>
              <a:t>Arastu Systems Pvt. Ltd</a:t>
            </a:r>
          </a:p>
          <a:p>
            <a:pPr algn="ctr"/>
            <a:r>
              <a:rPr lang="en-US" sz="1400" b="1" dirty="0">
                <a:latin typeface="Segoe UI Black" pitchFamily="34" charset="0"/>
                <a:ea typeface="Segoe UI Black" pitchFamily="34" charset="0"/>
              </a:rPr>
              <a:t>Ahmedabad</a:t>
            </a:r>
          </a:p>
          <a:p>
            <a:pPr algn="ctr"/>
            <a:endParaRPr lang="en-US" dirty="0"/>
          </a:p>
        </p:txBody>
      </p:sp>
      <p:pic>
        <p:nvPicPr>
          <p:cNvPr id="11" name="Picture 10" descr="Arastu.png"/>
          <p:cNvPicPr>
            <a:picLocks noChangeAspect="1"/>
          </p:cNvPicPr>
          <p:nvPr/>
        </p:nvPicPr>
        <p:blipFill>
          <a:blip r:embed="rId4"/>
          <a:stretch>
            <a:fillRect/>
          </a:stretch>
        </p:blipFill>
        <p:spPr>
          <a:xfrm>
            <a:off x="8682144" y="1032934"/>
            <a:ext cx="1715166" cy="668867"/>
          </a:xfrm>
          <a:prstGeom prst="rect">
            <a:avLst/>
          </a:prstGeom>
        </p:spPr>
      </p:pic>
      <p:sp>
        <p:nvSpPr>
          <p:cNvPr id="12" name="Rounded Rectangle 11"/>
          <p:cNvSpPr/>
          <p:nvPr/>
        </p:nvSpPr>
        <p:spPr>
          <a:xfrm>
            <a:off x="4639733" y="2624668"/>
            <a:ext cx="2726266" cy="1413934"/>
          </a:xfrm>
          <a:prstGeom prst="roundRect">
            <a:avLst/>
          </a:prstGeom>
          <a:solidFill>
            <a:schemeClr val="tx1">
              <a:lumMod val="85000"/>
              <a:lumOff val="15000"/>
            </a:schemeClr>
          </a:solidFill>
          <a:ln>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a:p>
            <a:pPr algn="ctr"/>
            <a:endParaRPr lang="en-US" dirty="0"/>
          </a:p>
          <a:p>
            <a:pPr algn="ctr"/>
            <a:endParaRPr lang="en-US" dirty="0"/>
          </a:p>
          <a:p>
            <a:pPr algn="ctr"/>
            <a:r>
              <a:rPr lang="en-US" b="1" dirty="0">
                <a:latin typeface="Segoe UI Black" pitchFamily="34" charset="0"/>
                <a:ea typeface="Segoe UI Black" pitchFamily="34" charset="0"/>
              </a:rPr>
              <a:t>   </a:t>
            </a:r>
          </a:p>
          <a:p>
            <a:pPr algn="ctr"/>
            <a:endParaRPr lang="en-US" b="1" dirty="0">
              <a:latin typeface="Segoe UI Black" pitchFamily="34" charset="0"/>
              <a:ea typeface="Segoe UI Black" pitchFamily="34" charset="0"/>
            </a:endParaRPr>
          </a:p>
          <a:p>
            <a:pPr algn="ctr"/>
            <a:endParaRPr lang="en-US" b="1" dirty="0">
              <a:latin typeface="Segoe UI Black" pitchFamily="34" charset="0"/>
              <a:ea typeface="Segoe UI Black" pitchFamily="34" charset="0"/>
            </a:endParaRPr>
          </a:p>
          <a:p>
            <a:pPr algn="ctr"/>
            <a:endParaRPr lang="en-US" b="1" dirty="0">
              <a:latin typeface="Segoe UI Black" pitchFamily="34" charset="0"/>
              <a:ea typeface="Segoe UI Black" pitchFamily="34" charset="0"/>
            </a:endParaRPr>
          </a:p>
          <a:p>
            <a:pPr algn="ctr"/>
            <a:endParaRPr lang="en-US" dirty="0">
              <a:latin typeface="Segoe UI Black" pitchFamily="34" charset="0"/>
              <a:ea typeface="Segoe UI Black" pitchFamily="34" charset="0"/>
            </a:endParaRPr>
          </a:p>
          <a:p>
            <a:pPr algn="ctr"/>
            <a:r>
              <a:rPr lang="en-US" b="1" dirty="0">
                <a:latin typeface="Segoe UI Black" pitchFamily="34" charset="0"/>
                <a:ea typeface="Segoe UI Black" pitchFamily="34" charset="0"/>
              </a:rPr>
              <a:t> Parabia</a:t>
            </a:r>
          </a:p>
          <a:p>
            <a:pPr algn="ctr"/>
            <a:r>
              <a:rPr lang="en-US" b="1" dirty="0">
                <a:latin typeface="Segoe UI Black" pitchFamily="34" charset="0"/>
                <a:ea typeface="Segoe UI Black" pitchFamily="34" charset="0"/>
              </a:rPr>
              <a:t>                Transport</a:t>
            </a:r>
          </a:p>
          <a:p>
            <a:pPr algn="ctr"/>
            <a:r>
              <a:rPr lang="en-US" b="1" dirty="0">
                <a:latin typeface="Segoe UI Black" pitchFamily="34" charset="0"/>
                <a:ea typeface="Segoe UI Black" pitchFamily="34" charset="0"/>
              </a:rPr>
              <a:t>                 Vadodara</a:t>
            </a:r>
          </a:p>
          <a:p>
            <a:pPr algn="ctr"/>
            <a:endParaRPr lang="en-US" b="1" dirty="0">
              <a:latin typeface="Segoe UI Black" pitchFamily="34" charset="0"/>
              <a:ea typeface="Segoe UI Black" pitchFamily="34" charset="0"/>
            </a:endParaRPr>
          </a:p>
          <a:p>
            <a:pPr algn="ctr"/>
            <a:endParaRPr lang="en-US" b="1" dirty="0">
              <a:latin typeface="Segoe UI Black" pitchFamily="34" charset="0"/>
              <a:ea typeface="Segoe UI Black" pitchFamily="34" charset="0"/>
            </a:endParaRPr>
          </a:p>
          <a:p>
            <a:pPr algn="ctr"/>
            <a:endParaRPr lang="en-US" b="1" dirty="0">
              <a:latin typeface="Segoe UI Black" pitchFamily="34" charset="0"/>
              <a:ea typeface="Segoe UI Black" pitchFamily="34" charset="0"/>
            </a:endParaRPr>
          </a:p>
          <a:p>
            <a:pPr algn="ctr"/>
            <a:endParaRPr lang="en-US" b="1" dirty="0">
              <a:latin typeface="Segoe UI Black" pitchFamily="34" charset="0"/>
              <a:ea typeface="Segoe UI Black" pitchFamily="34" charset="0"/>
            </a:endParaRPr>
          </a:p>
          <a:p>
            <a:pPr algn="ctr"/>
            <a:endParaRPr lang="en-US" dirty="0"/>
          </a:p>
          <a:p>
            <a:pPr algn="ctr"/>
            <a:endParaRPr lang="en-US" dirty="0"/>
          </a:p>
          <a:p>
            <a:pPr algn="ctr"/>
            <a:endParaRPr lang="en-US" dirty="0"/>
          </a:p>
          <a:p>
            <a:pPr algn="ctr"/>
            <a:endParaRPr lang="en-US" dirty="0"/>
          </a:p>
          <a:p>
            <a:pPr algn="ctr"/>
            <a:endParaRPr lang="en-US" dirty="0"/>
          </a:p>
        </p:txBody>
      </p:sp>
      <p:sp>
        <p:nvSpPr>
          <p:cNvPr id="57346" name="AutoShape 2" descr="Trinity - Medical record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7" name="Picture 16" descr="jh parbia.png"/>
          <p:cNvPicPr>
            <a:picLocks noChangeAspect="1"/>
          </p:cNvPicPr>
          <p:nvPr/>
        </p:nvPicPr>
        <p:blipFill>
          <a:blip r:embed="rId5"/>
          <a:stretch>
            <a:fillRect/>
          </a:stretch>
        </p:blipFill>
        <p:spPr>
          <a:xfrm>
            <a:off x="4817138" y="2954020"/>
            <a:ext cx="618461" cy="818270"/>
          </a:xfrm>
          <a:prstGeom prst="rect">
            <a:avLst/>
          </a:prstGeom>
        </p:spPr>
      </p:pic>
      <p:pic>
        <p:nvPicPr>
          <p:cNvPr id="20" name="Picture 19" descr="Orena_Logo_Final.png"/>
          <p:cNvPicPr>
            <a:picLocks noChangeAspect="1"/>
          </p:cNvPicPr>
          <p:nvPr/>
        </p:nvPicPr>
        <p:blipFill>
          <a:blip r:embed="rId6" cstate="screen"/>
          <a:stretch>
            <a:fillRect/>
          </a:stretch>
        </p:blipFill>
        <p:spPr>
          <a:xfrm>
            <a:off x="10276703" y="5647268"/>
            <a:ext cx="1794690" cy="1210731"/>
          </a:xfrm>
          <a:prstGeom prst="rect">
            <a:avLst/>
          </a:prstGeom>
        </p:spPr>
      </p:pic>
      <p:sp>
        <p:nvSpPr>
          <p:cNvPr id="22" name="Rounded Rectangle 21"/>
          <p:cNvSpPr/>
          <p:nvPr/>
        </p:nvSpPr>
        <p:spPr>
          <a:xfrm>
            <a:off x="8094133" y="4233334"/>
            <a:ext cx="2726266" cy="1413934"/>
          </a:xfrm>
          <a:prstGeom prst="roundRect">
            <a:avLst/>
          </a:prstGeom>
          <a:solidFill>
            <a:schemeClr val="accent3">
              <a:lumMod val="50000"/>
            </a:schemeClr>
          </a:solidFill>
          <a:ln>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r"/>
            <a:endParaRPr lang="en-US" b="1" dirty="0">
              <a:solidFill>
                <a:schemeClr val="bg2"/>
              </a:solidFill>
              <a:latin typeface="Segoe UI"/>
              <a:cs typeface="Segoe UI"/>
            </a:endParaRPr>
          </a:p>
          <a:p>
            <a:pPr algn="r"/>
            <a:endParaRPr lang="en-US" b="1" dirty="0">
              <a:solidFill>
                <a:schemeClr val="bg2"/>
              </a:solidFill>
              <a:latin typeface="Segoe UI"/>
              <a:cs typeface="Segoe UI"/>
            </a:endParaRPr>
          </a:p>
          <a:p>
            <a:pPr algn="r"/>
            <a:r>
              <a:rPr lang="en-US" b="1" dirty="0">
                <a:solidFill>
                  <a:schemeClr val="bg2"/>
                </a:solidFill>
                <a:latin typeface="Segoe UI"/>
                <a:cs typeface="Segoe UI"/>
              </a:rPr>
              <a:t>Jenex Technologies </a:t>
            </a:r>
          </a:p>
          <a:p>
            <a:pPr algn="r"/>
            <a:r>
              <a:rPr lang="en-US" b="1" dirty="0">
                <a:solidFill>
                  <a:schemeClr val="bg2"/>
                </a:solidFill>
                <a:latin typeface="Segoe UI"/>
                <a:ea typeface="Source Sans Pro Light"/>
                <a:cs typeface="Segoe UI"/>
              </a:rPr>
              <a:t>Vadodara</a:t>
            </a:r>
            <a:endParaRPr lang="id-ID" b="1" dirty="0">
              <a:solidFill>
                <a:schemeClr val="bg2"/>
              </a:solidFill>
              <a:latin typeface="Segoe UI"/>
              <a:ea typeface="Source Sans Pro Light"/>
              <a:cs typeface="Segoe UI"/>
            </a:endParaRPr>
          </a:p>
        </p:txBody>
      </p:sp>
      <p:sp>
        <p:nvSpPr>
          <p:cNvPr id="23" name="Rounded Rectangle 22"/>
          <p:cNvSpPr/>
          <p:nvPr/>
        </p:nvSpPr>
        <p:spPr>
          <a:xfrm>
            <a:off x="1083733" y="888999"/>
            <a:ext cx="2726266" cy="1413934"/>
          </a:xfrm>
          <a:prstGeom prst="roundRect">
            <a:avLst/>
          </a:prstGeom>
          <a:solidFill>
            <a:srgbClr val="D75B5B"/>
          </a:solidFill>
          <a:ln>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a:p>
            <a:pPr algn="ctr"/>
            <a:endParaRPr lang="en-US" dirty="0"/>
          </a:p>
          <a:p>
            <a:pPr algn="ctr"/>
            <a:endParaRPr lang="en-US" dirty="0"/>
          </a:p>
          <a:p>
            <a:pPr algn="ctr"/>
            <a:r>
              <a:rPr lang="en-US" dirty="0"/>
              <a:t> </a:t>
            </a:r>
            <a:r>
              <a:rPr lang="en-US" b="1" dirty="0">
                <a:latin typeface="Segoe UI Black" pitchFamily="34" charset="0"/>
                <a:ea typeface="Segoe UI Black" pitchFamily="34" charset="0"/>
              </a:rPr>
              <a:t>Breno labs Pvt. Ltd</a:t>
            </a:r>
          </a:p>
          <a:p>
            <a:pPr algn="ctr"/>
            <a:r>
              <a:rPr lang="en-US" b="1" dirty="0">
                <a:latin typeface="Segoe UI Black" pitchFamily="34" charset="0"/>
                <a:ea typeface="Segoe UI Black" pitchFamily="34" charset="0"/>
              </a:rPr>
              <a:t>Bangalore</a:t>
            </a:r>
            <a:endParaRPr lang="id-ID" b="1" dirty="0">
              <a:latin typeface="Segoe UI Black" pitchFamily="34" charset="0"/>
              <a:ea typeface="Segoe UI Black" pitchFamily="34" charset="0"/>
            </a:endParaRPr>
          </a:p>
          <a:p>
            <a:pPr algn="ctr"/>
            <a:endParaRPr lang="en-US" dirty="0"/>
          </a:p>
        </p:txBody>
      </p:sp>
      <p:pic>
        <p:nvPicPr>
          <p:cNvPr id="24" name="Picture 23">
            <a:extLst>
              <a:ext uri="{FF2B5EF4-FFF2-40B4-BE49-F238E27FC236}">
                <a16:creationId xmlns:a16="http://schemas.microsoft.com/office/drawing/2014/main" id="{4E6134A3-048E-4509-928D-CEE1D0A8228A}"/>
              </a:ext>
            </a:extLst>
          </p:cNvPr>
          <p:cNvPicPr>
            <a:picLocks noChangeAspect="1"/>
          </p:cNvPicPr>
          <p:nvPr/>
        </p:nvPicPr>
        <p:blipFill rotWithShape="1">
          <a:blip r:embed="rId7">
            <a:extLst>
              <a:ext uri="{28A0092B-C50C-407E-A947-70E740481C1C}">
                <a14:useLocalDpi xmlns:a14="http://schemas.microsoft.com/office/drawing/2010/main" val="0"/>
              </a:ext>
            </a:extLst>
          </a:blip>
          <a:srcRect l="8526" t="22683" r="-8526" b="38542"/>
          <a:stretch/>
        </p:blipFill>
        <p:spPr>
          <a:xfrm>
            <a:off x="8419315" y="4319652"/>
            <a:ext cx="2349529" cy="599482"/>
          </a:xfrm>
          <a:prstGeom prst="rect">
            <a:avLst/>
          </a:prstGeom>
        </p:spPr>
      </p:pic>
      <p:pic>
        <p:nvPicPr>
          <p:cNvPr id="25" name="Picture 24" descr="Brenolabs.png"/>
          <p:cNvPicPr>
            <a:picLocks noChangeAspect="1"/>
          </p:cNvPicPr>
          <p:nvPr/>
        </p:nvPicPr>
        <p:blipFill>
          <a:blip r:embed="rId8" cstate="print"/>
          <a:stretch>
            <a:fillRect/>
          </a:stretch>
        </p:blipFill>
        <p:spPr>
          <a:xfrm>
            <a:off x="1267885" y="993560"/>
            <a:ext cx="2267663" cy="513504"/>
          </a:xfrm>
          <a:prstGeom prst="rect">
            <a:avLst/>
          </a:prstGeom>
        </p:spPr>
      </p:pic>
      <p:sp>
        <p:nvSpPr>
          <p:cNvPr id="27" name="Rounded Rectangle 26"/>
          <p:cNvSpPr/>
          <p:nvPr/>
        </p:nvSpPr>
        <p:spPr>
          <a:xfrm>
            <a:off x="8085666" y="2616201"/>
            <a:ext cx="2726266" cy="1413934"/>
          </a:xfrm>
          <a:prstGeom prst="roundRect">
            <a:avLst/>
          </a:prstGeom>
          <a:solidFill>
            <a:schemeClr val="accent4">
              <a:lumMod val="75000"/>
            </a:schemeClr>
          </a:solidFill>
          <a:ln>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600" b="1" dirty="0">
              <a:latin typeface="Segoe UI Black" pitchFamily="34" charset="0"/>
              <a:ea typeface="Segoe UI Black" pitchFamily="34" charset="0"/>
            </a:endParaRPr>
          </a:p>
          <a:p>
            <a:pPr algn="ctr"/>
            <a:endParaRPr lang="en-US" sz="1600" b="1" dirty="0">
              <a:latin typeface="Segoe UI Black" pitchFamily="34" charset="0"/>
              <a:ea typeface="Segoe UI Black" pitchFamily="34" charset="0"/>
            </a:endParaRPr>
          </a:p>
          <a:p>
            <a:pPr algn="ctr"/>
            <a:endParaRPr lang="en-US" sz="1400" b="1" dirty="0">
              <a:latin typeface="Segoe UI Black" pitchFamily="34" charset="0"/>
              <a:ea typeface="Segoe UI Black" pitchFamily="34" charset="0"/>
            </a:endParaRPr>
          </a:p>
          <a:p>
            <a:pPr algn="ctr"/>
            <a:r>
              <a:rPr lang="en-US" sz="1400" b="1" dirty="0">
                <a:latin typeface="Segoe UI Black" pitchFamily="34" charset="0"/>
                <a:ea typeface="Segoe UI Black" pitchFamily="34" charset="0"/>
              </a:rPr>
              <a:t>Credence Management Corporation</a:t>
            </a:r>
          </a:p>
          <a:p>
            <a:pPr algn="ctr"/>
            <a:r>
              <a:rPr lang="en-US" sz="1400" b="1" dirty="0">
                <a:latin typeface="Segoe UI Black" pitchFamily="34" charset="0"/>
                <a:ea typeface="Segoe UI Black" pitchFamily="34" charset="0"/>
              </a:rPr>
              <a:t>Vadodara</a:t>
            </a:r>
            <a:endParaRPr lang="en-US" sz="1600" dirty="0"/>
          </a:p>
        </p:txBody>
      </p:sp>
      <p:pic>
        <p:nvPicPr>
          <p:cNvPr id="28" name="Picture 27" descr="credence.png"/>
          <p:cNvPicPr>
            <a:picLocks noChangeAspect="1"/>
          </p:cNvPicPr>
          <p:nvPr/>
        </p:nvPicPr>
        <p:blipFill>
          <a:blip r:embed="rId9"/>
          <a:stretch>
            <a:fillRect/>
          </a:stretch>
        </p:blipFill>
        <p:spPr>
          <a:xfrm>
            <a:off x="8355329" y="2689012"/>
            <a:ext cx="2312027" cy="612987"/>
          </a:xfrm>
          <a:prstGeom prst="rect">
            <a:avLst/>
          </a:prstGeom>
        </p:spPr>
      </p:pic>
      <p:sp>
        <p:nvSpPr>
          <p:cNvPr id="29" name="Rounded Rectangle 28"/>
          <p:cNvSpPr/>
          <p:nvPr/>
        </p:nvSpPr>
        <p:spPr>
          <a:xfrm>
            <a:off x="4639733" y="4207935"/>
            <a:ext cx="2726266" cy="1413934"/>
          </a:xfrm>
          <a:prstGeom prst="roundRect">
            <a:avLst/>
          </a:prstGeom>
          <a:solidFill>
            <a:schemeClr val="bg1"/>
          </a:solidFill>
          <a:ln>
            <a:solidFill>
              <a:schemeClr val="tx1"/>
            </a:solidFill>
          </a:ln>
          <a:effectLst>
            <a:outerShdw blurRad="50800" dist="50800" dir="5400000" algn="ctr" rotWithShape="0">
              <a:schemeClr val="bg1"/>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b="1" dirty="0">
              <a:solidFill>
                <a:schemeClr val="tx1"/>
              </a:solidFill>
              <a:latin typeface="Segoe UI Black" pitchFamily="34" charset="0"/>
              <a:ea typeface="Segoe UI Black" pitchFamily="34" charset="0"/>
            </a:endParaRPr>
          </a:p>
          <a:p>
            <a:pPr algn="ctr"/>
            <a:endParaRPr lang="en-US" b="1" dirty="0">
              <a:solidFill>
                <a:schemeClr val="tx1"/>
              </a:solidFill>
              <a:latin typeface="Segoe UI Black" pitchFamily="34" charset="0"/>
              <a:ea typeface="Segoe UI Black" pitchFamily="34" charset="0"/>
            </a:endParaRPr>
          </a:p>
          <a:p>
            <a:pPr algn="ctr"/>
            <a:r>
              <a:rPr lang="en-US" b="1" dirty="0">
                <a:solidFill>
                  <a:schemeClr val="tx1"/>
                </a:solidFill>
                <a:latin typeface="Segoe UI Black" pitchFamily="34" charset="0"/>
                <a:ea typeface="Segoe UI Black" pitchFamily="34" charset="0"/>
              </a:rPr>
              <a:t>Remax </a:t>
            </a:r>
          </a:p>
          <a:p>
            <a:pPr algn="ctr"/>
            <a:r>
              <a:rPr lang="en-US" b="1" dirty="0">
                <a:solidFill>
                  <a:schemeClr val="tx1"/>
                </a:solidFill>
                <a:latin typeface="Segoe UI Black" pitchFamily="34" charset="0"/>
                <a:ea typeface="Segoe UI Black" pitchFamily="34" charset="0"/>
              </a:rPr>
              <a:t>Brokerage Firm</a:t>
            </a:r>
          </a:p>
        </p:txBody>
      </p:sp>
      <p:pic>
        <p:nvPicPr>
          <p:cNvPr id="30" name="Picture 29" descr="remax.jpg"/>
          <p:cNvPicPr>
            <a:picLocks noChangeAspect="1"/>
          </p:cNvPicPr>
          <p:nvPr/>
        </p:nvPicPr>
        <p:blipFill>
          <a:blip r:embed="rId10"/>
          <a:stretch>
            <a:fillRect/>
          </a:stretch>
        </p:blipFill>
        <p:spPr>
          <a:xfrm>
            <a:off x="6485467" y="4255008"/>
            <a:ext cx="649600" cy="824992"/>
          </a:xfrm>
          <a:prstGeom prst="rect">
            <a:avLst/>
          </a:prstGeom>
        </p:spPr>
      </p:pic>
      <p:sp>
        <p:nvSpPr>
          <p:cNvPr id="31" name="Rounded Rectangle 30"/>
          <p:cNvSpPr/>
          <p:nvPr/>
        </p:nvSpPr>
        <p:spPr>
          <a:xfrm>
            <a:off x="4639732" y="889003"/>
            <a:ext cx="2726266" cy="1413934"/>
          </a:xfrm>
          <a:prstGeom prst="roundRect">
            <a:avLst/>
          </a:prstGeom>
          <a:solidFill>
            <a:schemeClr val="tx1">
              <a:lumMod val="50000"/>
              <a:lumOff val="50000"/>
            </a:schemeClr>
          </a:solidFill>
          <a:ln>
            <a:solidFill>
              <a:schemeClr val="tx1"/>
            </a:solidFill>
          </a:ln>
          <a:effectLst>
            <a:outerShdw blurRad="50800" dist="50800" dir="5400000" algn="ctr" rotWithShape="0">
              <a:schemeClr val="bg1"/>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b="1" dirty="0">
                <a:solidFill>
                  <a:schemeClr val="bg1"/>
                </a:solidFill>
                <a:latin typeface="Segoe UI Black" pitchFamily="34" charset="0"/>
                <a:ea typeface="Segoe UI Black" pitchFamily="34" charset="0"/>
              </a:rPr>
              <a:t>Smart Node                         </a:t>
            </a:r>
          </a:p>
          <a:p>
            <a:r>
              <a:rPr lang="en-US" b="1" dirty="0">
                <a:solidFill>
                  <a:schemeClr val="bg1"/>
                </a:solidFill>
                <a:latin typeface="Segoe UI Black" pitchFamily="34" charset="0"/>
                <a:ea typeface="Segoe UI Black" pitchFamily="34" charset="0"/>
              </a:rPr>
              <a:t>Vadodara              </a:t>
            </a:r>
          </a:p>
          <a:p>
            <a:pPr algn="ctr"/>
            <a:endParaRPr lang="en-US" b="1" dirty="0">
              <a:solidFill>
                <a:schemeClr val="tx1"/>
              </a:solidFill>
              <a:latin typeface="Segoe UI Black" pitchFamily="34" charset="0"/>
              <a:ea typeface="Segoe UI Black" pitchFamily="34" charset="0"/>
            </a:endParaRPr>
          </a:p>
        </p:txBody>
      </p:sp>
      <p:pic>
        <p:nvPicPr>
          <p:cNvPr id="32" name="Picture 31" descr="smartnode.jpg"/>
          <p:cNvPicPr>
            <a:picLocks noChangeAspect="1"/>
          </p:cNvPicPr>
          <p:nvPr/>
        </p:nvPicPr>
        <p:blipFill>
          <a:blip r:embed="rId11"/>
          <a:stretch>
            <a:fillRect/>
          </a:stretch>
        </p:blipFill>
        <p:spPr>
          <a:xfrm>
            <a:off x="6324601" y="1257299"/>
            <a:ext cx="880534" cy="889001"/>
          </a:xfrm>
          <a:prstGeom prst="rect">
            <a:avLst/>
          </a:prstGeom>
        </p:spPr>
      </p:pic>
      <p:sp>
        <p:nvSpPr>
          <p:cNvPr id="33" name="Rectangle 32"/>
          <p:cNvSpPr/>
          <p:nvPr/>
        </p:nvSpPr>
        <p:spPr>
          <a:xfrm>
            <a:off x="1633263" y="93130"/>
            <a:ext cx="9294448" cy="523220"/>
          </a:xfrm>
          <a:prstGeom prst="rect">
            <a:avLst/>
          </a:prstGeom>
        </p:spPr>
        <p:txBody>
          <a:bodyPr wrap="square">
            <a:spAutoFit/>
          </a:bodyPr>
          <a:lstStyle/>
          <a:p>
            <a:pPr algn="ctr">
              <a:spcBef>
                <a:spcPct val="0"/>
              </a:spcBef>
            </a:pPr>
            <a:r>
              <a:rPr lang="en-US" sz="2800" b="1" dirty="0">
                <a:ln w="6350">
                  <a:noFill/>
                </a:ln>
                <a:solidFill>
                  <a:schemeClr val="tx2"/>
                </a:solidFill>
                <a:latin typeface="Segoe UI"/>
                <a:cs typeface="Segoe UI"/>
              </a:rPr>
              <a:t>Our Clients - Development, Recruitment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People discuss something">
            <a:extLst>
              <a:ext uri="{FF2B5EF4-FFF2-40B4-BE49-F238E27FC236}">
                <a16:creationId xmlns:a16="http://schemas.microsoft.com/office/drawing/2014/main" id="{AA6A75DC-BE31-480B-B034-B1DF7AFA5097}"/>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0" y="3115389"/>
            <a:ext cx="12192000" cy="3742611"/>
          </a:xfrm>
        </p:spPr>
      </p:pic>
      <p:sp>
        <p:nvSpPr>
          <p:cNvPr id="12" name="object 3" descr="Blue rectangle">
            <a:extLst>
              <a:ext uri="{FF2B5EF4-FFF2-40B4-BE49-F238E27FC236}">
                <a16:creationId xmlns:a16="http://schemas.microsoft.com/office/drawing/2014/main" id="{CDEEA71D-C3B3-45BB-A776-D17D92A58127}"/>
              </a:ext>
            </a:extLst>
          </p:cNvPr>
          <p:cNvSpPr/>
          <p:nvPr/>
        </p:nvSpPr>
        <p:spPr>
          <a:xfrm>
            <a:off x="2400" y="3115389"/>
            <a:ext cx="12189600" cy="3742611"/>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80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
              <a:ea typeface="+mn-ea"/>
              <a:cs typeface="+mn-cs"/>
            </a:endParaRPr>
          </a:p>
        </p:txBody>
      </p:sp>
      <p:sp>
        <p:nvSpPr>
          <p:cNvPr id="13" name="Oval 12" descr="Beige oval">
            <a:extLst>
              <a:ext uri="{FF2B5EF4-FFF2-40B4-BE49-F238E27FC236}">
                <a16:creationId xmlns:a16="http://schemas.microsoft.com/office/drawing/2014/main" id="{F336552F-CA64-452F-9BD8-01334388BFF5}"/>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
              <a:ea typeface="+mn-ea"/>
              <a:cs typeface="+mn-cs"/>
            </a:endParaRPr>
          </a:p>
        </p:txBody>
      </p:sp>
      <p:sp>
        <p:nvSpPr>
          <p:cNvPr id="3" name="Title 2">
            <a:extLst>
              <a:ext uri="{FF2B5EF4-FFF2-40B4-BE49-F238E27FC236}">
                <a16:creationId xmlns:a16="http://schemas.microsoft.com/office/drawing/2014/main" id="{F9ADB42F-AE48-4323-897F-DB5A083BD103}"/>
              </a:ext>
            </a:extLst>
          </p:cNvPr>
          <p:cNvSpPr>
            <a:spLocks noGrp="1"/>
          </p:cNvSpPr>
          <p:nvPr>
            <p:ph type="title"/>
          </p:nvPr>
        </p:nvSpPr>
        <p:spPr>
          <a:xfrm>
            <a:off x="806168" y="365125"/>
            <a:ext cx="10515600" cy="1325563"/>
          </a:xfrm>
        </p:spPr>
        <p:txBody>
          <a:bodyPr/>
          <a:lstStyle/>
          <a:p>
            <a:r>
              <a:rPr lang="en-US" dirty="0"/>
              <a:t>REVENUE MODEL</a:t>
            </a:r>
          </a:p>
        </p:txBody>
      </p:sp>
      <p:sp>
        <p:nvSpPr>
          <p:cNvPr id="4" name="Text Placeholder 3">
            <a:extLst>
              <a:ext uri="{FF2B5EF4-FFF2-40B4-BE49-F238E27FC236}">
                <a16:creationId xmlns:a16="http://schemas.microsoft.com/office/drawing/2014/main" id="{293C1E99-672F-46AE-BB08-DD22B0928366}"/>
              </a:ext>
            </a:extLst>
          </p:cNvPr>
          <p:cNvSpPr>
            <a:spLocks noGrp="1"/>
          </p:cNvSpPr>
          <p:nvPr>
            <p:ph type="body" idx="1"/>
          </p:nvPr>
        </p:nvSpPr>
        <p:spPr bwMode="white">
          <a:xfrm>
            <a:off x="2153349" y="1985963"/>
            <a:ext cx="3789362" cy="823912"/>
          </a:xfrm>
        </p:spPr>
        <p:txBody>
          <a:bodyPr/>
          <a:lstStyle/>
          <a:p>
            <a:r>
              <a:rPr lang="en-US" dirty="0"/>
              <a:t>To a great warm-up</a:t>
            </a:r>
          </a:p>
        </p:txBody>
      </p:sp>
      <p:sp>
        <p:nvSpPr>
          <p:cNvPr id="5" name="Content Placeholder 4">
            <a:extLst>
              <a:ext uri="{FF2B5EF4-FFF2-40B4-BE49-F238E27FC236}">
                <a16:creationId xmlns:a16="http://schemas.microsoft.com/office/drawing/2014/main" id="{6DEAD4F2-C5CC-44E9-A092-76413D5CA7F4}"/>
              </a:ext>
            </a:extLst>
          </p:cNvPr>
          <p:cNvSpPr>
            <a:spLocks noGrp="1"/>
          </p:cNvSpPr>
          <p:nvPr>
            <p:ph sz="half" idx="2"/>
          </p:nvPr>
        </p:nvSpPr>
        <p:spPr bwMode="white">
          <a:xfrm>
            <a:off x="806168" y="3434047"/>
            <a:ext cx="5099967" cy="2755616"/>
          </a:xfrm>
        </p:spPr>
        <p:txBody>
          <a:bodyPr>
            <a:normAutofit lnSpcReduction="10000"/>
          </a:bodyPr>
          <a:lstStyle/>
          <a:p>
            <a:pPr>
              <a:lnSpc>
                <a:spcPct val="125000"/>
              </a:lnSpc>
              <a:spcBef>
                <a:spcPts val="100"/>
              </a:spcBef>
              <a:buClr>
                <a:schemeClr val="accent1"/>
              </a:buClr>
            </a:pPr>
            <a:r>
              <a:rPr lang="en-US" sz="1800" b="1" dirty="0">
                <a:solidFill>
                  <a:schemeClr val="bg1"/>
                </a:solidFill>
              </a:rPr>
              <a:t>CAMPUS RECRUITMENT &amp; TRAINING</a:t>
            </a:r>
            <a:r>
              <a:rPr lang="en-US" sz="1800" i="1" spc="-5" dirty="0">
                <a:solidFill>
                  <a:srgbClr val="FFFFFF"/>
                </a:solidFill>
                <a:cs typeface="Arial"/>
              </a:rPr>
              <a:t>:</a:t>
            </a:r>
            <a:r>
              <a:rPr lang="en-US" sz="1800" i="1" spc="-45" dirty="0">
                <a:solidFill>
                  <a:srgbClr val="FFFFFF"/>
                </a:solidFill>
                <a:cs typeface="Arial"/>
              </a:rPr>
              <a:t> </a:t>
            </a:r>
            <a:r>
              <a:rPr lang="en-US" sz="1800" b="1" i="1" spc="-5" dirty="0">
                <a:solidFill>
                  <a:schemeClr val="accent1"/>
                </a:solidFill>
                <a:cs typeface="Arial"/>
              </a:rPr>
              <a:t>40%</a:t>
            </a:r>
            <a:endParaRPr lang="en-US" sz="1800" i="1" dirty="0">
              <a:solidFill>
                <a:schemeClr val="accent1"/>
              </a:solidFill>
              <a:cs typeface="Arial"/>
            </a:endParaRPr>
          </a:p>
          <a:p>
            <a:pPr>
              <a:lnSpc>
                <a:spcPct val="125000"/>
              </a:lnSpc>
              <a:buClr>
                <a:schemeClr val="accent1"/>
              </a:buClr>
            </a:pPr>
            <a:r>
              <a:rPr lang="en-US" sz="1800" b="1" dirty="0">
                <a:solidFill>
                  <a:schemeClr val="bg1"/>
                </a:solidFill>
              </a:rPr>
              <a:t>TALENT ACQUISITION</a:t>
            </a:r>
            <a:r>
              <a:rPr lang="en-US" sz="1200" i="1" spc="-15" dirty="0">
                <a:solidFill>
                  <a:schemeClr val="bg2">
                    <a:lumMod val="20000"/>
                    <a:lumOff val="80000"/>
                  </a:schemeClr>
                </a:solidFill>
                <a:cs typeface="Arial"/>
              </a:rPr>
              <a:t> </a:t>
            </a:r>
            <a:r>
              <a:rPr lang="en-US" sz="1800" i="1" spc="-5" dirty="0">
                <a:solidFill>
                  <a:srgbClr val="FFFFFF"/>
                </a:solidFill>
                <a:cs typeface="Arial"/>
              </a:rPr>
              <a:t>: </a:t>
            </a:r>
            <a:r>
              <a:rPr lang="en-US" sz="1800" b="1" i="1" spc="-5" dirty="0">
                <a:solidFill>
                  <a:schemeClr val="accent1"/>
                </a:solidFill>
                <a:cs typeface="Arial"/>
              </a:rPr>
              <a:t>20%</a:t>
            </a:r>
          </a:p>
          <a:p>
            <a:pPr>
              <a:lnSpc>
                <a:spcPct val="125000"/>
              </a:lnSpc>
              <a:buClr>
                <a:schemeClr val="accent1"/>
              </a:buClr>
            </a:pPr>
            <a:r>
              <a:rPr lang="en-US" sz="1800" b="1" dirty="0">
                <a:solidFill>
                  <a:schemeClr val="bg1"/>
                </a:solidFill>
              </a:rPr>
              <a:t>EXPERT EXCHANGE: 0%</a:t>
            </a:r>
            <a:endParaRPr lang="en-US" sz="1800" b="1" i="1" spc="-5" dirty="0">
              <a:solidFill>
                <a:schemeClr val="accent1"/>
              </a:solidFill>
              <a:cs typeface="Arial"/>
            </a:endParaRPr>
          </a:p>
          <a:p>
            <a:pPr marR="775335">
              <a:lnSpc>
                <a:spcPct val="125000"/>
              </a:lnSpc>
              <a:spcBef>
                <a:spcPts val="1800"/>
              </a:spcBef>
              <a:buClr>
                <a:schemeClr val="accent1"/>
              </a:buClr>
            </a:pPr>
            <a:r>
              <a:rPr lang="en-US" sz="1800" b="1" dirty="0">
                <a:solidFill>
                  <a:schemeClr val="bg1"/>
                </a:solidFill>
              </a:rPr>
              <a:t>COROPORATE WORKSHOP : 10%</a:t>
            </a:r>
            <a:endParaRPr lang="en-US" sz="1800" b="1" i="1" spc="-5" dirty="0">
              <a:solidFill>
                <a:schemeClr val="accent1"/>
              </a:solidFill>
              <a:cs typeface="Arial"/>
            </a:endParaRPr>
          </a:p>
          <a:p>
            <a:pPr>
              <a:lnSpc>
                <a:spcPct val="125000"/>
              </a:lnSpc>
              <a:buClr>
                <a:schemeClr val="accent1"/>
              </a:buClr>
            </a:pPr>
            <a:r>
              <a:rPr lang="en-US" sz="1800" b="1" dirty="0">
                <a:solidFill>
                  <a:schemeClr val="bg1"/>
                </a:solidFill>
              </a:rPr>
              <a:t>IP PATENT &amp; DEVLOPMENT: 30%</a:t>
            </a:r>
            <a:endParaRPr lang="en-US" sz="1800" b="1" i="1" spc="-5" dirty="0">
              <a:solidFill>
                <a:schemeClr val="accent1"/>
              </a:solidFill>
              <a:cs typeface="Arial"/>
            </a:endParaRPr>
          </a:p>
        </p:txBody>
      </p:sp>
      <p:sp>
        <p:nvSpPr>
          <p:cNvPr id="6" name="Text Placeholder 5">
            <a:extLst>
              <a:ext uri="{FF2B5EF4-FFF2-40B4-BE49-F238E27FC236}">
                <a16:creationId xmlns:a16="http://schemas.microsoft.com/office/drawing/2014/main" id="{38A73375-FA03-4191-8AD5-B40CD9B59B94}"/>
              </a:ext>
            </a:extLst>
          </p:cNvPr>
          <p:cNvSpPr>
            <a:spLocks noGrp="1"/>
          </p:cNvSpPr>
          <p:nvPr>
            <p:ph type="body" sz="quarter" idx="3"/>
          </p:nvPr>
        </p:nvSpPr>
        <p:spPr bwMode="white"/>
        <p:txBody>
          <a:bodyPr/>
          <a:lstStyle/>
          <a:p>
            <a:r>
              <a:rPr lang="en-US" dirty="0"/>
              <a:t>Planning to any temperature</a:t>
            </a:r>
          </a:p>
        </p:txBody>
      </p:sp>
      <p:sp>
        <p:nvSpPr>
          <p:cNvPr id="7" name="Content Placeholder 6">
            <a:extLst>
              <a:ext uri="{FF2B5EF4-FFF2-40B4-BE49-F238E27FC236}">
                <a16:creationId xmlns:a16="http://schemas.microsoft.com/office/drawing/2014/main" id="{7E0C6FDF-5982-4E37-B65D-F7B05D0FFB52}"/>
              </a:ext>
            </a:extLst>
          </p:cNvPr>
          <p:cNvSpPr>
            <a:spLocks noGrp="1"/>
          </p:cNvSpPr>
          <p:nvPr>
            <p:ph sz="quarter" idx="4"/>
          </p:nvPr>
        </p:nvSpPr>
        <p:spPr bwMode="white"/>
        <p:txBody>
          <a:bodyPr>
            <a:normAutofit/>
          </a:bodyPr>
          <a:lstStyle/>
          <a:p>
            <a:pPr>
              <a:lnSpc>
                <a:spcPct val="125000"/>
              </a:lnSpc>
              <a:spcBef>
                <a:spcPts val="100"/>
              </a:spcBef>
              <a:buClr>
                <a:schemeClr val="accent1"/>
              </a:buClr>
            </a:pPr>
            <a:r>
              <a:rPr lang="en-US" sz="1800" b="1" dirty="0">
                <a:solidFill>
                  <a:schemeClr val="bg1"/>
                </a:solidFill>
              </a:rPr>
              <a:t>CAMPUS RECRUITMENT &amp; TRAINING</a:t>
            </a:r>
            <a:r>
              <a:rPr lang="en-US" sz="1800" i="1" spc="-5" dirty="0">
                <a:solidFill>
                  <a:srgbClr val="FFFFFF"/>
                </a:solidFill>
                <a:cs typeface="Arial"/>
              </a:rPr>
              <a:t>:</a:t>
            </a:r>
            <a:r>
              <a:rPr lang="en-US" sz="1800" i="1" spc="-45" dirty="0">
                <a:solidFill>
                  <a:srgbClr val="FFFFFF"/>
                </a:solidFill>
                <a:cs typeface="Arial"/>
              </a:rPr>
              <a:t> </a:t>
            </a:r>
            <a:r>
              <a:rPr lang="en-US" sz="1800" b="1" i="1" spc="-5" dirty="0">
                <a:solidFill>
                  <a:schemeClr val="accent1"/>
                </a:solidFill>
                <a:cs typeface="Arial"/>
              </a:rPr>
              <a:t>35%</a:t>
            </a:r>
            <a:endParaRPr lang="en-US" sz="1800" i="1" dirty="0">
              <a:solidFill>
                <a:schemeClr val="accent1"/>
              </a:solidFill>
              <a:cs typeface="Arial"/>
            </a:endParaRPr>
          </a:p>
          <a:p>
            <a:pPr>
              <a:lnSpc>
                <a:spcPct val="125000"/>
              </a:lnSpc>
              <a:buClr>
                <a:schemeClr val="accent1"/>
              </a:buClr>
            </a:pPr>
            <a:r>
              <a:rPr lang="en-US" sz="1800" b="1" dirty="0">
                <a:solidFill>
                  <a:schemeClr val="bg1"/>
                </a:solidFill>
              </a:rPr>
              <a:t>TALENT ACQUISITION</a:t>
            </a:r>
            <a:r>
              <a:rPr lang="en-US" sz="1200" i="1" spc="-15" dirty="0">
                <a:solidFill>
                  <a:schemeClr val="bg2">
                    <a:lumMod val="20000"/>
                    <a:lumOff val="80000"/>
                  </a:schemeClr>
                </a:solidFill>
                <a:cs typeface="Arial"/>
              </a:rPr>
              <a:t> </a:t>
            </a:r>
            <a:r>
              <a:rPr lang="en-US" sz="1800" i="1" spc="-5" dirty="0">
                <a:solidFill>
                  <a:srgbClr val="FFFFFF"/>
                </a:solidFill>
                <a:cs typeface="Arial"/>
              </a:rPr>
              <a:t>: </a:t>
            </a:r>
            <a:r>
              <a:rPr lang="en-US" sz="1800" b="1" i="1" spc="-5" dirty="0">
                <a:solidFill>
                  <a:schemeClr val="accent1"/>
                </a:solidFill>
                <a:cs typeface="Arial"/>
              </a:rPr>
              <a:t>20%</a:t>
            </a:r>
          </a:p>
          <a:p>
            <a:pPr>
              <a:lnSpc>
                <a:spcPct val="125000"/>
              </a:lnSpc>
              <a:buClr>
                <a:schemeClr val="accent1"/>
              </a:buClr>
            </a:pPr>
            <a:r>
              <a:rPr lang="en-US" sz="1800" b="1" dirty="0">
                <a:solidFill>
                  <a:schemeClr val="bg1"/>
                </a:solidFill>
              </a:rPr>
              <a:t>EXPERT EXCHANGE: 0%</a:t>
            </a:r>
            <a:endParaRPr lang="en-US" sz="1800" b="1" i="1" spc="-5" dirty="0">
              <a:solidFill>
                <a:schemeClr val="accent1"/>
              </a:solidFill>
              <a:cs typeface="Arial"/>
            </a:endParaRPr>
          </a:p>
          <a:p>
            <a:pPr marR="775335">
              <a:lnSpc>
                <a:spcPct val="125000"/>
              </a:lnSpc>
              <a:spcBef>
                <a:spcPts val="1800"/>
              </a:spcBef>
              <a:buClr>
                <a:schemeClr val="accent1"/>
              </a:buClr>
            </a:pPr>
            <a:r>
              <a:rPr lang="en-US" sz="1800" b="1" dirty="0">
                <a:solidFill>
                  <a:schemeClr val="bg1"/>
                </a:solidFill>
              </a:rPr>
              <a:t>COROPORATE WORKSHOP : 5%</a:t>
            </a:r>
            <a:endParaRPr lang="en-US" sz="1800" b="1" i="1" spc="-5" dirty="0">
              <a:solidFill>
                <a:schemeClr val="accent1"/>
              </a:solidFill>
              <a:cs typeface="Arial"/>
            </a:endParaRPr>
          </a:p>
          <a:p>
            <a:pPr>
              <a:lnSpc>
                <a:spcPct val="125000"/>
              </a:lnSpc>
              <a:buClr>
                <a:schemeClr val="accent1"/>
              </a:buClr>
            </a:pPr>
            <a:r>
              <a:rPr lang="en-US" sz="1800" b="1" dirty="0">
                <a:solidFill>
                  <a:schemeClr val="bg1"/>
                </a:solidFill>
              </a:rPr>
              <a:t>IP PATENT &amp; DEVLOPMENT: 40%</a:t>
            </a:r>
            <a:endParaRPr lang="en-US" sz="1800" b="1" i="1" spc="-5" dirty="0">
              <a:solidFill>
                <a:schemeClr val="accent1"/>
              </a:solidFill>
              <a:cs typeface="Arial"/>
            </a:endParaRPr>
          </a:p>
          <a:p>
            <a:pPr>
              <a:lnSpc>
                <a:spcPct val="125000"/>
              </a:lnSpc>
              <a:spcBef>
                <a:spcPts val="100"/>
              </a:spcBef>
              <a:buClr>
                <a:schemeClr val="accent1"/>
              </a:buClr>
            </a:pPr>
            <a:endParaRPr lang="en-US" sz="1800" b="1" i="1" spc="-5" dirty="0">
              <a:solidFill>
                <a:schemeClr val="accent1"/>
              </a:solidFill>
              <a:cs typeface="Arial"/>
            </a:endParaRPr>
          </a:p>
        </p:txBody>
      </p:sp>
      <p:sp>
        <p:nvSpPr>
          <p:cNvPr id="8" name="Slide Number Placeholder 7">
            <a:extLst>
              <a:ext uri="{FF2B5EF4-FFF2-40B4-BE49-F238E27FC236}">
                <a16:creationId xmlns:a16="http://schemas.microsoft.com/office/drawing/2014/main" id="{68F7FB6B-EAC9-40F7-9522-61A8D53EFAF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EE24B5-652C-4DB5-B7C3-B5BBEC1280B1}" type="slidenum">
              <a:rPr kumimoji="0" lang="en-US" sz="1000" b="0" i="1" u="none" strike="noStrike" kern="1200" cap="none" spc="0" normalizeH="0" baseline="0" noProof="0" smtClean="0">
                <a:ln>
                  <a:noFill/>
                </a:ln>
                <a:solidFill>
                  <a:srgbClr val="00292E">
                    <a:alpha val="70000"/>
                  </a:srgbClr>
                </a:solidFill>
                <a:effectLst/>
                <a:uLnTx/>
                <a:uFillTx/>
                <a:latin typeface="Arial "/>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000" b="0" i="1" u="none" strike="noStrike" kern="1200" cap="none" spc="0" normalizeH="0" baseline="0" noProof="0" dirty="0">
              <a:ln>
                <a:noFill/>
              </a:ln>
              <a:solidFill>
                <a:srgbClr val="00292E">
                  <a:alpha val="70000"/>
                </a:srgbClr>
              </a:solidFill>
              <a:effectLst/>
              <a:uLnTx/>
              <a:uFillTx/>
              <a:latin typeface="Arial "/>
              <a:ea typeface="+mn-ea"/>
              <a:cs typeface="+mn-cs"/>
            </a:endParaRPr>
          </a:p>
        </p:txBody>
      </p:sp>
      <p:sp>
        <p:nvSpPr>
          <p:cNvPr id="9" name="object 5" descr="Beige rectangle">
            <a:extLst>
              <a:ext uri="{FF2B5EF4-FFF2-40B4-BE49-F238E27FC236}">
                <a16:creationId xmlns:a16="http://schemas.microsoft.com/office/drawing/2014/main" id="{890F7762-BD37-4D33-9F80-1DA07B5E172E}"/>
              </a:ext>
            </a:extLst>
          </p:cNvPr>
          <p:cNvSpPr/>
          <p:nvPr/>
        </p:nvSpPr>
        <p:spPr>
          <a:xfrm>
            <a:off x="915637" y="1346384"/>
            <a:ext cx="3672000" cy="0"/>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
              <a:ea typeface="+mn-ea"/>
              <a:cs typeface="+mn-cs"/>
            </a:endParaRPr>
          </a:p>
        </p:txBody>
      </p:sp>
    </p:spTree>
    <p:extLst>
      <p:ext uri="{BB962C8B-B14F-4D97-AF65-F5344CB8AC3E}">
        <p14:creationId xmlns:p14="http://schemas.microsoft.com/office/powerpoint/2010/main" val="2533957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75"/>
        <p:cNvGrpSpPr/>
        <p:nvPr/>
      </p:nvGrpSpPr>
      <p:grpSpPr>
        <a:xfrm>
          <a:off x="0" y="0"/>
          <a:ext cx="0" cy="0"/>
          <a:chOff x="0" y="0"/>
          <a:chExt cx="0" cy="0"/>
        </a:xfrm>
      </p:grpSpPr>
      <p:grpSp>
        <p:nvGrpSpPr>
          <p:cNvPr id="98" name="Google Shape;11318;p192">
            <a:extLst>
              <a:ext uri="{FF2B5EF4-FFF2-40B4-BE49-F238E27FC236}">
                <a16:creationId xmlns:a16="http://schemas.microsoft.com/office/drawing/2014/main" id="{30EBB6C8-1BE8-489A-BF5F-DBEAEF046FD2}"/>
              </a:ext>
            </a:extLst>
          </p:cNvPr>
          <p:cNvGrpSpPr/>
          <p:nvPr/>
        </p:nvGrpSpPr>
        <p:grpSpPr>
          <a:xfrm flipH="1">
            <a:off x="275881" y="3787553"/>
            <a:ext cx="1568693" cy="2317972"/>
            <a:chOff x="6598421" y="4121221"/>
            <a:chExt cx="1474828" cy="2876809"/>
          </a:xfrm>
        </p:grpSpPr>
        <p:sp>
          <p:nvSpPr>
            <p:cNvPr id="99" name="Google Shape;11319;p192">
              <a:extLst>
                <a:ext uri="{FF2B5EF4-FFF2-40B4-BE49-F238E27FC236}">
                  <a16:creationId xmlns:a16="http://schemas.microsoft.com/office/drawing/2014/main" id="{F8BCDE86-BBEC-440C-9622-3660D0F7D76B}"/>
                </a:ext>
              </a:extLst>
            </p:cNvPr>
            <p:cNvSpPr/>
            <p:nvPr/>
          </p:nvSpPr>
          <p:spPr>
            <a:xfrm flipH="1">
              <a:off x="7112037" y="4121221"/>
              <a:ext cx="735013" cy="352425"/>
            </a:xfrm>
            <a:custGeom>
              <a:avLst/>
              <a:gdLst/>
              <a:ahLst/>
              <a:cxnLst/>
              <a:rect l="l" t="t" r="r" b="b"/>
              <a:pathLst>
                <a:path w="651" h="313" extrusionOk="0">
                  <a:moveTo>
                    <a:pt x="630" y="273"/>
                  </a:moveTo>
                  <a:cubicBezTo>
                    <a:pt x="589" y="273"/>
                    <a:pt x="589" y="273"/>
                    <a:pt x="589" y="273"/>
                  </a:cubicBezTo>
                  <a:cubicBezTo>
                    <a:pt x="578" y="113"/>
                    <a:pt x="454" y="0"/>
                    <a:pt x="304" y="0"/>
                  </a:cubicBezTo>
                  <a:cubicBezTo>
                    <a:pt x="153" y="0"/>
                    <a:pt x="30" y="116"/>
                    <a:pt x="19" y="271"/>
                  </a:cubicBezTo>
                  <a:cubicBezTo>
                    <a:pt x="9" y="272"/>
                    <a:pt x="0" y="281"/>
                    <a:pt x="0" y="292"/>
                  </a:cubicBezTo>
                  <a:cubicBezTo>
                    <a:pt x="0" y="303"/>
                    <a:pt x="10" y="313"/>
                    <a:pt x="21" y="313"/>
                  </a:cubicBezTo>
                  <a:cubicBezTo>
                    <a:pt x="630" y="313"/>
                    <a:pt x="630" y="313"/>
                    <a:pt x="630" y="313"/>
                  </a:cubicBezTo>
                  <a:cubicBezTo>
                    <a:pt x="642" y="313"/>
                    <a:pt x="651" y="304"/>
                    <a:pt x="651" y="293"/>
                  </a:cubicBezTo>
                  <a:cubicBezTo>
                    <a:pt x="651" y="282"/>
                    <a:pt x="642" y="273"/>
                    <a:pt x="630" y="27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0" name="Google Shape;11320;p192">
              <a:extLst>
                <a:ext uri="{FF2B5EF4-FFF2-40B4-BE49-F238E27FC236}">
                  <a16:creationId xmlns:a16="http://schemas.microsoft.com/office/drawing/2014/main" id="{0A75A95B-3502-453C-BCE6-7AEB90E79FCF}"/>
                </a:ext>
              </a:extLst>
            </p:cNvPr>
            <p:cNvSpPr/>
            <p:nvPr/>
          </p:nvSpPr>
          <p:spPr>
            <a:xfrm flipH="1">
              <a:off x="6598421" y="4170929"/>
              <a:ext cx="1474828" cy="2827101"/>
            </a:xfrm>
            <a:custGeom>
              <a:avLst/>
              <a:gdLst/>
              <a:ahLst/>
              <a:cxnLst/>
              <a:rect l="l" t="t" r="r" b="b"/>
              <a:pathLst>
                <a:path w="1488" h="2854" extrusionOk="0">
                  <a:moveTo>
                    <a:pt x="835" y="717"/>
                  </a:moveTo>
                  <a:cubicBezTo>
                    <a:pt x="841" y="717"/>
                    <a:pt x="847" y="714"/>
                    <a:pt x="851" y="708"/>
                  </a:cubicBezTo>
                  <a:cubicBezTo>
                    <a:pt x="1249" y="68"/>
                    <a:pt x="1249" y="68"/>
                    <a:pt x="1249" y="68"/>
                  </a:cubicBezTo>
                  <a:cubicBezTo>
                    <a:pt x="1286" y="14"/>
                    <a:pt x="1361" y="0"/>
                    <a:pt x="1417" y="36"/>
                  </a:cubicBezTo>
                  <a:cubicBezTo>
                    <a:pt x="1473" y="72"/>
                    <a:pt x="1488" y="145"/>
                    <a:pt x="1451" y="199"/>
                  </a:cubicBezTo>
                  <a:cubicBezTo>
                    <a:pt x="890" y="1074"/>
                    <a:pt x="890" y="1074"/>
                    <a:pt x="890" y="1074"/>
                  </a:cubicBezTo>
                  <a:cubicBezTo>
                    <a:pt x="888" y="1077"/>
                    <a:pt x="887" y="1081"/>
                    <a:pt x="887" y="1085"/>
                  </a:cubicBezTo>
                  <a:cubicBezTo>
                    <a:pt x="887" y="1839"/>
                    <a:pt x="887" y="1839"/>
                    <a:pt x="887" y="1839"/>
                  </a:cubicBezTo>
                  <a:cubicBezTo>
                    <a:pt x="887" y="1906"/>
                    <a:pt x="887" y="1906"/>
                    <a:pt x="887" y="1906"/>
                  </a:cubicBezTo>
                  <a:cubicBezTo>
                    <a:pt x="887" y="2723"/>
                    <a:pt x="887" y="2723"/>
                    <a:pt x="887" y="2723"/>
                  </a:cubicBezTo>
                  <a:cubicBezTo>
                    <a:pt x="887" y="2795"/>
                    <a:pt x="826" y="2854"/>
                    <a:pt x="751" y="2854"/>
                  </a:cubicBezTo>
                  <a:cubicBezTo>
                    <a:pt x="749" y="2854"/>
                    <a:pt x="749" y="2854"/>
                    <a:pt x="749" y="2854"/>
                  </a:cubicBezTo>
                  <a:cubicBezTo>
                    <a:pt x="675" y="2854"/>
                    <a:pt x="614" y="2795"/>
                    <a:pt x="614" y="2723"/>
                  </a:cubicBezTo>
                  <a:cubicBezTo>
                    <a:pt x="614" y="1925"/>
                    <a:pt x="614" y="1925"/>
                    <a:pt x="614" y="1925"/>
                  </a:cubicBezTo>
                  <a:cubicBezTo>
                    <a:pt x="614" y="1914"/>
                    <a:pt x="605" y="1906"/>
                    <a:pt x="595" y="1906"/>
                  </a:cubicBezTo>
                  <a:cubicBezTo>
                    <a:pt x="576" y="1906"/>
                    <a:pt x="576" y="1906"/>
                    <a:pt x="576" y="1906"/>
                  </a:cubicBezTo>
                  <a:cubicBezTo>
                    <a:pt x="565" y="1906"/>
                    <a:pt x="557" y="1914"/>
                    <a:pt x="557" y="1925"/>
                  </a:cubicBezTo>
                  <a:cubicBezTo>
                    <a:pt x="557" y="2723"/>
                    <a:pt x="557" y="2723"/>
                    <a:pt x="557" y="2723"/>
                  </a:cubicBezTo>
                  <a:cubicBezTo>
                    <a:pt x="557" y="2795"/>
                    <a:pt x="495" y="2854"/>
                    <a:pt x="421" y="2854"/>
                  </a:cubicBezTo>
                  <a:cubicBezTo>
                    <a:pt x="419" y="2854"/>
                    <a:pt x="419" y="2854"/>
                    <a:pt x="419" y="2854"/>
                  </a:cubicBezTo>
                  <a:cubicBezTo>
                    <a:pt x="344" y="2854"/>
                    <a:pt x="283" y="2795"/>
                    <a:pt x="283" y="2723"/>
                  </a:cubicBezTo>
                  <a:cubicBezTo>
                    <a:pt x="283" y="1906"/>
                    <a:pt x="283" y="1906"/>
                    <a:pt x="283" y="1906"/>
                  </a:cubicBezTo>
                  <a:cubicBezTo>
                    <a:pt x="283" y="1839"/>
                    <a:pt x="283" y="1839"/>
                    <a:pt x="283" y="1839"/>
                  </a:cubicBezTo>
                  <a:cubicBezTo>
                    <a:pt x="283" y="1103"/>
                    <a:pt x="283" y="1103"/>
                    <a:pt x="283" y="1103"/>
                  </a:cubicBezTo>
                  <a:cubicBezTo>
                    <a:pt x="283" y="1092"/>
                    <a:pt x="274" y="1084"/>
                    <a:pt x="263" y="1085"/>
                  </a:cubicBezTo>
                  <a:cubicBezTo>
                    <a:pt x="263" y="1085"/>
                    <a:pt x="263" y="1085"/>
                    <a:pt x="263" y="1085"/>
                  </a:cubicBezTo>
                  <a:cubicBezTo>
                    <a:pt x="253" y="1086"/>
                    <a:pt x="246" y="1094"/>
                    <a:pt x="246" y="1103"/>
                  </a:cubicBezTo>
                  <a:cubicBezTo>
                    <a:pt x="246" y="1712"/>
                    <a:pt x="246" y="1712"/>
                    <a:pt x="246" y="1712"/>
                  </a:cubicBezTo>
                  <a:cubicBezTo>
                    <a:pt x="246" y="1778"/>
                    <a:pt x="190" y="1830"/>
                    <a:pt x="123" y="1830"/>
                  </a:cubicBezTo>
                  <a:cubicBezTo>
                    <a:pt x="56" y="1830"/>
                    <a:pt x="0" y="1778"/>
                    <a:pt x="0" y="1712"/>
                  </a:cubicBezTo>
                  <a:cubicBezTo>
                    <a:pt x="0" y="1170"/>
                    <a:pt x="0" y="1170"/>
                    <a:pt x="0" y="1170"/>
                  </a:cubicBezTo>
                  <a:cubicBezTo>
                    <a:pt x="0" y="1024"/>
                    <a:pt x="0" y="1024"/>
                    <a:pt x="0" y="1024"/>
                  </a:cubicBezTo>
                  <a:cubicBezTo>
                    <a:pt x="0" y="736"/>
                    <a:pt x="0" y="736"/>
                    <a:pt x="0" y="736"/>
                  </a:cubicBezTo>
                  <a:cubicBezTo>
                    <a:pt x="0" y="726"/>
                    <a:pt x="9" y="717"/>
                    <a:pt x="19" y="717"/>
                  </a:cubicBezTo>
                  <a:lnTo>
                    <a:pt x="835" y="717"/>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1" name="Google Shape;11321;p192">
              <a:extLst>
                <a:ext uri="{FF2B5EF4-FFF2-40B4-BE49-F238E27FC236}">
                  <a16:creationId xmlns:a16="http://schemas.microsoft.com/office/drawing/2014/main" id="{FDA741F2-6418-4DDC-8EBA-E0069A60DF75}"/>
                </a:ext>
              </a:extLst>
            </p:cNvPr>
            <p:cNvSpPr/>
            <p:nvPr/>
          </p:nvSpPr>
          <p:spPr>
            <a:xfrm flipH="1">
              <a:off x="7195557" y="4513916"/>
              <a:ext cx="604838" cy="327025"/>
            </a:xfrm>
            <a:custGeom>
              <a:avLst/>
              <a:gdLst/>
              <a:ahLst/>
              <a:cxnLst/>
              <a:rect l="l" t="t" r="r" b="b"/>
              <a:pathLst>
                <a:path w="535" h="290" extrusionOk="0">
                  <a:moveTo>
                    <a:pt x="1" y="0"/>
                  </a:moveTo>
                  <a:cubicBezTo>
                    <a:pt x="0" y="7"/>
                    <a:pt x="0" y="15"/>
                    <a:pt x="0" y="22"/>
                  </a:cubicBezTo>
                  <a:cubicBezTo>
                    <a:pt x="0" y="170"/>
                    <a:pt x="120" y="290"/>
                    <a:pt x="267" y="290"/>
                  </a:cubicBezTo>
                  <a:cubicBezTo>
                    <a:pt x="415" y="290"/>
                    <a:pt x="535" y="170"/>
                    <a:pt x="535" y="22"/>
                  </a:cubicBezTo>
                  <a:cubicBezTo>
                    <a:pt x="535" y="15"/>
                    <a:pt x="534" y="7"/>
                    <a:pt x="534" y="0"/>
                  </a:cubicBezTo>
                  <a:lnTo>
                    <a:pt x="1"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77" name="Google Shape;1277;p51"/>
          <p:cNvSpPr txBox="1"/>
          <p:nvPr/>
        </p:nvSpPr>
        <p:spPr>
          <a:xfrm>
            <a:off x="2447312" y="119400"/>
            <a:ext cx="6968575" cy="83099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600" b="1" dirty="0">
                <a:ln w="6350">
                  <a:noFill/>
                </a:ln>
                <a:solidFill>
                  <a:schemeClr val="tx2"/>
                </a:solidFill>
                <a:latin typeface="Segoe UI"/>
                <a:cs typeface="Segoe UI"/>
                <a:sym typeface="Source Sans Pro Light"/>
              </a:rPr>
              <a:t>Past Experiences</a:t>
            </a:r>
            <a:endParaRPr sz="3600" b="1" dirty="0">
              <a:ln w="6350">
                <a:noFill/>
              </a:ln>
              <a:solidFill>
                <a:schemeClr val="tx2"/>
              </a:solidFill>
              <a:latin typeface="Segoe UI"/>
              <a:cs typeface="Segoe UI"/>
              <a:sym typeface="Source Sans Pro Light"/>
            </a:endParaRPr>
          </a:p>
        </p:txBody>
      </p:sp>
      <p:sp>
        <p:nvSpPr>
          <p:cNvPr id="32" name="Rectangle 31">
            <a:extLst>
              <a:ext uri="{FF2B5EF4-FFF2-40B4-BE49-F238E27FC236}">
                <a16:creationId xmlns:a16="http://schemas.microsoft.com/office/drawing/2014/main" id="{2F376F31-BEA3-492B-ACF8-2D4FF07C000F}"/>
              </a:ext>
            </a:extLst>
          </p:cNvPr>
          <p:cNvSpPr/>
          <p:nvPr/>
        </p:nvSpPr>
        <p:spPr>
          <a:xfrm rot="16200000">
            <a:off x="2671769" y="5465767"/>
            <a:ext cx="75246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3" name="Rectangle 32">
            <a:extLst>
              <a:ext uri="{FF2B5EF4-FFF2-40B4-BE49-F238E27FC236}">
                <a16:creationId xmlns:a16="http://schemas.microsoft.com/office/drawing/2014/main" id="{BAB8F80A-C74A-498F-97C3-788576485F44}"/>
              </a:ext>
            </a:extLst>
          </p:cNvPr>
          <p:cNvSpPr/>
          <p:nvPr/>
        </p:nvSpPr>
        <p:spPr>
          <a:xfrm rot="16200000">
            <a:off x="4703767" y="5465765"/>
            <a:ext cx="75246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4" name="Rectangle 33">
            <a:extLst>
              <a:ext uri="{FF2B5EF4-FFF2-40B4-BE49-F238E27FC236}">
                <a16:creationId xmlns:a16="http://schemas.microsoft.com/office/drawing/2014/main" id="{7BF21FA9-9048-4CAD-97CB-F46972F7D52C}"/>
              </a:ext>
            </a:extLst>
          </p:cNvPr>
          <p:cNvSpPr/>
          <p:nvPr/>
        </p:nvSpPr>
        <p:spPr>
          <a:xfrm rot="16200000">
            <a:off x="6735765" y="5465764"/>
            <a:ext cx="75247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a:extLst>
              <a:ext uri="{FF2B5EF4-FFF2-40B4-BE49-F238E27FC236}">
                <a16:creationId xmlns:a16="http://schemas.microsoft.com/office/drawing/2014/main" id="{D8C644C4-D001-41C5-AA55-75023122E6E6}"/>
              </a:ext>
            </a:extLst>
          </p:cNvPr>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36" name="Group 35">
            <a:extLst>
              <a:ext uri="{FF2B5EF4-FFF2-40B4-BE49-F238E27FC236}">
                <a16:creationId xmlns:a16="http://schemas.microsoft.com/office/drawing/2014/main" id="{09DBDB60-C1DD-4FB7-AD71-2C6E46EFD12E}"/>
              </a:ext>
            </a:extLst>
          </p:cNvPr>
          <p:cNvGrpSpPr/>
          <p:nvPr/>
        </p:nvGrpSpPr>
        <p:grpSpPr>
          <a:xfrm>
            <a:off x="2" y="6736617"/>
            <a:ext cx="12191999" cy="134339"/>
            <a:chOff x="2" y="2110197"/>
            <a:chExt cx="12191999" cy="134339"/>
          </a:xfrm>
        </p:grpSpPr>
        <p:sp>
          <p:nvSpPr>
            <p:cNvPr id="37" name="Rectangle 36">
              <a:extLst>
                <a:ext uri="{FF2B5EF4-FFF2-40B4-BE49-F238E27FC236}">
                  <a16:creationId xmlns:a16="http://schemas.microsoft.com/office/drawing/2014/main" id="{C18C2F65-C33B-452A-9725-C26C180C8BF2}"/>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8" name="Rectangle 37">
              <a:extLst>
                <a:ext uri="{FF2B5EF4-FFF2-40B4-BE49-F238E27FC236}">
                  <a16:creationId xmlns:a16="http://schemas.microsoft.com/office/drawing/2014/main" id="{2D00BF75-A4B7-4E12-896B-9614DFC87EDC}"/>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9" name="Rectangle 38">
              <a:extLst>
                <a:ext uri="{FF2B5EF4-FFF2-40B4-BE49-F238E27FC236}">
                  <a16:creationId xmlns:a16="http://schemas.microsoft.com/office/drawing/2014/main" id="{E4BC091E-4F3F-4009-B894-A4661F13FB59}"/>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0" name="Rectangle 39">
              <a:extLst>
                <a:ext uri="{FF2B5EF4-FFF2-40B4-BE49-F238E27FC236}">
                  <a16:creationId xmlns:a16="http://schemas.microsoft.com/office/drawing/2014/main" id="{F62580E9-C27C-4E38-90D9-534C7B4F59CC}"/>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1" name="Rectangle 40">
              <a:extLst>
                <a:ext uri="{FF2B5EF4-FFF2-40B4-BE49-F238E27FC236}">
                  <a16:creationId xmlns:a16="http://schemas.microsoft.com/office/drawing/2014/main" id="{98D304B8-B254-4A55-AA45-7B2241FB5594}"/>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2" name="Rectangle 41">
              <a:extLst>
                <a:ext uri="{FF2B5EF4-FFF2-40B4-BE49-F238E27FC236}">
                  <a16:creationId xmlns:a16="http://schemas.microsoft.com/office/drawing/2014/main" id="{AB1CEC75-EC54-4317-BF41-3EBA2CD2A6D1}"/>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pic>
        <p:nvPicPr>
          <p:cNvPr id="43" name="Picture 42" descr="Orena_Logo_Final.png">
            <a:extLst>
              <a:ext uri="{FF2B5EF4-FFF2-40B4-BE49-F238E27FC236}">
                <a16:creationId xmlns:a16="http://schemas.microsoft.com/office/drawing/2014/main" id="{EA5AF5C1-B64A-4673-8C4F-71C3A71A8305}"/>
              </a:ext>
            </a:extLst>
          </p:cNvPr>
          <p:cNvPicPr>
            <a:picLocks noChangeAspect="1"/>
          </p:cNvPicPr>
          <p:nvPr/>
        </p:nvPicPr>
        <p:blipFill>
          <a:blip r:embed="rId3" cstate="screen"/>
          <a:stretch>
            <a:fillRect/>
          </a:stretch>
        </p:blipFill>
        <p:spPr>
          <a:xfrm>
            <a:off x="10203327" y="5517170"/>
            <a:ext cx="1932071" cy="1207206"/>
          </a:xfrm>
          <a:prstGeom prst="rect">
            <a:avLst/>
          </a:prstGeom>
        </p:spPr>
      </p:pic>
      <p:sp>
        <p:nvSpPr>
          <p:cNvPr id="44" name="Rectangle 43">
            <a:extLst>
              <a:ext uri="{FF2B5EF4-FFF2-40B4-BE49-F238E27FC236}">
                <a16:creationId xmlns:a16="http://schemas.microsoft.com/office/drawing/2014/main" id="{F4D703FC-8BAB-4264-B458-3DFA91DB7A01}"/>
              </a:ext>
            </a:extLst>
          </p:cNvPr>
          <p:cNvSpPr/>
          <p:nvPr/>
        </p:nvSpPr>
        <p:spPr>
          <a:xfrm rot="16200000">
            <a:off x="639762" y="5452705"/>
            <a:ext cx="752474" cy="203199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a:extLst>
              <a:ext uri="{FF2B5EF4-FFF2-40B4-BE49-F238E27FC236}">
                <a16:creationId xmlns:a16="http://schemas.microsoft.com/office/drawing/2014/main" id="{99CFAB2A-1BD7-4159-8A5F-002DE3B6039F}"/>
              </a:ext>
            </a:extLst>
          </p:cNvPr>
          <p:cNvSpPr/>
          <p:nvPr/>
        </p:nvSpPr>
        <p:spPr>
          <a:xfrm rot="16200000">
            <a:off x="948831" y="5774831"/>
            <a:ext cx="134338" cy="2032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47" name="Google Shape;1404;p52">
            <a:extLst>
              <a:ext uri="{FF2B5EF4-FFF2-40B4-BE49-F238E27FC236}">
                <a16:creationId xmlns:a16="http://schemas.microsoft.com/office/drawing/2014/main" id="{7E0D4478-E6F0-4A6B-93F9-5F1C762E41EA}"/>
              </a:ext>
            </a:extLst>
          </p:cNvPr>
          <p:cNvGrpSpPr/>
          <p:nvPr/>
        </p:nvGrpSpPr>
        <p:grpSpPr>
          <a:xfrm>
            <a:off x="7387872" y="1943314"/>
            <a:ext cx="2317430" cy="747737"/>
            <a:chOff x="8244268" y="2446757"/>
            <a:chExt cx="2317430" cy="747737"/>
          </a:xfrm>
        </p:grpSpPr>
        <p:sp>
          <p:nvSpPr>
            <p:cNvPr id="48" name="Google Shape;1405;p52">
              <a:extLst>
                <a:ext uri="{FF2B5EF4-FFF2-40B4-BE49-F238E27FC236}">
                  <a16:creationId xmlns:a16="http://schemas.microsoft.com/office/drawing/2014/main" id="{B745908C-F17C-4B6A-8F44-1A176A52D8AE}"/>
                </a:ext>
              </a:extLst>
            </p:cNvPr>
            <p:cNvSpPr txBox="1"/>
            <p:nvPr/>
          </p:nvSpPr>
          <p:spPr>
            <a:xfrm>
              <a:off x="8275721" y="2446757"/>
              <a:ext cx="2285977" cy="369332"/>
            </a:xfrm>
            <a:prstGeom prst="rect">
              <a:avLst/>
            </a:prstGeom>
            <a:noFill/>
            <a:ln>
              <a:noFill/>
            </a:ln>
          </p:spPr>
          <p:txBody>
            <a:bodyPr spcFirstLastPara="1" wrap="square" lIns="91425" tIns="45700" rIns="91425" bIns="45700" anchor="t" anchorCtr="0">
              <a:noAutofit/>
            </a:bodyPr>
            <a:lstStyle/>
            <a:p>
              <a:pPr lvl="0"/>
              <a:r>
                <a:rPr lang="en-US" sz="2000" b="1" dirty="0">
                  <a:solidFill>
                    <a:schemeClr val="accent5"/>
                  </a:solidFill>
                  <a:ea typeface="Source Sans Pro Light"/>
                  <a:cs typeface="Source Sans Pro Light"/>
                  <a:sym typeface="Source Sans Pro Light"/>
                </a:rPr>
                <a:t>1500</a:t>
              </a:r>
              <a:r>
                <a:rPr lang="en-US" sz="2000" dirty="0">
                  <a:solidFill>
                    <a:schemeClr val="accent5"/>
                  </a:solidFill>
                  <a:ea typeface="Calibri"/>
                  <a:cs typeface="Calibri"/>
                  <a:sym typeface="Calibri"/>
                </a:rPr>
                <a:t> Engineers</a:t>
              </a:r>
              <a:r>
                <a:rPr lang="en-US" sz="2000" b="1" dirty="0">
                  <a:solidFill>
                    <a:schemeClr val="accent5"/>
                  </a:solidFill>
                  <a:ea typeface="Source Sans Pro Light"/>
                  <a:cs typeface="Source Sans Pro Light"/>
                  <a:sym typeface="Source Sans Pro Light"/>
                </a:rPr>
                <a:t> </a:t>
              </a:r>
              <a:endParaRPr sz="2000" b="1" dirty="0">
                <a:solidFill>
                  <a:schemeClr val="accent5"/>
                </a:solidFill>
                <a:ea typeface="Source Sans Pro Light"/>
                <a:cs typeface="Source Sans Pro Light"/>
                <a:sym typeface="Source Sans Pro Light"/>
              </a:endParaRPr>
            </a:p>
          </p:txBody>
        </p:sp>
        <p:sp>
          <p:nvSpPr>
            <p:cNvPr id="49" name="Google Shape;1406;p52">
              <a:extLst>
                <a:ext uri="{FF2B5EF4-FFF2-40B4-BE49-F238E27FC236}">
                  <a16:creationId xmlns:a16="http://schemas.microsoft.com/office/drawing/2014/main" id="{90A1BD69-07E2-4DD8-BA79-E7602A7AF39D}"/>
                </a:ext>
              </a:extLst>
            </p:cNvPr>
            <p:cNvSpPr txBox="1"/>
            <p:nvPr/>
          </p:nvSpPr>
          <p:spPr>
            <a:xfrm>
              <a:off x="8244268" y="2763607"/>
              <a:ext cx="2285977" cy="4308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b="1" dirty="0">
                  <a:latin typeface="Calibri"/>
                  <a:ea typeface="Calibri"/>
                  <a:cs typeface="Calibri"/>
                  <a:sym typeface="Calibri"/>
                </a:rPr>
                <a:t>Trained</a:t>
              </a:r>
              <a:endParaRPr b="1" dirty="0">
                <a:latin typeface="Signika Negative"/>
                <a:ea typeface="Signika Negative"/>
                <a:cs typeface="Signika Negative"/>
                <a:sym typeface="Signika Negative"/>
              </a:endParaRPr>
            </a:p>
          </p:txBody>
        </p:sp>
      </p:grpSp>
      <p:grpSp>
        <p:nvGrpSpPr>
          <p:cNvPr id="50" name="Google Shape;1407;p52">
            <a:extLst>
              <a:ext uri="{FF2B5EF4-FFF2-40B4-BE49-F238E27FC236}">
                <a16:creationId xmlns:a16="http://schemas.microsoft.com/office/drawing/2014/main" id="{6976A504-421D-4C0E-B5F3-63273A964DA6}"/>
              </a:ext>
            </a:extLst>
          </p:cNvPr>
          <p:cNvGrpSpPr/>
          <p:nvPr/>
        </p:nvGrpSpPr>
        <p:grpSpPr>
          <a:xfrm>
            <a:off x="6173438" y="2071566"/>
            <a:ext cx="637577" cy="710499"/>
            <a:chOff x="7773920" y="2679103"/>
            <a:chExt cx="366219" cy="349260"/>
          </a:xfrm>
        </p:grpSpPr>
        <p:sp>
          <p:nvSpPr>
            <p:cNvPr id="51" name="Google Shape;1408;p52">
              <a:extLst>
                <a:ext uri="{FF2B5EF4-FFF2-40B4-BE49-F238E27FC236}">
                  <a16:creationId xmlns:a16="http://schemas.microsoft.com/office/drawing/2014/main" id="{552B2CD4-DC08-4B01-B366-7B8CF2B52C63}"/>
                </a:ext>
              </a:extLst>
            </p:cNvPr>
            <p:cNvSpPr/>
            <p:nvPr/>
          </p:nvSpPr>
          <p:spPr>
            <a:xfrm>
              <a:off x="7773920" y="2679103"/>
              <a:ext cx="366219" cy="349260"/>
            </a:xfrm>
            <a:custGeom>
              <a:avLst/>
              <a:gdLst/>
              <a:ahLst/>
              <a:cxnLst/>
              <a:rect l="l" t="t" r="r" b="b"/>
              <a:pathLst>
                <a:path w="128" h="122" extrusionOk="0">
                  <a:moveTo>
                    <a:pt x="117" y="0"/>
                  </a:moveTo>
                  <a:cubicBezTo>
                    <a:pt x="11" y="0"/>
                    <a:pt x="11" y="0"/>
                    <a:pt x="11" y="0"/>
                  </a:cubicBezTo>
                  <a:cubicBezTo>
                    <a:pt x="5" y="0"/>
                    <a:pt x="0" y="5"/>
                    <a:pt x="0" y="11"/>
                  </a:cubicBezTo>
                  <a:cubicBezTo>
                    <a:pt x="0" y="93"/>
                    <a:pt x="0" y="93"/>
                    <a:pt x="0" y="93"/>
                  </a:cubicBezTo>
                  <a:cubicBezTo>
                    <a:pt x="0" y="99"/>
                    <a:pt x="5" y="104"/>
                    <a:pt x="11" y="104"/>
                  </a:cubicBezTo>
                  <a:cubicBezTo>
                    <a:pt x="43" y="104"/>
                    <a:pt x="43" y="104"/>
                    <a:pt x="43" y="104"/>
                  </a:cubicBezTo>
                  <a:cubicBezTo>
                    <a:pt x="41" y="106"/>
                    <a:pt x="39" y="109"/>
                    <a:pt x="37" y="110"/>
                  </a:cubicBezTo>
                  <a:cubicBezTo>
                    <a:pt x="36" y="111"/>
                    <a:pt x="35" y="112"/>
                    <a:pt x="34" y="113"/>
                  </a:cubicBezTo>
                  <a:cubicBezTo>
                    <a:pt x="34" y="114"/>
                    <a:pt x="33" y="116"/>
                    <a:pt x="34" y="118"/>
                  </a:cubicBezTo>
                  <a:cubicBezTo>
                    <a:pt x="35" y="120"/>
                    <a:pt x="37" y="122"/>
                    <a:pt x="42" y="122"/>
                  </a:cubicBezTo>
                  <a:cubicBezTo>
                    <a:pt x="86" y="122"/>
                    <a:pt x="86" y="122"/>
                    <a:pt x="86" y="122"/>
                  </a:cubicBezTo>
                  <a:cubicBezTo>
                    <a:pt x="91" y="122"/>
                    <a:pt x="93" y="120"/>
                    <a:pt x="94" y="118"/>
                  </a:cubicBezTo>
                  <a:cubicBezTo>
                    <a:pt x="95" y="116"/>
                    <a:pt x="94" y="114"/>
                    <a:pt x="94" y="113"/>
                  </a:cubicBezTo>
                  <a:cubicBezTo>
                    <a:pt x="93" y="112"/>
                    <a:pt x="92" y="111"/>
                    <a:pt x="91" y="110"/>
                  </a:cubicBezTo>
                  <a:cubicBezTo>
                    <a:pt x="89" y="109"/>
                    <a:pt x="87" y="106"/>
                    <a:pt x="85" y="104"/>
                  </a:cubicBezTo>
                  <a:cubicBezTo>
                    <a:pt x="117" y="104"/>
                    <a:pt x="117" y="104"/>
                    <a:pt x="117" y="104"/>
                  </a:cubicBezTo>
                  <a:cubicBezTo>
                    <a:pt x="123" y="104"/>
                    <a:pt x="128" y="99"/>
                    <a:pt x="128" y="93"/>
                  </a:cubicBezTo>
                  <a:cubicBezTo>
                    <a:pt x="128" y="11"/>
                    <a:pt x="128" y="11"/>
                    <a:pt x="128" y="11"/>
                  </a:cubicBezTo>
                  <a:cubicBezTo>
                    <a:pt x="128" y="5"/>
                    <a:pt x="123" y="0"/>
                    <a:pt x="117" y="0"/>
                  </a:cubicBezTo>
                  <a:close/>
                  <a:moveTo>
                    <a:pt x="88" y="113"/>
                  </a:moveTo>
                  <a:cubicBezTo>
                    <a:pt x="89" y="114"/>
                    <a:pt x="90" y="115"/>
                    <a:pt x="90" y="116"/>
                  </a:cubicBezTo>
                  <a:cubicBezTo>
                    <a:pt x="90" y="116"/>
                    <a:pt x="91" y="116"/>
                    <a:pt x="90" y="116"/>
                  </a:cubicBezTo>
                  <a:cubicBezTo>
                    <a:pt x="90" y="117"/>
                    <a:pt x="88" y="118"/>
                    <a:pt x="86" y="118"/>
                  </a:cubicBezTo>
                  <a:cubicBezTo>
                    <a:pt x="42" y="118"/>
                    <a:pt x="42" y="118"/>
                    <a:pt x="42" y="118"/>
                  </a:cubicBezTo>
                  <a:cubicBezTo>
                    <a:pt x="40" y="118"/>
                    <a:pt x="38" y="117"/>
                    <a:pt x="38" y="116"/>
                  </a:cubicBezTo>
                  <a:cubicBezTo>
                    <a:pt x="38" y="116"/>
                    <a:pt x="38" y="116"/>
                    <a:pt x="38" y="116"/>
                  </a:cubicBezTo>
                  <a:cubicBezTo>
                    <a:pt x="38" y="116"/>
                    <a:pt x="38" y="116"/>
                    <a:pt x="38" y="116"/>
                  </a:cubicBezTo>
                  <a:cubicBezTo>
                    <a:pt x="38" y="115"/>
                    <a:pt x="39" y="114"/>
                    <a:pt x="40" y="113"/>
                  </a:cubicBezTo>
                  <a:cubicBezTo>
                    <a:pt x="44" y="109"/>
                    <a:pt x="47" y="106"/>
                    <a:pt x="48" y="104"/>
                  </a:cubicBezTo>
                  <a:cubicBezTo>
                    <a:pt x="80" y="104"/>
                    <a:pt x="80" y="104"/>
                    <a:pt x="80" y="104"/>
                  </a:cubicBezTo>
                  <a:cubicBezTo>
                    <a:pt x="81" y="106"/>
                    <a:pt x="84" y="109"/>
                    <a:pt x="88" y="113"/>
                  </a:cubicBezTo>
                  <a:close/>
                  <a:moveTo>
                    <a:pt x="120" y="93"/>
                  </a:moveTo>
                  <a:cubicBezTo>
                    <a:pt x="120" y="95"/>
                    <a:pt x="119" y="96"/>
                    <a:pt x="117" y="96"/>
                  </a:cubicBezTo>
                  <a:cubicBezTo>
                    <a:pt x="11" y="96"/>
                    <a:pt x="11" y="96"/>
                    <a:pt x="11" y="96"/>
                  </a:cubicBezTo>
                  <a:cubicBezTo>
                    <a:pt x="9" y="96"/>
                    <a:pt x="8" y="95"/>
                    <a:pt x="8" y="93"/>
                  </a:cubicBezTo>
                  <a:cubicBezTo>
                    <a:pt x="8" y="11"/>
                    <a:pt x="8" y="11"/>
                    <a:pt x="8" y="11"/>
                  </a:cubicBezTo>
                  <a:cubicBezTo>
                    <a:pt x="8" y="9"/>
                    <a:pt x="9" y="8"/>
                    <a:pt x="11" y="8"/>
                  </a:cubicBezTo>
                  <a:cubicBezTo>
                    <a:pt x="117" y="8"/>
                    <a:pt x="117" y="8"/>
                    <a:pt x="117" y="8"/>
                  </a:cubicBezTo>
                  <a:cubicBezTo>
                    <a:pt x="119" y="8"/>
                    <a:pt x="120" y="9"/>
                    <a:pt x="120" y="11"/>
                  </a:cubicBezTo>
                  <a:lnTo>
                    <a:pt x="120" y="93"/>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 name="Google Shape;1409;p52">
              <a:extLst>
                <a:ext uri="{FF2B5EF4-FFF2-40B4-BE49-F238E27FC236}">
                  <a16:creationId xmlns:a16="http://schemas.microsoft.com/office/drawing/2014/main" id="{00E703A3-569F-432E-AB7C-E08D1CBBCE06}"/>
                </a:ext>
              </a:extLst>
            </p:cNvPr>
            <p:cNvSpPr/>
            <p:nvPr/>
          </p:nvSpPr>
          <p:spPr>
            <a:xfrm>
              <a:off x="7819755" y="2724938"/>
              <a:ext cx="274550" cy="183339"/>
            </a:xfrm>
            <a:custGeom>
              <a:avLst/>
              <a:gdLst/>
              <a:ahLst/>
              <a:cxnLst/>
              <a:rect l="l" t="t" r="r" b="b"/>
              <a:pathLst>
                <a:path w="96" h="64" extrusionOk="0">
                  <a:moveTo>
                    <a:pt x="89" y="0"/>
                  </a:moveTo>
                  <a:cubicBezTo>
                    <a:pt x="7" y="0"/>
                    <a:pt x="7" y="0"/>
                    <a:pt x="7" y="0"/>
                  </a:cubicBezTo>
                  <a:cubicBezTo>
                    <a:pt x="3" y="0"/>
                    <a:pt x="0" y="3"/>
                    <a:pt x="0" y="7"/>
                  </a:cubicBezTo>
                  <a:cubicBezTo>
                    <a:pt x="0" y="57"/>
                    <a:pt x="0" y="57"/>
                    <a:pt x="0" y="57"/>
                  </a:cubicBezTo>
                  <a:cubicBezTo>
                    <a:pt x="0" y="61"/>
                    <a:pt x="3" y="64"/>
                    <a:pt x="7" y="64"/>
                  </a:cubicBezTo>
                  <a:cubicBezTo>
                    <a:pt x="89" y="64"/>
                    <a:pt x="89" y="64"/>
                    <a:pt x="89" y="64"/>
                  </a:cubicBezTo>
                  <a:cubicBezTo>
                    <a:pt x="93" y="64"/>
                    <a:pt x="96" y="61"/>
                    <a:pt x="96" y="57"/>
                  </a:cubicBezTo>
                  <a:cubicBezTo>
                    <a:pt x="96" y="7"/>
                    <a:pt x="96" y="7"/>
                    <a:pt x="96" y="7"/>
                  </a:cubicBezTo>
                  <a:cubicBezTo>
                    <a:pt x="96" y="3"/>
                    <a:pt x="93" y="0"/>
                    <a:pt x="89" y="0"/>
                  </a:cubicBezTo>
                  <a:close/>
                  <a:moveTo>
                    <a:pt x="92" y="57"/>
                  </a:moveTo>
                  <a:cubicBezTo>
                    <a:pt x="92" y="59"/>
                    <a:pt x="91" y="60"/>
                    <a:pt x="89" y="60"/>
                  </a:cubicBezTo>
                  <a:cubicBezTo>
                    <a:pt x="7" y="60"/>
                    <a:pt x="7" y="60"/>
                    <a:pt x="7" y="60"/>
                  </a:cubicBezTo>
                  <a:cubicBezTo>
                    <a:pt x="5" y="60"/>
                    <a:pt x="4" y="59"/>
                    <a:pt x="4" y="57"/>
                  </a:cubicBezTo>
                  <a:cubicBezTo>
                    <a:pt x="4" y="7"/>
                    <a:pt x="4" y="7"/>
                    <a:pt x="4" y="7"/>
                  </a:cubicBezTo>
                  <a:cubicBezTo>
                    <a:pt x="4" y="5"/>
                    <a:pt x="5" y="4"/>
                    <a:pt x="7" y="4"/>
                  </a:cubicBezTo>
                  <a:cubicBezTo>
                    <a:pt x="89" y="4"/>
                    <a:pt x="89" y="4"/>
                    <a:pt x="89" y="4"/>
                  </a:cubicBezTo>
                  <a:cubicBezTo>
                    <a:pt x="91" y="4"/>
                    <a:pt x="92" y="5"/>
                    <a:pt x="92" y="7"/>
                  </a:cubicBezTo>
                  <a:lnTo>
                    <a:pt x="92" y="57"/>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 name="Google Shape;1410;p52">
              <a:extLst>
                <a:ext uri="{FF2B5EF4-FFF2-40B4-BE49-F238E27FC236}">
                  <a16:creationId xmlns:a16="http://schemas.microsoft.com/office/drawing/2014/main" id="{7115CE2C-1BFE-4620-9265-235C740924AD}"/>
                </a:ext>
              </a:extLst>
            </p:cNvPr>
            <p:cNvSpPr/>
            <p:nvPr/>
          </p:nvSpPr>
          <p:spPr>
            <a:xfrm>
              <a:off x="7939842" y="2913775"/>
              <a:ext cx="34376" cy="34376"/>
            </a:xfrm>
            <a:custGeom>
              <a:avLst/>
              <a:gdLst/>
              <a:ahLst/>
              <a:cxnLst/>
              <a:rect l="l" t="t" r="r" b="b"/>
              <a:pathLst>
                <a:path w="12" h="12" extrusionOk="0">
                  <a:moveTo>
                    <a:pt x="6" y="0"/>
                  </a:moveTo>
                  <a:cubicBezTo>
                    <a:pt x="3" y="0"/>
                    <a:pt x="0" y="3"/>
                    <a:pt x="0" y="6"/>
                  </a:cubicBezTo>
                  <a:cubicBezTo>
                    <a:pt x="0" y="9"/>
                    <a:pt x="3" y="12"/>
                    <a:pt x="6" y="12"/>
                  </a:cubicBezTo>
                  <a:cubicBezTo>
                    <a:pt x="9" y="12"/>
                    <a:pt x="12" y="9"/>
                    <a:pt x="12" y="6"/>
                  </a:cubicBezTo>
                  <a:cubicBezTo>
                    <a:pt x="12" y="3"/>
                    <a:pt x="9" y="0"/>
                    <a:pt x="6" y="0"/>
                  </a:cubicBezTo>
                  <a:close/>
                  <a:moveTo>
                    <a:pt x="6" y="8"/>
                  </a:moveTo>
                  <a:cubicBezTo>
                    <a:pt x="5" y="8"/>
                    <a:pt x="4" y="7"/>
                    <a:pt x="4" y="6"/>
                  </a:cubicBezTo>
                  <a:cubicBezTo>
                    <a:pt x="4" y="5"/>
                    <a:pt x="5" y="4"/>
                    <a:pt x="6" y="4"/>
                  </a:cubicBezTo>
                  <a:cubicBezTo>
                    <a:pt x="7" y="4"/>
                    <a:pt x="8" y="5"/>
                    <a:pt x="8" y="6"/>
                  </a:cubicBezTo>
                  <a:cubicBezTo>
                    <a:pt x="8" y="7"/>
                    <a:pt x="7" y="8"/>
                    <a:pt x="6" y="8"/>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 name="Google Shape;1411;p52">
              <a:extLst>
                <a:ext uri="{FF2B5EF4-FFF2-40B4-BE49-F238E27FC236}">
                  <a16:creationId xmlns:a16="http://schemas.microsoft.com/office/drawing/2014/main" id="{1363763D-79F9-41B6-8512-08ECF78FE4F6}"/>
                </a:ext>
              </a:extLst>
            </p:cNvPr>
            <p:cNvSpPr/>
            <p:nvPr/>
          </p:nvSpPr>
          <p:spPr>
            <a:xfrm>
              <a:off x="7934341" y="2782230"/>
              <a:ext cx="56835" cy="68752"/>
            </a:xfrm>
            <a:custGeom>
              <a:avLst/>
              <a:gdLst/>
              <a:ahLst/>
              <a:cxnLst/>
              <a:rect l="l" t="t" r="r" b="b"/>
              <a:pathLst>
                <a:path w="20" h="24" extrusionOk="0">
                  <a:moveTo>
                    <a:pt x="2" y="0"/>
                  </a:moveTo>
                  <a:cubicBezTo>
                    <a:pt x="1" y="0"/>
                    <a:pt x="0" y="0"/>
                    <a:pt x="0" y="1"/>
                  </a:cubicBezTo>
                  <a:cubicBezTo>
                    <a:pt x="0" y="2"/>
                    <a:pt x="0" y="21"/>
                    <a:pt x="0" y="23"/>
                  </a:cubicBezTo>
                  <a:cubicBezTo>
                    <a:pt x="0" y="24"/>
                    <a:pt x="1" y="24"/>
                    <a:pt x="2" y="24"/>
                  </a:cubicBezTo>
                  <a:cubicBezTo>
                    <a:pt x="3" y="23"/>
                    <a:pt x="18" y="14"/>
                    <a:pt x="19" y="13"/>
                  </a:cubicBezTo>
                  <a:cubicBezTo>
                    <a:pt x="20" y="13"/>
                    <a:pt x="20" y="11"/>
                    <a:pt x="19" y="11"/>
                  </a:cubicBezTo>
                  <a:cubicBezTo>
                    <a:pt x="18" y="10"/>
                    <a:pt x="3" y="1"/>
                    <a:pt x="2"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5" name="Google Shape;1412;p52">
            <a:extLst>
              <a:ext uri="{FF2B5EF4-FFF2-40B4-BE49-F238E27FC236}">
                <a16:creationId xmlns:a16="http://schemas.microsoft.com/office/drawing/2014/main" id="{B6B9B3A7-5EF6-4CA3-8113-CD63BBBA875E}"/>
              </a:ext>
            </a:extLst>
          </p:cNvPr>
          <p:cNvGrpSpPr/>
          <p:nvPr/>
        </p:nvGrpSpPr>
        <p:grpSpPr>
          <a:xfrm>
            <a:off x="7393242" y="3081349"/>
            <a:ext cx="2223069" cy="709841"/>
            <a:chOff x="8244268" y="3405556"/>
            <a:chExt cx="2223069" cy="709841"/>
          </a:xfrm>
        </p:grpSpPr>
        <p:sp>
          <p:nvSpPr>
            <p:cNvPr id="56" name="Google Shape;1413;p52">
              <a:extLst>
                <a:ext uri="{FF2B5EF4-FFF2-40B4-BE49-F238E27FC236}">
                  <a16:creationId xmlns:a16="http://schemas.microsoft.com/office/drawing/2014/main" id="{7E04BFD7-A83B-44B9-87B6-3A44F3DF44C2}"/>
                </a:ext>
              </a:extLst>
            </p:cNvPr>
            <p:cNvSpPr txBox="1"/>
            <p:nvPr/>
          </p:nvSpPr>
          <p:spPr>
            <a:xfrm>
              <a:off x="8244268" y="3405556"/>
              <a:ext cx="1936134"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chemeClr val="accent5"/>
                  </a:solidFill>
                  <a:latin typeface="Segoe UI" panose="020B0502040204020203" pitchFamily="34" charset="0"/>
                  <a:ea typeface="Source Sans Pro Light"/>
                  <a:cs typeface="Segoe UI" panose="020B0502040204020203" pitchFamily="34" charset="0"/>
                  <a:sym typeface="Source Sans Pro Light"/>
                </a:rPr>
                <a:t>98%</a:t>
              </a:r>
              <a:endParaRPr sz="2000" b="1" dirty="0">
                <a:solidFill>
                  <a:schemeClr val="accent5"/>
                </a:solidFill>
                <a:latin typeface="Segoe UI" panose="020B0502040204020203" pitchFamily="34" charset="0"/>
                <a:ea typeface="Source Sans Pro Light"/>
                <a:cs typeface="Segoe UI" panose="020B0502040204020203" pitchFamily="34" charset="0"/>
                <a:sym typeface="Source Sans Pro Light"/>
              </a:endParaRPr>
            </a:p>
          </p:txBody>
        </p:sp>
        <p:sp>
          <p:nvSpPr>
            <p:cNvPr id="57" name="Google Shape;1414;p52">
              <a:extLst>
                <a:ext uri="{FF2B5EF4-FFF2-40B4-BE49-F238E27FC236}">
                  <a16:creationId xmlns:a16="http://schemas.microsoft.com/office/drawing/2014/main" id="{740E5734-7307-4D9C-8FBD-D93D1123B480}"/>
                </a:ext>
              </a:extLst>
            </p:cNvPr>
            <p:cNvSpPr txBox="1"/>
            <p:nvPr/>
          </p:nvSpPr>
          <p:spPr>
            <a:xfrm>
              <a:off x="8244268" y="3684510"/>
              <a:ext cx="2223069" cy="4308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b="1" dirty="0">
                  <a:latin typeface="Calibri"/>
                  <a:ea typeface="Signika Negative"/>
                  <a:cs typeface="Calibri"/>
                  <a:sym typeface="Calibri"/>
                </a:rPr>
                <a:t>Placement</a:t>
              </a:r>
              <a:r>
                <a:rPr lang="en-US" dirty="0">
                  <a:solidFill>
                    <a:schemeClr val="accent6">
                      <a:lumMod val="75000"/>
                    </a:schemeClr>
                  </a:solidFill>
                  <a:latin typeface="Calibri"/>
                  <a:ea typeface="Signika Negative"/>
                  <a:cs typeface="Calibri"/>
                  <a:sym typeface="Calibri"/>
                </a:rPr>
                <a:t> </a:t>
              </a:r>
              <a:endParaRPr dirty="0">
                <a:solidFill>
                  <a:schemeClr val="accent6">
                    <a:lumMod val="75000"/>
                  </a:schemeClr>
                </a:solidFill>
                <a:latin typeface="Signika Negative"/>
                <a:ea typeface="Signika Negative"/>
                <a:cs typeface="Signika Negative"/>
                <a:sym typeface="Signika Negative"/>
              </a:endParaRPr>
            </a:p>
          </p:txBody>
        </p:sp>
      </p:grpSp>
      <p:sp>
        <p:nvSpPr>
          <p:cNvPr id="58" name="Google Shape;1415;p52">
            <a:extLst>
              <a:ext uri="{FF2B5EF4-FFF2-40B4-BE49-F238E27FC236}">
                <a16:creationId xmlns:a16="http://schemas.microsoft.com/office/drawing/2014/main" id="{0F409214-4DE4-40D3-8EF7-6A01C0F737F5}"/>
              </a:ext>
            </a:extLst>
          </p:cNvPr>
          <p:cNvSpPr/>
          <p:nvPr/>
        </p:nvSpPr>
        <p:spPr>
          <a:xfrm rot="-45052">
            <a:off x="6242210" y="3135415"/>
            <a:ext cx="568475" cy="519686"/>
          </a:xfrm>
          <a:custGeom>
            <a:avLst/>
            <a:gdLst/>
            <a:ahLst/>
            <a:cxnLst/>
            <a:rect l="l" t="t" r="r" b="b"/>
            <a:pathLst>
              <a:path w="2506" h="2453" extrusionOk="0">
                <a:moveTo>
                  <a:pt x="2384" y="735"/>
                </a:moveTo>
                <a:cubicBezTo>
                  <a:pt x="2384" y="122"/>
                  <a:pt x="2384" y="122"/>
                  <a:pt x="2384" y="122"/>
                </a:cubicBezTo>
                <a:cubicBezTo>
                  <a:pt x="2384" y="54"/>
                  <a:pt x="2329" y="0"/>
                  <a:pt x="2261" y="0"/>
                </a:cubicBezTo>
                <a:cubicBezTo>
                  <a:pt x="2190" y="0"/>
                  <a:pt x="2190" y="0"/>
                  <a:pt x="2190" y="0"/>
                </a:cubicBezTo>
                <a:cubicBezTo>
                  <a:pt x="2138" y="0"/>
                  <a:pt x="2094" y="32"/>
                  <a:pt x="2076" y="78"/>
                </a:cubicBezTo>
                <a:cubicBezTo>
                  <a:pt x="1389" y="432"/>
                  <a:pt x="1389" y="432"/>
                  <a:pt x="1389" y="432"/>
                </a:cubicBezTo>
                <a:cubicBezTo>
                  <a:pt x="1248" y="432"/>
                  <a:pt x="1248" y="432"/>
                  <a:pt x="1248" y="432"/>
                </a:cubicBezTo>
                <a:cubicBezTo>
                  <a:pt x="1224" y="401"/>
                  <a:pt x="1186" y="382"/>
                  <a:pt x="1145" y="382"/>
                </a:cubicBezTo>
                <a:cubicBezTo>
                  <a:pt x="476" y="382"/>
                  <a:pt x="476" y="382"/>
                  <a:pt x="476" y="382"/>
                </a:cubicBezTo>
                <a:cubicBezTo>
                  <a:pt x="382" y="382"/>
                  <a:pt x="291" y="416"/>
                  <a:pt x="220" y="477"/>
                </a:cubicBezTo>
                <a:cubicBezTo>
                  <a:pt x="166" y="523"/>
                  <a:pt x="126" y="583"/>
                  <a:pt x="104" y="650"/>
                </a:cubicBezTo>
                <a:cubicBezTo>
                  <a:pt x="42" y="682"/>
                  <a:pt x="0" y="746"/>
                  <a:pt x="0" y="819"/>
                </a:cubicBezTo>
                <a:cubicBezTo>
                  <a:pt x="0" y="1219"/>
                  <a:pt x="0" y="1219"/>
                  <a:pt x="0" y="1219"/>
                </a:cubicBezTo>
                <a:cubicBezTo>
                  <a:pt x="0" y="1293"/>
                  <a:pt x="42" y="1357"/>
                  <a:pt x="104" y="1388"/>
                </a:cubicBezTo>
                <a:cubicBezTo>
                  <a:pt x="126" y="1455"/>
                  <a:pt x="166" y="1515"/>
                  <a:pt x="220" y="1561"/>
                </a:cubicBezTo>
                <a:cubicBezTo>
                  <a:pt x="280" y="1613"/>
                  <a:pt x="355" y="1646"/>
                  <a:pt x="434" y="1654"/>
                </a:cubicBezTo>
                <a:cubicBezTo>
                  <a:pt x="642" y="2317"/>
                  <a:pt x="642" y="2317"/>
                  <a:pt x="642" y="2317"/>
                </a:cubicBezTo>
                <a:cubicBezTo>
                  <a:pt x="668" y="2398"/>
                  <a:pt x="744" y="2453"/>
                  <a:pt x="833" y="2453"/>
                </a:cubicBezTo>
                <a:cubicBezTo>
                  <a:pt x="855" y="2453"/>
                  <a:pt x="876" y="2450"/>
                  <a:pt x="897" y="2443"/>
                </a:cubicBezTo>
                <a:cubicBezTo>
                  <a:pt x="1168" y="2358"/>
                  <a:pt x="1168" y="2358"/>
                  <a:pt x="1168" y="2358"/>
                </a:cubicBezTo>
                <a:cubicBezTo>
                  <a:pt x="1219" y="2342"/>
                  <a:pt x="1262" y="2308"/>
                  <a:pt x="1288" y="2263"/>
                </a:cubicBezTo>
                <a:cubicBezTo>
                  <a:pt x="1315" y="2216"/>
                  <a:pt x="1321" y="2160"/>
                  <a:pt x="1305" y="2109"/>
                </a:cubicBezTo>
                <a:cubicBezTo>
                  <a:pt x="1246" y="1921"/>
                  <a:pt x="1246" y="1921"/>
                  <a:pt x="1246" y="1921"/>
                </a:cubicBezTo>
                <a:cubicBezTo>
                  <a:pt x="1274" y="1904"/>
                  <a:pt x="1274" y="1904"/>
                  <a:pt x="1274" y="1904"/>
                </a:cubicBezTo>
                <a:cubicBezTo>
                  <a:pt x="1330" y="1869"/>
                  <a:pt x="1347" y="1795"/>
                  <a:pt x="1313" y="1739"/>
                </a:cubicBezTo>
                <a:cubicBezTo>
                  <a:pt x="1312" y="1739"/>
                  <a:pt x="1312" y="1739"/>
                  <a:pt x="1312" y="1739"/>
                </a:cubicBezTo>
                <a:cubicBezTo>
                  <a:pt x="1312" y="1739"/>
                  <a:pt x="1312" y="1739"/>
                  <a:pt x="1312" y="1739"/>
                </a:cubicBezTo>
                <a:cubicBezTo>
                  <a:pt x="1237" y="1618"/>
                  <a:pt x="1237" y="1618"/>
                  <a:pt x="1237" y="1618"/>
                </a:cubicBezTo>
                <a:cubicBezTo>
                  <a:pt x="1241" y="1614"/>
                  <a:pt x="1244" y="1611"/>
                  <a:pt x="1248" y="1606"/>
                </a:cubicBezTo>
                <a:cubicBezTo>
                  <a:pt x="1389" y="1606"/>
                  <a:pt x="1389" y="1606"/>
                  <a:pt x="1389" y="1606"/>
                </a:cubicBezTo>
                <a:cubicBezTo>
                  <a:pt x="2072" y="1958"/>
                  <a:pt x="2072" y="1958"/>
                  <a:pt x="2072" y="1958"/>
                </a:cubicBezTo>
                <a:cubicBezTo>
                  <a:pt x="2085" y="2011"/>
                  <a:pt x="2133" y="2051"/>
                  <a:pt x="2190" y="2051"/>
                </a:cubicBezTo>
                <a:cubicBezTo>
                  <a:pt x="2261" y="2051"/>
                  <a:pt x="2261" y="2051"/>
                  <a:pt x="2261" y="2051"/>
                </a:cubicBezTo>
                <a:cubicBezTo>
                  <a:pt x="2329" y="2051"/>
                  <a:pt x="2384" y="1996"/>
                  <a:pt x="2384" y="1928"/>
                </a:cubicBezTo>
                <a:cubicBezTo>
                  <a:pt x="2384" y="1299"/>
                  <a:pt x="2384" y="1299"/>
                  <a:pt x="2384" y="1299"/>
                </a:cubicBezTo>
                <a:cubicBezTo>
                  <a:pt x="2461" y="1226"/>
                  <a:pt x="2506" y="1124"/>
                  <a:pt x="2506" y="1017"/>
                </a:cubicBezTo>
                <a:cubicBezTo>
                  <a:pt x="2506" y="909"/>
                  <a:pt x="2461" y="807"/>
                  <a:pt x="2384" y="735"/>
                </a:cubicBezTo>
                <a:close/>
                <a:moveTo>
                  <a:pt x="833" y="2318"/>
                </a:moveTo>
                <a:cubicBezTo>
                  <a:pt x="804" y="2318"/>
                  <a:pt x="779" y="2301"/>
                  <a:pt x="771" y="2276"/>
                </a:cubicBezTo>
                <a:cubicBezTo>
                  <a:pt x="556" y="1592"/>
                  <a:pt x="556" y="1592"/>
                  <a:pt x="556" y="1592"/>
                </a:cubicBezTo>
                <a:cubicBezTo>
                  <a:pt x="1001" y="1592"/>
                  <a:pt x="1001" y="1592"/>
                  <a:pt x="1001" y="1592"/>
                </a:cubicBezTo>
                <a:cubicBezTo>
                  <a:pt x="1176" y="2149"/>
                  <a:pt x="1176" y="2149"/>
                  <a:pt x="1176" y="2149"/>
                </a:cubicBezTo>
                <a:cubicBezTo>
                  <a:pt x="1181" y="2164"/>
                  <a:pt x="1179" y="2181"/>
                  <a:pt x="1170" y="2196"/>
                </a:cubicBezTo>
                <a:cubicBezTo>
                  <a:pt x="1161" y="2212"/>
                  <a:pt x="1146" y="2223"/>
                  <a:pt x="1128" y="2229"/>
                </a:cubicBezTo>
                <a:cubicBezTo>
                  <a:pt x="856" y="2314"/>
                  <a:pt x="856" y="2314"/>
                  <a:pt x="856" y="2314"/>
                </a:cubicBezTo>
                <a:cubicBezTo>
                  <a:pt x="849" y="2317"/>
                  <a:pt x="841" y="2318"/>
                  <a:pt x="833" y="2318"/>
                </a:cubicBezTo>
                <a:close/>
                <a:moveTo>
                  <a:pt x="136" y="1219"/>
                </a:moveTo>
                <a:cubicBezTo>
                  <a:pt x="136" y="819"/>
                  <a:pt x="136" y="819"/>
                  <a:pt x="136" y="819"/>
                </a:cubicBezTo>
                <a:cubicBezTo>
                  <a:pt x="136" y="806"/>
                  <a:pt x="140" y="795"/>
                  <a:pt x="147" y="785"/>
                </a:cubicBezTo>
                <a:cubicBezTo>
                  <a:pt x="147" y="1253"/>
                  <a:pt x="147" y="1253"/>
                  <a:pt x="147" y="1253"/>
                </a:cubicBezTo>
                <a:cubicBezTo>
                  <a:pt x="140" y="1244"/>
                  <a:pt x="136" y="1232"/>
                  <a:pt x="136" y="1219"/>
                </a:cubicBezTo>
                <a:close/>
                <a:moveTo>
                  <a:pt x="219" y="1264"/>
                </a:moveTo>
                <a:cubicBezTo>
                  <a:pt x="219" y="774"/>
                  <a:pt x="219" y="774"/>
                  <a:pt x="219" y="774"/>
                </a:cubicBezTo>
                <a:cubicBezTo>
                  <a:pt x="219" y="632"/>
                  <a:pt x="334" y="517"/>
                  <a:pt x="476" y="517"/>
                </a:cubicBezTo>
                <a:cubicBezTo>
                  <a:pt x="1140" y="517"/>
                  <a:pt x="1140" y="517"/>
                  <a:pt x="1140" y="517"/>
                </a:cubicBezTo>
                <a:cubicBezTo>
                  <a:pt x="1140" y="1521"/>
                  <a:pt x="1140" y="1521"/>
                  <a:pt x="1140" y="1521"/>
                </a:cubicBezTo>
                <a:cubicBezTo>
                  <a:pt x="1054" y="1521"/>
                  <a:pt x="1054" y="1521"/>
                  <a:pt x="1054" y="1521"/>
                </a:cubicBezTo>
                <a:cubicBezTo>
                  <a:pt x="476" y="1521"/>
                  <a:pt x="476" y="1521"/>
                  <a:pt x="476" y="1521"/>
                </a:cubicBezTo>
                <a:cubicBezTo>
                  <a:pt x="334" y="1521"/>
                  <a:pt x="219" y="1406"/>
                  <a:pt x="219" y="1264"/>
                </a:cubicBezTo>
                <a:close/>
                <a:moveTo>
                  <a:pt x="1090" y="1638"/>
                </a:moveTo>
                <a:cubicBezTo>
                  <a:pt x="1189" y="1797"/>
                  <a:pt x="1189" y="1797"/>
                  <a:pt x="1189" y="1797"/>
                </a:cubicBezTo>
                <a:cubicBezTo>
                  <a:pt x="1148" y="1823"/>
                  <a:pt x="1148" y="1823"/>
                  <a:pt x="1148" y="1823"/>
                </a:cubicBezTo>
                <a:lnTo>
                  <a:pt x="1090" y="1638"/>
                </a:lnTo>
                <a:close/>
                <a:moveTo>
                  <a:pt x="1212" y="567"/>
                </a:moveTo>
                <a:cubicBezTo>
                  <a:pt x="1421" y="567"/>
                  <a:pt x="1421" y="567"/>
                  <a:pt x="1421" y="567"/>
                </a:cubicBezTo>
                <a:cubicBezTo>
                  <a:pt x="2132" y="201"/>
                  <a:pt x="2132" y="201"/>
                  <a:pt x="2132" y="201"/>
                </a:cubicBezTo>
                <a:cubicBezTo>
                  <a:pt x="2132" y="1837"/>
                  <a:pt x="2132" y="1837"/>
                  <a:pt x="2132" y="1837"/>
                </a:cubicBezTo>
                <a:cubicBezTo>
                  <a:pt x="1421" y="1471"/>
                  <a:pt x="1421" y="1471"/>
                  <a:pt x="1421" y="1471"/>
                </a:cubicBezTo>
                <a:cubicBezTo>
                  <a:pt x="1212" y="1471"/>
                  <a:pt x="1212" y="1471"/>
                  <a:pt x="1212" y="1471"/>
                </a:cubicBezTo>
                <a:lnTo>
                  <a:pt x="1212" y="567"/>
                </a:lnTo>
                <a:close/>
                <a:moveTo>
                  <a:pt x="2203" y="135"/>
                </a:moveTo>
                <a:cubicBezTo>
                  <a:pt x="2248" y="135"/>
                  <a:pt x="2248" y="135"/>
                  <a:pt x="2248" y="135"/>
                </a:cubicBezTo>
                <a:cubicBezTo>
                  <a:pt x="2248" y="1915"/>
                  <a:pt x="2248" y="1915"/>
                  <a:pt x="2248" y="1915"/>
                </a:cubicBezTo>
                <a:cubicBezTo>
                  <a:pt x="2203" y="1915"/>
                  <a:pt x="2203" y="1915"/>
                  <a:pt x="2203" y="1915"/>
                </a:cubicBezTo>
                <a:lnTo>
                  <a:pt x="2203" y="135"/>
                </a:lnTo>
                <a:close/>
                <a:moveTo>
                  <a:pt x="2319" y="1169"/>
                </a:moveTo>
                <a:cubicBezTo>
                  <a:pt x="2319" y="865"/>
                  <a:pt x="2319" y="865"/>
                  <a:pt x="2319" y="865"/>
                </a:cubicBezTo>
                <a:cubicBezTo>
                  <a:pt x="2352" y="907"/>
                  <a:pt x="2371" y="960"/>
                  <a:pt x="2371" y="1017"/>
                </a:cubicBezTo>
                <a:cubicBezTo>
                  <a:pt x="2371" y="1074"/>
                  <a:pt x="2352" y="1126"/>
                  <a:pt x="2319" y="116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59" name="Google Shape;1416;p52">
            <a:extLst>
              <a:ext uri="{FF2B5EF4-FFF2-40B4-BE49-F238E27FC236}">
                <a16:creationId xmlns:a16="http://schemas.microsoft.com/office/drawing/2014/main" id="{2C7F1073-4ECB-43D1-A207-88ACF05A9D5D}"/>
              </a:ext>
            </a:extLst>
          </p:cNvPr>
          <p:cNvGrpSpPr/>
          <p:nvPr/>
        </p:nvGrpSpPr>
        <p:grpSpPr>
          <a:xfrm>
            <a:off x="7390472" y="5131539"/>
            <a:ext cx="2479119" cy="679590"/>
            <a:chOff x="8244268" y="5223977"/>
            <a:chExt cx="2209247" cy="679590"/>
          </a:xfrm>
        </p:grpSpPr>
        <p:sp>
          <p:nvSpPr>
            <p:cNvPr id="60" name="Google Shape;1417;p52">
              <a:extLst>
                <a:ext uri="{FF2B5EF4-FFF2-40B4-BE49-F238E27FC236}">
                  <a16:creationId xmlns:a16="http://schemas.microsoft.com/office/drawing/2014/main" id="{8F977964-5334-4923-ABF6-8E860B874397}"/>
                </a:ext>
              </a:extLst>
            </p:cNvPr>
            <p:cNvSpPr txBox="1"/>
            <p:nvPr/>
          </p:nvSpPr>
          <p:spPr>
            <a:xfrm>
              <a:off x="8244268" y="5223977"/>
              <a:ext cx="1309974"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chemeClr val="accent5"/>
                  </a:solidFill>
                  <a:latin typeface="Source Sans Pro Light"/>
                  <a:ea typeface="Source Sans Pro Light"/>
                  <a:cs typeface="Source Sans Pro Light"/>
                  <a:sym typeface="Source Sans Pro Light"/>
                </a:rPr>
                <a:t>3</a:t>
              </a:r>
              <a:endParaRPr sz="2000" b="1" dirty="0">
                <a:solidFill>
                  <a:schemeClr val="accent5"/>
                </a:solidFill>
                <a:latin typeface="Source Sans Pro Light"/>
                <a:ea typeface="Source Sans Pro Light"/>
                <a:cs typeface="Source Sans Pro Light"/>
                <a:sym typeface="Source Sans Pro Light"/>
              </a:endParaRPr>
            </a:p>
          </p:txBody>
        </p:sp>
        <p:sp>
          <p:nvSpPr>
            <p:cNvPr id="61" name="Google Shape;1418;p52">
              <a:extLst>
                <a:ext uri="{FF2B5EF4-FFF2-40B4-BE49-F238E27FC236}">
                  <a16:creationId xmlns:a16="http://schemas.microsoft.com/office/drawing/2014/main" id="{85EFB4E6-26C3-4D73-8A84-1295BD82BC46}"/>
                </a:ext>
              </a:extLst>
            </p:cNvPr>
            <p:cNvSpPr txBox="1"/>
            <p:nvPr/>
          </p:nvSpPr>
          <p:spPr>
            <a:xfrm>
              <a:off x="8244268" y="5472680"/>
              <a:ext cx="2209247" cy="4308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b="1" dirty="0">
                  <a:latin typeface="Calibri"/>
                  <a:ea typeface="Calibri"/>
                  <a:cs typeface="Calibri"/>
                  <a:sym typeface="Calibri"/>
                </a:rPr>
                <a:t>Entrepreneurs</a:t>
              </a:r>
              <a:r>
                <a:rPr lang="id-ID" sz="1100" dirty="0">
                  <a:solidFill>
                    <a:srgbClr val="A5A5A5"/>
                  </a:solidFill>
                  <a:latin typeface="Calibri"/>
                  <a:ea typeface="Calibri"/>
                  <a:cs typeface="Calibri"/>
                  <a:sym typeface="Calibri"/>
                </a:rPr>
                <a:t>.</a:t>
              </a:r>
              <a:endParaRPr sz="1100" b="1" dirty="0">
                <a:solidFill>
                  <a:srgbClr val="A5A5A5"/>
                </a:solidFill>
                <a:latin typeface="Signika Negative"/>
                <a:ea typeface="Signika Negative"/>
                <a:cs typeface="Signika Negative"/>
                <a:sym typeface="Signika Negative"/>
              </a:endParaRPr>
            </a:p>
          </p:txBody>
        </p:sp>
      </p:grpSp>
      <p:grpSp>
        <p:nvGrpSpPr>
          <p:cNvPr id="62" name="Google Shape;1419;p52">
            <a:extLst>
              <a:ext uri="{FF2B5EF4-FFF2-40B4-BE49-F238E27FC236}">
                <a16:creationId xmlns:a16="http://schemas.microsoft.com/office/drawing/2014/main" id="{B5784672-57FF-4278-9DFF-F525F9D26EDB}"/>
              </a:ext>
            </a:extLst>
          </p:cNvPr>
          <p:cNvGrpSpPr/>
          <p:nvPr/>
        </p:nvGrpSpPr>
        <p:grpSpPr>
          <a:xfrm>
            <a:off x="6169346" y="5072233"/>
            <a:ext cx="778425" cy="631321"/>
            <a:chOff x="688975" y="3617907"/>
            <a:chExt cx="635000" cy="517526"/>
          </a:xfrm>
        </p:grpSpPr>
        <p:sp>
          <p:nvSpPr>
            <p:cNvPr id="63" name="Google Shape;1420;p52">
              <a:extLst>
                <a:ext uri="{FF2B5EF4-FFF2-40B4-BE49-F238E27FC236}">
                  <a16:creationId xmlns:a16="http://schemas.microsoft.com/office/drawing/2014/main" id="{B0D33D52-0266-4095-AC40-B142B80AD179}"/>
                </a:ext>
              </a:extLst>
            </p:cNvPr>
            <p:cNvSpPr/>
            <p:nvPr/>
          </p:nvSpPr>
          <p:spPr>
            <a:xfrm>
              <a:off x="688975" y="3617907"/>
              <a:ext cx="635000" cy="517526"/>
            </a:xfrm>
            <a:custGeom>
              <a:avLst/>
              <a:gdLst/>
              <a:ahLst/>
              <a:cxnLst/>
              <a:rect l="l" t="t" r="r" b="b"/>
              <a:pathLst>
                <a:path w="796" h="646" extrusionOk="0">
                  <a:moveTo>
                    <a:pt x="455" y="49"/>
                  </a:moveTo>
                  <a:cubicBezTo>
                    <a:pt x="455" y="49"/>
                    <a:pt x="455" y="49"/>
                    <a:pt x="455" y="49"/>
                  </a:cubicBezTo>
                  <a:moveTo>
                    <a:pt x="455" y="49"/>
                  </a:moveTo>
                  <a:cubicBezTo>
                    <a:pt x="466" y="49"/>
                    <a:pt x="484" y="54"/>
                    <a:pt x="503" y="85"/>
                  </a:cubicBezTo>
                  <a:cubicBezTo>
                    <a:pt x="530" y="125"/>
                    <a:pt x="530" y="125"/>
                    <a:pt x="530" y="125"/>
                  </a:cubicBezTo>
                  <a:cubicBezTo>
                    <a:pt x="530" y="125"/>
                    <a:pt x="530" y="125"/>
                    <a:pt x="530" y="125"/>
                  </a:cubicBezTo>
                  <a:cubicBezTo>
                    <a:pt x="683" y="125"/>
                    <a:pt x="683" y="125"/>
                    <a:pt x="683" y="125"/>
                  </a:cubicBezTo>
                  <a:cubicBezTo>
                    <a:pt x="718" y="125"/>
                    <a:pt x="746" y="152"/>
                    <a:pt x="746" y="186"/>
                  </a:cubicBezTo>
                  <a:cubicBezTo>
                    <a:pt x="746" y="536"/>
                    <a:pt x="746" y="536"/>
                    <a:pt x="746" y="536"/>
                  </a:cubicBezTo>
                  <a:cubicBezTo>
                    <a:pt x="746" y="569"/>
                    <a:pt x="718" y="597"/>
                    <a:pt x="683" y="597"/>
                  </a:cubicBezTo>
                  <a:cubicBezTo>
                    <a:pt x="112" y="597"/>
                    <a:pt x="112" y="597"/>
                    <a:pt x="112" y="597"/>
                  </a:cubicBezTo>
                  <a:cubicBezTo>
                    <a:pt x="78" y="597"/>
                    <a:pt x="49" y="569"/>
                    <a:pt x="49" y="536"/>
                  </a:cubicBezTo>
                  <a:cubicBezTo>
                    <a:pt x="49" y="186"/>
                    <a:pt x="49" y="186"/>
                    <a:pt x="49" y="186"/>
                  </a:cubicBezTo>
                  <a:cubicBezTo>
                    <a:pt x="49" y="152"/>
                    <a:pt x="78" y="125"/>
                    <a:pt x="112" y="125"/>
                  </a:cubicBezTo>
                  <a:cubicBezTo>
                    <a:pt x="265" y="125"/>
                    <a:pt x="265" y="125"/>
                    <a:pt x="265" y="125"/>
                  </a:cubicBezTo>
                  <a:cubicBezTo>
                    <a:pt x="265" y="125"/>
                    <a:pt x="265" y="125"/>
                    <a:pt x="265" y="125"/>
                  </a:cubicBezTo>
                  <a:cubicBezTo>
                    <a:pt x="289" y="85"/>
                    <a:pt x="289" y="85"/>
                    <a:pt x="289" y="85"/>
                  </a:cubicBezTo>
                  <a:cubicBezTo>
                    <a:pt x="303" y="53"/>
                    <a:pt x="328" y="49"/>
                    <a:pt x="342" y="49"/>
                  </a:cubicBezTo>
                  <a:lnTo>
                    <a:pt x="455" y="49"/>
                  </a:lnTo>
                  <a:close/>
                  <a:moveTo>
                    <a:pt x="342" y="0"/>
                  </a:moveTo>
                  <a:cubicBezTo>
                    <a:pt x="300" y="0"/>
                    <a:pt x="264" y="22"/>
                    <a:pt x="245" y="62"/>
                  </a:cubicBezTo>
                  <a:cubicBezTo>
                    <a:pt x="237" y="75"/>
                    <a:pt x="237" y="75"/>
                    <a:pt x="237" y="75"/>
                  </a:cubicBezTo>
                  <a:cubicBezTo>
                    <a:pt x="112" y="75"/>
                    <a:pt x="112" y="75"/>
                    <a:pt x="112" y="75"/>
                  </a:cubicBezTo>
                  <a:cubicBezTo>
                    <a:pt x="50" y="75"/>
                    <a:pt x="0" y="125"/>
                    <a:pt x="0" y="186"/>
                  </a:cubicBezTo>
                  <a:cubicBezTo>
                    <a:pt x="0" y="536"/>
                    <a:pt x="0" y="536"/>
                    <a:pt x="0" y="536"/>
                  </a:cubicBezTo>
                  <a:cubicBezTo>
                    <a:pt x="0" y="597"/>
                    <a:pt x="50" y="646"/>
                    <a:pt x="112" y="646"/>
                  </a:cubicBezTo>
                  <a:cubicBezTo>
                    <a:pt x="683" y="646"/>
                    <a:pt x="683" y="646"/>
                    <a:pt x="683" y="646"/>
                  </a:cubicBezTo>
                  <a:cubicBezTo>
                    <a:pt x="745" y="646"/>
                    <a:pt x="796" y="597"/>
                    <a:pt x="796" y="536"/>
                  </a:cubicBezTo>
                  <a:cubicBezTo>
                    <a:pt x="796" y="186"/>
                    <a:pt x="796" y="186"/>
                    <a:pt x="796" y="186"/>
                  </a:cubicBezTo>
                  <a:cubicBezTo>
                    <a:pt x="796" y="125"/>
                    <a:pt x="745" y="75"/>
                    <a:pt x="683" y="75"/>
                  </a:cubicBezTo>
                  <a:cubicBezTo>
                    <a:pt x="557" y="75"/>
                    <a:pt x="557" y="75"/>
                    <a:pt x="557" y="75"/>
                  </a:cubicBezTo>
                  <a:cubicBezTo>
                    <a:pt x="545" y="58"/>
                    <a:pt x="545" y="58"/>
                    <a:pt x="545" y="58"/>
                  </a:cubicBezTo>
                  <a:cubicBezTo>
                    <a:pt x="520" y="19"/>
                    <a:pt x="490" y="0"/>
                    <a:pt x="455" y="0"/>
                  </a:cubicBezTo>
                  <a:cubicBezTo>
                    <a:pt x="455" y="0"/>
                    <a:pt x="455" y="0"/>
                    <a:pt x="455" y="0"/>
                  </a:cubicBezTo>
                  <a:lnTo>
                    <a:pt x="342"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 name="Google Shape;1421;p52">
              <a:extLst>
                <a:ext uri="{FF2B5EF4-FFF2-40B4-BE49-F238E27FC236}">
                  <a16:creationId xmlns:a16="http://schemas.microsoft.com/office/drawing/2014/main" id="{DF67750E-B517-43D9-8BEF-0EBCCF4B8381}"/>
                </a:ext>
              </a:extLst>
            </p:cNvPr>
            <p:cNvSpPr/>
            <p:nvPr/>
          </p:nvSpPr>
          <p:spPr>
            <a:xfrm>
              <a:off x="887413" y="3778249"/>
              <a:ext cx="238126" cy="238125"/>
            </a:xfrm>
            <a:custGeom>
              <a:avLst/>
              <a:gdLst/>
              <a:ahLst/>
              <a:cxnLst/>
              <a:rect l="l" t="t" r="r" b="b"/>
              <a:pathLst>
                <a:path w="299" h="298" extrusionOk="0">
                  <a:moveTo>
                    <a:pt x="150" y="24"/>
                  </a:moveTo>
                  <a:cubicBezTo>
                    <a:pt x="219" y="24"/>
                    <a:pt x="274" y="80"/>
                    <a:pt x="274" y="149"/>
                  </a:cubicBezTo>
                  <a:cubicBezTo>
                    <a:pt x="274" y="217"/>
                    <a:pt x="219" y="273"/>
                    <a:pt x="150" y="273"/>
                  </a:cubicBezTo>
                  <a:cubicBezTo>
                    <a:pt x="81" y="273"/>
                    <a:pt x="25" y="217"/>
                    <a:pt x="25" y="149"/>
                  </a:cubicBezTo>
                  <a:cubicBezTo>
                    <a:pt x="25" y="80"/>
                    <a:pt x="81" y="24"/>
                    <a:pt x="150" y="24"/>
                  </a:cubicBezTo>
                  <a:moveTo>
                    <a:pt x="150" y="0"/>
                  </a:moveTo>
                  <a:cubicBezTo>
                    <a:pt x="67" y="0"/>
                    <a:pt x="0" y="67"/>
                    <a:pt x="0" y="149"/>
                  </a:cubicBezTo>
                  <a:cubicBezTo>
                    <a:pt x="0" y="231"/>
                    <a:pt x="67" y="298"/>
                    <a:pt x="150" y="298"/>
                  </a:cubicBezTo>
                  <a:cubicBezTo>
                    <a:pt x="232" y="298"/>
                    <a:pt x="299" y="231"/>
                    <a:pt x="299" y="149"/>
                  </a:cubicBezTo>
                  <a:cubicBezTo>
                    <a:pt x="299" y="67"/>
                    <a:pt x="232" y="0"/>
                    <a:pt x="150"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 name="Google Shape;1422;p52">
              <a:extLst>
                <a:ext uri="{FF2B5EF4-FFF2-40B4-BE49-F238E27FC236}">
                  <a16:creationId xmlns:a16="http://schemas.microsoft.com/office/drawing/2014/main" id="{D8B6944C-9BDC-49EC-8B84-7AAC3E6419BE}"/>
                </a:ext>
              </a:extLst>
            </p:cNvPr>
            <p:cNvSpPr/>
            <p:nvPr/>
          </p:nvSpPr>
          <p:spPr>
            <a:xfrm>
              <a:off x="936626" y="3827462"/>
              <a:ext cx="79375" cy="79375"/>
            </a:xfrm>
            <a:custGeom>
              <a:avLst/>
              <a:gdLst/>
              <a:ahLst/>
              <a:cxnLst/>
              <a:rect l="l" t="t" r="r" b="b"/>
              <a:pathLst>
                <a:path w="100" h="99" extrusionOk="0">
                  <a:moveTo>
                    <a:pt x="13" y="99"/>
                  </a:moveTo>
                  <a:cubicBezTo>
                    <a:pt x="6" y="99"/>
                    <a:pt x="0" y="94"/>
                    <a:pt x="0" y="87"/>
                  </a:cubicBezTo>
                  <a:cubicBezTo>
                    <a:pt x="0" y="39"/>
                    <a:pt x="40" y="0"/>
                    <a:pt x="88" y="0"/>
                  </a:cubicBezTo>
                  <a:cubicBezTo>
                    <a:pt x="94" y="0"/>
                    <a:pt x="100" y="5"/>
                    <a:pt x="100" y="12"/>
                  </a:cubicBezTo>
                  <a:cubicBezTo>
                    <a:pt x="100" y="19"/>
                    <a:pt x="94" y="25"/>
                    <a:pt x="88" y="25"/>
                  </a:cubicBezTo>
                  <a:cubicBezTo>
                    <a:pt x="53" y="25"/>
                    <a:pt x="25" y="52"/>
                    <a:pt x="25" y="87"/>
                  </a:cubicBezTo>
                  <a:cubicBezTo>
                    <a:pt x="25" y="94"/>
                    <a:pt x="20" y="99"/>
                    <a:pt x="13" y="99"/>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67" name="Google Shape;1424;p52">
            <a:extLst>
              <a:ext uri="{FF2B5EF4-FFF2-40B4-BE49-F238E27FC236}">
                <a16:creationId xmlns:a16="http://schemas.microsoft.com/office/drawing/2014/main" id="{A2D45F74-F412-46DF-BE6E-77D71320F36B}"/>
              </a:ext>
            </a:extLst>
          </p:cNvPr>
          <p:cNvSpPr txBox="1"/>
          <p:nvPr/>
        </p:nvSpPr>
        <p:spPr>
          <a:xfrm>
            <a:off x="7393242" y="4041662"/>
            <a:ext cx="2792112" cy="477224"/>
          </a:xfrm>
          <a:prstGeom prst="rect">
            <a:avLst/>
          </a:prstGeom>
          <a:noFill/>
          <a:ln>
            <a:noFill/>
          </a:ln>
        </p:spPr>
        <p:txBody>
          <a:bodyPr spcFirstLastPara="1" wrap="square" lIns="91425" tIns="45700" rIns="91425" bIns="45700" anchor="t" anchorCtr="0">
            <a:noAutofit/>
          </a:bodyPr>
          <a:lstStyle/>
          <a:p>
            <a:pPr lvl="0"/>
            <a:r>
              <a:rPr lang="en-US" sz="2000" b="1" dirty="0">
                <a:solidFill>
                  <a:schemeClr val="accent5"/>
                </a:solidFill>
                <a:ea typeface="Source Sans Pro Light"/>
                <a:cs typeface="Source Sans Pro Light"/>
                <a:sym typeface="Source Sans Pro Light"/>
              </a:rPr>
              <a:t>20</a:t>
            </a:r>
          </a:p>
          <a:p>
            <a:pPr lvl="0"/>
            <a:r>
              <a:rPr lang="en-US" sz="2000" b="1" dirty="0">
                <a:solidFill>
                  <a:schemeClr val="accent5"/>
                </a:solidFill>
                <a:ea typeface="Source Sans Pro Light"/>
                <a:cs typeface="Source Sans Pro Light"/>
                <a:sym typeface="Source Sans Pro Light"/>
              </a:rPr>
              <a:t> </a:t>
            </a:r>
            <a:r>
              <a:rPr lang="en-US" sz="2000" b="1" dirty="0">
                <a:ea typeface="Source Sans Pro Light"/>
                <a:cs typeface="Source Sans Pro Light"/>
                <a:sym typeface="Source Sans Pro Light"/>
              </a:rPr>
              <a:t>Intellectual Properties</a:t>
            </a:r>
            <a:endParaRPr sz="2000" b="1" dirty="0">
              <a:latin typeface="Source Sans Pro Light"/>
              <a:ea typeface="Source Sans Pro Light"/>
              <a:cs typeface="Source Sans Pro Light"/>
              <a:sym typeface="Source Sans Pro Light"/>
            </a:endParaRPr>
          </a:p>
        </p:txBody>
      </p:sp>
      <p:sp>
        <p:nvSpPr>
          <p:cNvPr id="71" name="Freeform 39">
            <a:extLst>
              <a:ext uri="{FF2B5EF4-FFF2-40B4-BE49-F238E27FC236}">
                <a16:creationId xmlns:a16="http://schemas.microsoft.com/office/drawing/2014/main" id="{FF63A798-C5CF-44A7-9200-1711D3FA8027}"/>
              </a:ext>
            </a:extLst>
          </p:cNvPr>
          <p:cNvSpPr>
            <a:spLocks noEditPoints="1"/>
          </p:cNvSpPr>
          <p:nvPr/>
        </p:nvSpPr>
        <p:spPr bwMode="auto">
          <a:xfrm>
            <a:off x="6197623" y="978526"/>
            <a:ext cx="578578" cy="752242"/>
          </a:xfrm>
          <a:custGeom>
            <a:avLst/>
            <a:gdLst>
              <a:gd name="T0" fmla="*/ 560 w 1120"/>
              <a:gd name="T1" fmla="*/ 0 h 1629"/>
              <a:gd name="T2" fmla="*/ 0 w 1120"/>
              <a:gd name="T3" fmla="*/ 560 h 1629"/>
              <a:gd name="T4" fmla="*/ 256 w 1120"/>
              <a:gd name="T5" fmla="*/ 1174 h 1629"/>
              <a:gd name="T6" fmla="*/ 560 w 1120"/>
              <a:gd name="T7" fmla="*/ 1629 h 1629"/>
              <a:gd name="T8" fmla="*/ 864 w 1120"/>
              <a:gd name="T9" fmla="*/ 1175 h 1629"/>
              <a:gd name="T10" fmla="*/ 1120 w 1120"/>
              <a:gd name="T11" fmla="*/ 560 h 1629"/>
              <a:gd name="T12" fmla="*/ 560 w 1120"/>
              <a:gd name="T13" fmla="*/ 0 h 1629"/>
              <a:gd name="T14" fmla="*/ 692 w 1120"/>
              <a:gd name="T15" fmla="*/ 1383 h 1629"/>
              <a:gd name="T16" fmla="*/ 440 w 1120"/>
              <a:gd name="T17" fmla="*/ 1415 h 1629"/>
              <a:gd name="T18" fmla="*/ 409 w 1120"/>
              <a:gd name="T19" fmla="*/ 1319 h 1629"/>
              <a:gd name="T20" fmla="*/ 409 w 1120"/>
              <a:gd name="T21" fmla="*/ 1317 h 1629"/>
              <a:gd name="T22" fmla="*/ 724 w 1120"/>
              <a:gd name="T23" fmla="*/ 1278 h 1629"/>
              <a:gd name="T24" fmla="*/ 710 w 1120"/>
              <a:gd name="T25" fmla="*/ 1323 h 1629"/>
              <a:gd name="T26" fmla="*/ 692 w 1120"/>
              <a:gd name="T27" fmla="*/ 1383 h 1629"/>
              <a:gd name="T28" fmla="*/ 394 w 1120"/>
              <a:gd name="T29" fmla="*/ 1268 h 1629"/>
              <a:gd name="T30" fmla="*/ 363 w 1120"/>
              <a:gd name="T31" fmla="*/ 1171 h 1629"/>
              <a:gd name="T32" fmla="*/ 758 w 1120"/>
              <a:gd name="T33" fmla="*/ 1171 h 1629"/>
              <a:gd name="T34" fmla="*/ 740 w 1120"/>
              <a:gd name="T35" fmla="*/ 1225 h 1629"/>
              <a:gd name="T36" fmla="*/ 394 w 1120"/>
              <a:gd name="T37" fmla="*/ 1268 h 1629"/>
              <a:gd name="T38" fmla="*/ 560 w 1120"/>
              <a:gd name="T39" fmla="*/ 1527 h 1629"/>
              <a:gd name="T40" fmla="*/ 458 w 1120"/>
              <a:gd name="T41" fmla="*/ 1464 h 1629"/>
              <a:gd name="T42" fmla="*/ 674 w 1120"/>
              <a:gd name="T43" fmla="*/ 1437 h 1629"/>
              <a:gd name="T44" fmla="*/ 560 w 1120"/>
              <a:gd name="T45" fmla="*/ 1527 h 1629"/>
              <a:gd name="T46" fmla="*/ 798 w 1120"/>
              <a:gd name="T47" fmla="*/ 1069 h 1629"/>
              <a:gd name="T48" fmla="*/ 323 w 1120"/>
              <a:gd name="T49" fmla="*/ 1069 h 1629"/>
              <a:gd name="T50" fmla="*/ 237 w 1120"/>
              <a:gd name="T51" fmla="*/ 905 h 1629"/>
              <a:gd name="T52" fmla="*/ 102 w 1120"/>
              <a:gd name="T53" fmla="*/ 560 h 1629"/>
              <a:gd name="T54" fmla="*/ 560 w 1120"/>
              <a:gd name="T55" fmla="*/ 102 h 1629"/>
              <a:gd name="T56" fmla="*/ 1018 w 1120"/>
              <a:gd name="T57" fmla="*/ 560 h 1629"/>
              <a:gd name="T58" fmla="*/ 883 w 1120"/>
              <a:gd name="T59" fmla="*/ 906 h 1629"/>
              <a:gd name="T60" fmla="*/ 798 w 1120"/>
              <a:gd name="T61" fmla="*/ 1069 h 1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20" h="1629">
                <a:moveTo>
                  <a:pt x="560" y="0"/>
                </a:moveTo>
                <a:cubicBezTo>
                  <a:pt x="251" y="0"/>
                  <a:pt x="0" y="251"/>
                  <a:pt x="0" y="560"/>
                </a:cubicBezTo>
                <a:cubicBezTo>
                  <a:pt x="0" y="765"/>
                  <a:pt x="188" y="983"/>
                  <a:pt x="256" y="1174"/>
                </a:cubicBezTo>
                <a:cubicBezTo>
                  <a:pt x="358" y="1459"/>
                  <a:pt x="347" y="1629"/>
                  <a:pt x="560" y="1629"/>
                </a:cubicBezTo>
                <a:cubicBezTo>
                  <a:pt x="776" y="1629"/>
                  <a:pt x="762" y="1459"/>
                  <a:pt x="864" y="1175"/>
                </a:cubicBezTo>
                <a:cubicBezTo>
                  <a:pt x="932" y="983"/>
                  <a:pt x="1120" y="764"/>
                  <a:pt x="1120" y="560"/>
                </a:cubicBezTo>
                <a:cubicBezTo>
                  <a:pt x="1120" y="251"/>
                  <a:pt x="869" y="0"/>
                  <a:pt x="560" y="0"/>
                </a:cubicBezTo>
                <a:close/>
                <a:moveTo>
                  <a:pt x="692" y="1383"/>
                </a:moveTo>
                <a:cubicBezTo>
                  <a:pt x="440" y="1415"/>
                  <a:pt x="440" y="1415"/>
                  <a:pt x="440" y="1415"/>
                </a:cubicBezTo>
                <a:cubicBezTo>
                  <a:pt x="431" y="1389"/>
                  <a:pt x="421" y="1358"/>
                  <a:pt x="409" y="1319"/>
                </a:cubicBezTo>
                <a:cubicBezTo>
                  <a:pt x="409" y="1318"/>
                  <a:pt x="409" y="1318"/>
                  <a:pt x="409" y="1317"/>
                </a:cubicBezTo>
                <a:cubicBezTo>
                  <a:pt x="724" y="1278"/>
                  <a:pt x="724" y="1278"/>
                  <a:pt x="724" y="1278"/>
                </a:cubicBezTo>
                <a:cubicBezTo>
                  <a:pt x="719" y="1293"/>
                  <a:pt x="714" y="1309"/>
                  <a:pt x="710" y="1323"/>
                </a:cubicBezTo>
                <a:cubicBezTo>
                  <a:pt x="704" y="1346"/>
                  <a:pt x="698" y="1365"/>
                  <a:pt x="692" y="1383"/>
                </a:cubicBezTo>
                <a:close/>
                <a:moveTo>
                  <a:pt x="394" y="1268"/>
                </a:moveTo>
                <a:cubicBezTo>
                  <a:pt x="385" y="1237"/>
                  <a:pt x="374" y="1205"/>
                  <a:pt x="363" y="1171"/>
                </a:cubicBezTo>
                <a:cubicBezTo>
                  <a:pt x="758" y="1171"/>
                  <a:pt x="758" y="1171"/>
                  <a:pt x="758" y="1171"/>
                </a:cubicBezTo>
                <a:cubicBezTo>
                  <a:pt x="752" y="1189"/>
                  <a:pt x="745" y="1208"/>
                  <a:pt x="740" y="1225"/>
                </a:cubicBezTo>
                <a:lnTo>
                  <a:pt x="394" y="1268"/>
                </a:lnTo>
                <a:close/>
                <a:moveTo>
                  <a:pt x="560" y="1527"/>
                </a:moveTo>
                <a:cubicBezTo>
                  <a:pt x="508" y="1527"/>
                  <a:pt x="485" y="1521"/>
                  <a:pt x="458" y="1464"/>
                </a:cubicBezTo>
                <a:cubicBezTo>
                  <a:pt x="674" y="1437"/>
                  <a:pt x="674" y="1437"/>
                  <a:pt x="674" y="1437"/>
                </a:cubicBezTo>
                <a:cubicBezTo>
                  <a:pt x="643" y="1521"/>
                  <a:pt x="620" y="1527"/>
                  <a:pt x="560" y="1527"/>
                </a:cubicBezTo>
                <a:close/>
                <a:moveTo>
                  <a:pt x="798" y="1069"/>
                </a:moveTo>
                <a:cubicBezTo>
                  <a:pt x="323" y="1069"/>
                  <a:pt x="323" y="1069"/>
                  <a:pt x="323" y="1069"/>
                </a:cubicBezTo>
                <a:cubicBezTo>
                  <a:pt x="297" y="1014"/>
                  <a:pt x="267" y="959"/>
                  <a:pt x="237" y="905"/>
                </a:cubicBezTo>
                <a:cubicBezTo>
                  <a:pt x="170" y="786"/>
                  <a:pt x="102" y="664"/>
                  <a:pt x="102" y="560"/>
                </a:cubicBezTo>
                <a:cubicBezTo>
                  <a:pt x="102" y="307"/>
                  <a:pt x="307" y="102"/>
                  <a:pt x="560" y="102"/>
                </a:cubicBezTo>
                <a:cubicBezTo>
                  <a:pt x="813" y="102"/>
                  <a:pt x="1018" y="307"/>
                  <a:pt x="1018" y="560"/>
                </a:cubicBezTo>
                <a:cubicBezTo>
                  <a:pt x="1018" y="663"/>
                  <a:pt x="949" y="786"/>
                  <a:pt x="883" y="906"/>
                </a:cubicBezTo>
                <a:cubicBezTo>
                  <a:pt x="853" y="960"/>
                  <a:pt x="823" y="1014"/>
                  <a:pt x="798" y="1069"/>
                </a:cubicBezTo>
                <a:close/>
              </a:path>
            </a:pathLst>
          </a:custGeom>
          <a:solidFill>
            <a:schemeClr val="accent6"/>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highlight>
                <a:srgbClr val="BD2515"/>
              </a:highlight>
            </a:endParaRPr>
          </a:p>
        </p:txBody>
      </p:sp>
      <p:grpSp>
        <p:nvGrpSpPr>
          <p:cNvPr id="76" name="Google Shape;1412;p52">
            <a:extLst>
              <a:ext uri="{FF2B5EF4-FFF2-40B4-BE49-F238E27FC236}">
                <a16:creationId xmlns:a16="http://schemas.microsoft.com/office/drawing/2014/main" id="{1EE643F8-C8A9-4601-AFDA-C6F3886CA043}"/>
              </a:ext>
            </a:extLst>
          </p:cNvPr>
          <p:cNvGrpSpPr/>
          <p:nvPr/>
        </p:nvGrpSpPr>
        <p:grpSpPr>
          <a:xfrm>
            <a:off x="7363808" y="1120821"/>
            <a:ext cx="1266224" cy="709841"/>
            <a:chOff x="8244268" y="3405556"/>
            <a:chExt cx="2223069" cy="709841"/>
          </a:xfrm>
        </p:grpSpPr>
        <p:sp>
          <p:nvSpPr>
            <p:cNvPr id="77" name="Google Shape;1413;p52">
              <a:extLst>
                <a:ext uri="{FF2B5EF4-FFF2-40B4-BE49-F238E27FC236}">
                  <a16:creationId xmlns:a16="http://schemas.microsoft.com/office/drawing/2014/main" id="{E5A2FC8A-BDDB-46BC-AB9D-EC9C68D20CF5}"/>
                </a:ext>
              </a:extLst>
            </p:cNvPr>
            <p:cNvSpPr txBox="1"/>
            <p:nvPr/>
          </p:nvSpPr>
          <p:spPr>
            <a:xfrm>
              <a:off x="8244268" y="3405556"/>
              <a:ext cx="1606530"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chemeClr val="accent5"/>
                  </a:solidFill>
                  <a:latin typeface="Source Sans Pro Light"/>
                  <a:ea typeface="Source Sans Pro Light"/>
                  <a:cs typeface="Source Sans Pro Light"/>
                  <a:sym typeface="Source Sans Pro Light"/>
                </a:rPr>
                <a:t>1 </a:t>
              </a:r>
              <a:endParaRPr sz="2000" b="1" dirty="0">
                <a:solidFill>
                  <a:schemeClr val="accent5"/>
                </a:solidFill>
                <a:latin typeface="Source Sans Pro Light"/>
                <a:ea typeface="Source Sans Pro Light"/>
                <a:cs typeface="Source Sans Pro Light"/>
                <a:sym typeface="Source Sans Pro Light"/>
              </a:endParaRPr>
            </a:p>
          </p:txBody>
        </p:sp>
        <p:sp>
          <p:nvSpPr>
            <p:cNvPr id="78" name="Google Shape;1414;p52">
              <a:extLst>
                <a:ext uri="{FF2B5EF4-FFF2-40B4-BE49-F238E27FC236}">
                  <a16:creationId xmlns:a16="http://schemas.microsoft.com/office/drawing/2014/main" id="{96E2C628-8C4B-455F-A6C9-63D1B6EC2279}"/>
                </a:ext>
              </a:extLst>
            </p:cNvPr>
            <p:cNvSpPr txBox="1"/>
            <p:nvPr/>
          </p:nvSpPr>
          <p:spPr>
            <a:xfrm>
              <a:off x="8244268" y="3684510"/>
              <a:ext cx="2223069" cy="4308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b="1" dirty="0">
                  <a:latin typeface="Calibri"/>
                  <a:ea typeface="Signika Negative"/>
                  <a:cs typeface="Calibri"/>
                  <a:sym typeface="Calibri"/>
                </a:rPr>
                <a:t>IP Patent</a:t>
              </a:r>
              <a:endParaRPr b="1" dirty="0">
                <a:latin typeface="Signika Negative"/>
                <a:ea typeface="Signika Negative"/>
                <a:cs typeface="Signika Negative"/>
                <a:sym typeface="Signika Negative"/>
              </a:endParaRPr>
            </a:p>
          </p:txBody>
        </p:sp>
      </p:grpSp>
      <p:grpSp>
        <p:nvGrpSpPr>
          <p:cNvPr id="69" name="Google Shape;11300;p192">
            <a:extLst>
              <a:ext uri="{FF2B5EF4-FFF2-40B4-BE49-F238E27FC236}">
                <a16:creationId xmlns:a16="http://schemas.microsoft.com/office/drawing/2014/main" id="{3289B42E-9B17-4DFC-A403-C0128B474E49}"/>
              </a:ext>
            </a:extLst>
          </p:cNvPr>
          <p:cNvGrpSpPr/>
          <p:nvPr/>
        </p:nvGrpSpPr>
        <p:grpSpPr>
          <a:xfrm>
            <a:off x="2734017" y="4317477"/>
            <a:ext cx="1089785" cy="911481"/>
            <a:chOff x="9180430" y="5869754"/>
            <a:chExt cx="930275" cy="930275"/>
          </a:xfrm>
        </p:grpSpPr>
        <p:sp>
          <p:nvSpPr>
            <p:cNvPr id="73" name="Google Shape;11301;p192">
              <a:extLst>
                <a:ext uri="{FF2B5EF4-FFF2-40B4-BE49-F238E27FC236}">
                  <a16:creationId xmlns:a16="http://schemas.microsoft.com/office/drawing/2014/main" id="{B35F1B0D-458E-41FD-BF8C-34B140BC5F00}"/>
                </a:ext>
              </a:extLst>
            </p:cNvPr>
            <p:cNvSpPr/>
            <p:nvPr/>
          </p:nvSpPr>
          <p:spPr>
            <a:xfrm>
              <a:off x="9515392" y="6214241"/>
              <a:ext cx="254000" cy="236537"/>
            </a:xfrm>
            <a:custGeom>
              <a:avLst/>
              <a:gdLst/>
              <a:ahLst/>
              <a:cxnLst/>
              <a:rect l="l" t="t" r="r" b="b"/>
              <a:pathLst>
                <a:path w="202" h="188" extrusionOk="0">
                  <a:moveTo>
                    <a:pt x="127" y="3"/>
                  </a:moveTo>
                  <a:cubicBezTo>
                    <a:pt x="119" y="1"/>
                    <a:pt x="112" y="0"/>
                    <a:pt x="104" y="0"/>
                  </a:cubicBezTo>
                  <a:cubicBezTo>
                    <a:pt x="60" y="0"/>
                    <a:pt x="23" y="30"/>
                    <a:pt x="12" y="72"/>
                  </a:cubicBezTo>
                  <a:cubicBezTo>
                    <a:pt x="0" y="122"/>
                    <a:pt x="30" y="173"/>
                    <a:pt x="81" y="186"/>
                  </a:cubicBezTo>
                  <a:cubicBezTo>
                    <a:pt x="89" y="188"/>
                    <a:pt x="96" y="188"/>
                    <a:pt x="104" y="188"/>
                  </a:cubicBezTo>
                  <a:cubicBezTo>
                    <a:pt x="104" y="188"/>
                    <a:pt x="104" y="188"/>
                    <a:pt x="104" y="188"/>
                  </a:cubicBezTo>
                  <a:cubicBezTo>
                    <a:pt x="147" y="188"/>
                    <a:pt x="185" y="159"/>
                    <a:pt x="196" y="117"/>
                  </a:cubicBezTo>
                  <a:cubicBezTo>
                    <a:pt x="202" y="93"/>
                    <a:pt x="198" y="68"/>
                    <a:pt x="185" y="46"/>
                  </a:cubicBezTo>
                  <a:cubicBezTo>
                    <a:pt x="172" y="24"/>
                    <a:pt x="151" y="9"/>
                    <a:pt x="127" y="3"/>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 name="Google Shape;11302;p192">
              <a:extLst>
                <a:ext uri="{FF2B5EF4-FFF2-40B4-BE49-F238E27FC236}">
                  <a16:creationId xmlns:a16="http://schemas.microsoft.com/office/drawing/2014/main" id="{6D2E6E22-4CFE-4304-896A-B308AE220218}"/>
                </a:ext>
              </a:extLst>
            </p:cNvPr>
            <p:cNvSpPr/>
            <p:nvPr/>
          </p:nvSpPr>
          <p:spPr>
            <a:xfrm>
              <a:off x="9180430" y="5869754"/>
              <a:ext cx="930275" cy="930275"/>
            </a:xfrm>
            <a:custGeom>
              <a:avLst/>
              <a:gdLst/>
              <a:ahLst/>
              <a:cxnLst/>
              <a:rect l="l" t="t" r="r" b="b"/>
              <a:pathLst>
                <a:path w="738" h="738" extrusionOk="0">
                  <a:moveTo>
                    <a:pt x="730" y="444"/>
                  </a:moveTo>
                  <a:cubicBezTo>
                    <a:pt x="738" y="357"/>
                    <a:pt x="738" y="357"/>
                    <a:pt x="738" y="357"/>
                  </a:cubicBezTo>
                  <a:cubicBezTo>
                    <a:pt x="646" y="318"/>
                    <a:pt x="646" y="318"/>
                    <a:pt x="646" y="318"/>
                  </a:cubicBezTo>
                  <a:cubicBezTo>
                    <a:pt x="642" y="294"/>
                    <a:pt x="635" y="271"/>
                    <a:pt x="624" y="249"/>
                  </a:cubicBezTo>
                  <a:cubicBezTo>
                    <a:pt x="677" y="167"/>
                    <a:pt x="677" y="167"/>
                    <a:pt x="677" y="167"/>
                  </a:cubicBezTo>
                  <a:cubicBezTo>
                    <a:pt x="621" y="99"/>
                    <a:pt x="621" y="99"/>
                    <a:pt x="621" y="99"/>
                  </a:cubicBezTo>
                  <a:cubicBezTo>
                    <a:pt x="530" y="137"/>
                    <a:pt x="530" y="137"/>
                    <a:pt x="530" y="137"/>
                  </a:cubicBezTo>
                  <a:cubicBezTo>
                    <a:pt x="511" y="124"/>
                    <a:pt x="490" y="113"/>
                    <a:pt x="468" y="104"/>
                  </a:cubicBezTo>
                  <a:cubicBezTo>
                    <a:pt x="447" y="8"/>
                    <a:pt x="447" y="8"/>
                    <a:pt x="447" y="8"/>
                  </a:cubicBezTo>
                  <a:cubicBezTo>
                    <a:pt x="360" y="0"/>
                    <a:pt x="360" y="0"/>
                    <a:pt x="360" y="0"/>
                  </a:cubicBezTo>
                  <a:cubicBezTo>
                    <a:pt x="322" y="90"/>
                    <a:pt x="322" y="90"/>
                    <a:pt x="322" y="90"/>
                  </a:cubicBezTo>
                  <a:cubicBezTo>
                    <a:pt x="298" y="94"/>
                    <a:pt x="274" y="102"/>
                    <a:pt x="252" y="112"/>
                  </a:cubicBezTo>
                  <a:cubicBezTo>
                    <a:pt x="169" y="58"/>
                    <a:pt x="169" y="58"/>
                    <a:pt x="169" y="58"/>
                  </a:cubicBezTo>
                  <a:cubicBezTo>
                    <a:pt x="102" y="114"/>
                    <a:pt x="102" y="114"/>
                    <a:pt x="102" y="114"/>
                  </a:cubicBezTo>
                  <a:cubicBezTo>
                    <a:pt x="139" y="205"/>
                    <a:pt x="139" y="205"/>
                    <a:pt x="139" y="205"/>
                  </a:cubicBezTo>
                  <a:cubicBezTo>
                    <a:pt x="125" y="225"/>
                    <a:pt x="113" y="247"/>
                    <a:pt x="105" y="270"/>
                  </a:cubicBezTo>
                  <a:cubicBezTo>
                    <a:pt x="8" y="291"/>
                    <a:pt x="8" y="291"/>
                    <a:pt x="8" y="291"/>
                  </a:cubicBezTo>
                  <a:cubicBezTo>
                    <a:pt x="0" y="379"/>
                    <a:pt x="0" y="379"/>
                    <a:pt x="0" y="379"/>
                  </a:cubicBezTo>
                  <a:cubicBezTo>
                    <a:pt x="92" y="417"/>
                    <a:pt x="92" y="417"/>
                    <a:pt x="92" y="417"/>
                  </a:cubicBezTo>
                  <a:cubicBezTo>
                    <a:pt x="96" y="441"/>
                    <a:pt x="103" y="464"/>
                    <a:pt x="113" y="485"/>
                  </a:cubicBezTo>
                  <a:cubicBezTo>
                    <a:pt x="59" y="569"/>
                    <a:pt x="59" y="569"/>
                    <a:pt x="59" y="569"/>
                  </a:cubicBezTo>
                  <a:cubicBezTo>
                    <a:pt x="115" y="637"/>
                    <a:pt x="115" y="637"/>
                    <a:pt x="115" y="637"/>
                  </a:cubicBezTo>
                  <a:cubicBezTo>
                    <a:pt x="208" y="599"/>
                    <a:pt x="208" y="599"/>
                    <a:pt x="208" y="599"/>
                  </a:cubicBezTo>
                  <a:cubicBezTo>
                    <a:pt x="226" y="612"/>
                    <a:pt x="247" y="623"/>
                    <a:pt x="269" y="631"/>
                  </a:cubicBezTo>
                  <a:cubicBezTo>
                    <a:pt x="290" y="729"/>
                    <a:pt x="290" y="729"/>
                    <a:pt x="290" y="729"/>
                  </a:cubicBezTo>
                  <a:cubicBezTo>
                    <a:pt x="378" y="738"/>
                    <a:pt x="378" y="738"/>
                    <a:pt x="378" y="738"/>
                  </a:cubicBezTo>
                  <a:cubicBezTo>
                    <a:pt x="417" y="645"/>
                    <a:pt x="417" y="645"/>
                    <a:pt x="417" y="645"/>
                  </a:cubicBezTo>
                  <a:cubicBezTo>
                    <a:pt x="440" y="641"/>
                    <a:pt x="463" y="634"/>
                    <a:pt x="484" y="625"/>
                  </a:cubicBezTo>
                  <a:cubicBezTo>
                    <a:pt x="568" y="679"/>
                    <a:pt x="568" y="679"/>
                    <a:pt x="568" y="679"/>
                  </a:cubicBezTo>
                  <a:cubicBezTo>
                    <a:pt x="636" y="623"/>
                    <a:pt x="636" y="623"/>
                    <a:pt x="636" y="623"/>
                  </a:cubicBezTo>
                  <a:cubicBezTo>
                    <a:pt x="599" y="531"/>
                    <a:pt x="599" y="531"/>
                    <a:pt x="599" y="531"/>
                  </a:cubicBezTo>
                  <a:cubicBezTo>
                    <a:pt x="613" y="511"/>
                    <a:pt x="624" y="489"/>
                    <a:pt x="633" y="465"/>
                  </a:cubicBezTo>
                  <a:lnTo>
                    <a:pt x="730" y="444"/>
                  </a:lnTo>
                  <a:close/>
                  <a:moveTo>
                    <a:pt x="503" y="401"/>
                  </a:moveTo>
                  <a:cubicBezTo>
                    <a:pt x="488" y="463"/>
                    <a:pt x="433" y="505"/>
                    <a:pt x="369" y="505"/>
                  </a:cubicBezTo>
                  <a:cubicBezTo>
                    <a:pt x="369" y="505"/>
                    <a:pt x="369" y="505"/>
                    <a:pt x="369" y="505"/>
                  </a:cubicBezTo>
                  <a:cubicBezTo>
                    <a:pt x="358" y="505"/>
                    <a:pt x="346" y="504"/>
                    <a:pt x="335" y="502"/>
                  </a:cubicBezTo>
                  <a:cubicBezTo>
                    <a:pt x="261" y="483"/>
                    <a:pt x="216" y="408"/>
                    <a:pt x="234" y="334"/>
                  </a:cubicBezTo>
                  <a:cubicBezTo>
                    <a:pt x="250" y="272"/>
                    <a:pt x="305" y="229"/>
                    <a:pt x="369" y="229"/>
                  </a:cubicBezTo>
                  <a:cubicBezTo>
                    <a:pt x="380" y="229"/>
                    <a:pt x="392" y="231"/>
                    <a:pt x="403" y="233"/>
                  </a:cubicBezTo>
                  <a:cubicBezTo>
                    <a:pt x="439" y="242"/>
                    <a:pt x="469" y="265"/>
                    <a:pt x="488" y="297"/>
                  </a:cubicBezTo>
                  <a:cubicBezTo>
                    <a:pt x="507" y="328"/>
                    <a:pt x="512" y="365"/>
                    <a:pt x="503" y="401"/>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75" name="Google Shape;11303;p192">
            <a:extLst>
              <a:ext uri="{FF2B5EF4-FFF2-40B4-BE49-F238E27FC236}">
                <a16:creationId xmlns:a16="http://schemas.microsoft.com/office/drawing/2014/main" id="{6CD917F1-9A6B-456E-A34B-10FD5C8B4680}"/>
              </a:ext>
            </a:extLst>
          </p:cNvPr>
          <p:cNvGrpSpPr/>
          <p:nvPr/>
        </p:nvGrpSpPr>
        <p:grpSpPr>
          <a:xfrm>
            <a:off x="6187989" y="3967115"/>
            <a:ext cx="805416" cy="750480"/>
            <a:chOff x="10874515" y="2395387"/>
            <a:chExt cx="930275" cy="930275"/>
          </a:xfrm>
        </p:grpSpPr>
        <p:sp>
          <p:nvSpPr>
            <p:cNvPr id="79" name="Google Shape;11304;p192">
              <a:extLst>
                <a:ext uri="{FF2B5EF4-FFF2-40B4-BE49-F238E27FC236}">
                  <a16:creationId xmlns:a16="http://schemas.microsoft.com/office/drawing/2014/main" id="{F4CC7B20-19B4-4160-8433-61E2F7FEF8BE}"/>
                </a:ext>
              </a:extLst>
            </p:cNvPr>
            <p:cNvSpPr/>
            <p:nvPr/>
          </p:nvSpPr>
          <p:spPr>
            <a:xfrm>
              <a:off x="11209477" y="2741462"/>
              <a:ext cx="254000" cy="238125"/>
            </a:xfrm>
            <a:custGeom>
              <a:avLst/>
              <a:gdLst/>
              <a:ahLst/>
              <a:cxnLst/>
              <a:rect l="l" t="t" r="r" b="b"/>
              <a:pathLst>
                <a:path w="202" h="189" extrusionOk="0">
                  <a:moveTo>
                    <a:pt x="128" y="3"/>
                  </a:moveTo>
                  <a:cubicBezTo>
                    <a:pt x="120" y="1"/>
                    <a:pt x="112" y="0"/>
                    <a:pt x="104" y="0"/>
                  </a:cubicBezTo>
                  <a:cubicBezTo>
                    <a:pt x="61" y="0"/>
                    <a:pt x="23" y="29"/>
                    <a:pt x="13" y="71"/>
                  </a:cubicBezTo>
                  <a:cubicBezTo>
                    <a:pt x="0" y="122"/>
                    <a:pt x="31" y="173"/>
                    <a:pt x="82" y="186"/>
                  </a:cubicBezTo>
                  <a:cubicBezTo>
                    <a:pt x="89" y="188"/>
                    <a:pt x="97" y="189"/>
                    <a:pt x="105" y="189"/>
                  </a:cubicBezTo>
                  <a:cubicBezTo>
                    <a:pt x="148" y="189"/>
                    <a:pt x="186" y="160"/>
                    <a:pt x="196" y="117"/>
                  </a:cubicBezTo>
                  <a:cubicBezTo>
                    <a:pt x="202" y="93"/>
                    <a:pt x="199" y="67"/>
                    <a:pt x="186" y="46"/>
                  </a:cubicBezTo>
                  <a:cubicBezTo>
                    <a:pt x="173" y="24"/>
                    <a:pt x="152" y="9"/>
                    <a:pt x="128" y="3"/>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 name="Google Shape;11305;p192">
              <a:extLst>
                <a:ext uri="{FF2B5EF4-FFF2-40B4-BE49-F238E27FC236}">
                  <a16:creationId xmlns:a16="http://schemas.microsoft.com/office/drawing/2014/main" id="{586A2A3A-893C-4A85-BFED-4DB34206E39B}"/>
                </a:ext>
              </a:extLst>
            </p:cNvPr>
            <p:cNvSpPr/>
            <p:nvPr/>
          </p:nvSpPr>
          <p:spPr>
            <a:xfrm>
              <a:off x="10874515" y="2395387"/>
              <a:ext cx="930275" cy="930275"/>
            </a:xfrm>
            <a:custGeom>
              <a:avLst/>
              <a:gdLst/>
              <a:ahLst/>
              <a:cxnLst/>
              <a:rect l="l" t="t" r="r" b="b"/>
              <a:pathLst>
                <a:path w="738" h="738" extrusionOk="0">
                  <a:moveTo>
                    <a:pt x="730" y="445"/>
                  </a:moveTo>
                  <a:cubicBezTo>
                    <a:pt x="738" y="357"/>
                    <a:pt x="738" y="357"/>
                    <a:pt x="738" y="357"/>
                  </a:cubicBezTo>
                  <a:cubicBezTo>
                    <a:pt x="647" y="319"/>
                    <a:pt x="647" y="319"/>
                    <a:pt x="647" y="319"/>
                  </a:cubicBezTo>
                  <a:cubicBezTo>
                    <a:pt x="643" y="295"/>
                    <a:pt x="635" y="272"/>
                    <a:pt x="625" y="250"/>
                  </a:cubicBezTo>
                  <a:cubicBezTo>
                    <a:pt x="678" y="168"/>
                    <a:pt x="678" y="168"/>
                    <a:pt x="678" y="168"/>
                  </a:cubicBezTo>
                  <a:cubicBezTo>
                    <a:pt x="622" y="100"/>
                    <a:pt x="622" y="100"/>
                    <a:pt x="622" y="100"/>
                  </a:cubicBezTo>
                  <a:cubicBezTo>
                    <a:pt x="530" y="137"/>
                    <a:pt x="530" y="137"/>
                    <a:pt x="530" y="137"/>
                  </a:cubicBezTo>
                  <a:cubicBezTo>
                    <a:pt x="512" y="124"/>
                    <a:pt x="491" y="113"/>
                    <a:pt x="469" y="105"/>
                  </a:cubicBezTo>
                  <a:cubicBezTo>
                    <a:pt x="448" y="9"/>
                    <a:pt x="448" y="9"/>
                    <a:pt x="448" y="9"/>
                  </a:cubicBezTo>
                  <a:cubicBezTo>
                    <a:pt x="360" y="0"/>
                    <a:pt x="360" y="0"/>
                    <a:pt x="360" y="0"/>
                  </a:cubicBezTo>
                  <a:cubicBezTo>
                    <a:pt x="322" y="91"/>
                    <a:pt x="322" y="91"/>
                    <a:pt x="322" y="91"/>
                  </a:cubicBezTo>
                  <a:cubicBezTo>
                    <a:pt x="298" y="95"/>
                    <a:pt x="275" y="102"/>
                    <a:pt x="253" y="112"/>
                  </a:cubicBezTo>
                  <a:cubicBezTo>
                    <a:pt x="170" y="59"/>
                    <a:pt x="170" y="59"/>
                    <a:pt x="170" y="59"/>
                  </a:cubicBezTo>
                  <a:cubicBezTo>
                    <a:pt x="102" y="115"/>
                    <a:pt x="102" y="115"/>
                    <a:pt x="102" y="115"/>
                  </a:cubicBezTo>
                  <a:cubicBezTo>
                    <a:pt x="139" y="206"/>
                    <a:pt x="139" y="206"/>
                    <a:pt x="139" y="206"/>
                  </a:cubicBezTo>
                  <a:cubicBezTo>
                    <a:pt x="125" y="226"/>
                    <a:pt x="114" y="247"/>
                    <a:pt x="105" y="271"/>
                  </a:cubicBezTo>
                  <a:cubicBezTo>
                    <a:pt x="8" y="292"/>
                    <a:pt x="8" y="292"/>
                    <a:pt x="8" y="292"/>
                  </a:cubicBezTo>
                  <a:cubicBezTo>
                    <a:pt x="0" y="379"/>
                    <a:pt x="0" y="379"/>
                    <a:pt x="0" y="379"/>
                  </a:cubicBezTo>
                  <a:cubicBezTo>
                    <a:pt x="92" y="418"/>
                    <a:pt x="92" y="418"/>
                    <a:pt x="92" y="418"/>
                  </a:cubicBezTo>
                  <a:cubicBezTo>
                    <a:pt x="97" y="441"/>
                    <a:pt x="104" y="464"/>
                    <a:pt x="113" y="486"/>
                  </a:cubicBezTo>
                  <a:cubicBezTo>
                    <a:pt x="59" y="570"/>
                    <a:pt x="59" y="570"/>
                    <a:pt x="59" y="570"/>
                  </a:cubicBezTo>
                  <a:cubicBezTo>
                    <a:pt x="116" y="637"/>
                    <a:pt x="116" y="637"/>
                    <a:pt x="116" y="637"/>
                  </a:cubicBezTo>
                  <a:cubicBezTo>
                    <a:pt x="208" y="599"/>
                    <a:pt x="208" y="599"/>
                    <a:pt x="208" y="599"/>
                  </a:cubicBezTo>
                  <a:cubicBezTo>
                    <a:pt x="227" y="612"/>
                    <a:pt x="248" y="623"/>
                    <a:pt x="270" y="632"/>
                  </a:cubicBezTo>
                  <a:cubicBezTo>
                    <a:pt x="291" y="730"/>
                    <a:pt x="291" y="730"/>
                    <a:pt x="291" y="730"/>
                  </a:cubicBezTo>
                  <a:cubicBezTo>
                    <a:pt x="379" y="738"/>
                    <a:pt x="379" y="738"/>
                    <a:pt x="379" y="738"/>
                  </a:cubicBezTo>
                  <a:cubicBezTo>
                    <a:pt x="417" y="646"/>
                    <a:pt x="417" y="646"/>
                    <a:pt x="417" y="646"/>
                  </a:cubicBezTo>
                  <a:cubicBezTo>
                    <a:pt x="441" y="642"/>
                    <a:pt x="463" y="635"/>
                    <a:pt x="485" y="625"/>
                  </a:cubicBezTo>
                  <a:cubicBezTo>
                    <a:pt x="569" y="680"/>
                    <a:pt x="569" y="680"/>
                    <a:pt x="569" y="680"/>
                  </a:cubicBezTo>
                  <a:cubicBezTo>
                    <a:pt x="637" y="623"/>
                    <a:pt x="637" y="623"/>
                    <a:pt x="637" y="623"/>
                  </a:cubicBezTo>
                  <a:cubicBezTo>
                    <a:pt x="599" y="532"/>
                    <a:pt x="599" y="532"/>
                    <a:pt x="599" y="532"/>
                  </a:cubicBezTo>
                  <a:cubicBezTo>
                    <a:pt x="613" y="512"/>
                    <a:pt x="625" y="490"/>
                    <a:pt x="634" y="466"/>
                  </a:cubicBezTo>
                  <a:lnTo>
                    <a:pt x="730" y="445"/>
                  </a:lnTo>
                  <a:close/>
                  <a:moveTo>
                    <a:pt x="504" y="402"/>
                  </a:moveTo>
                  <a:cubicBezTo>
                    <a:pt x="489" y="464"/>
                    <a:pt x="433" y="507"/>
                    <a:pt x="370" y="507"/>
                  </a:cubicBezTo>
                  <a:cubicBezTo>
                    <a:pt x="358" y="507"/>
                    <a:pt x="347" y="506"/>
                    <a:pt x="336" y="503"/>
                  </a:cubicBezTo>
                  <a:cubicBezTo>
                    <a:pt x="262" y="484"/>
                    <a:pt x="217" y="409"/>
                    <a:pt x="235" y="335"/>
                  </a:cubicBezTo>
                  <a:cubicBezTo>
                    <a:pt x="251" y="273"/>
                    <a:pt x="306" y="230"/>
                    <a:pt x="369" y="230"/>
                  </a:cubicBezTo>
                  <a:cubicBezTo>
                    <a:pt x="381" y="230"/>
                    <a:pt x="392" y="231"/>
                    <a:pt x="403" y="234"/>
                  </a:cubicBezTo>
                  <a:cubicBezTo>
                    <a:pt x="439" y="243"/>
                    <a:pt x="469" y="265"/>
                    <a:pt x="488" y="297"/>
                  </a:cubicBezTo>
                  <a:cubicBezTo>
                    <a:pt x="508" y="329"/>
                    <a:pt x="513" y="366"/>
                    <a:pt x="504" y="402"/>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1" name="Google Shape;11306;p192">
            <a:extLst>
              <a:ext uri="{FF2B5EF4-FFF2-40B4-BE49-F238E27FC236}">
                <a16:creationId xmlns:a16="http://schemas.microsoft.com/office/drawing/2014/main" id="{20B62E11-DA99-40B9-B63A-DDE051625B61}"/>
              </a:ext>
            </a:extLst>
          </p:cNvPr>
          <p:cNvGrpSpPr/>
          <p:nvPr/>
        </p:nvGrpSpPr>
        <p:grpSpPr>
          <a:xfrm>
            <a:off x="1004697" y="1914440"/>
            <a:ext cx="1683746" cy="1505635"/>
            <a:chOff x="7488377" y="2179487"/>
            <a:chExt cx="2319338" cy="2319337"/>
          </a:xfrm>
        </p:grpSpPr>
        <p:sp>
          <p:nvSpPr>
            <p:cNvPr id="82" name="Google Shape;11307;p192">
              <a:extLst>
                <a:ext uri="{FF2B5EF4-FFF2-40B4-BE49-F238E27FC236}">
                  <a16:creationId xmlns:a16="http://schemas.microsoft.com/office/drawing/2014/main" id="{1060C502-E0A7-4F0A-AEC8-31D5149DD6D7}"/>
                </a:ext>
              </a:extLst>
            </p:cNvPr>
            <p:cNvSpPr/>
            <p:nvPr/>
          </p:nvSpPr>
          <p:spPr>
            <a:xfrm>
              <a:off x="7488377" y="2179487"/>
              <a:ext cx="2319338" cy="2319337"/>
            </a:xfrm>
            <a:custGeom>
              <a:avLst/>
              <a:gdLst/>
              <a:ahLst/>
              <a:cxnLst/>
              <a:rect l="l" t="t" r="r" b="b"/>
              <a:pathLst>
                <a:path w="1840" h="1840" extrusionOk="0">
                  <a:moveTo>
                    <a:pt x="1827" y="1080"/>
                  </a:moveTo>
                  <a:cubicBezTo>
                    <a:pt x="1840" y="964"/>
                    <a:pt x="1840" y="964"/>
                    <a:pt x="1840" y="964"/>
                  </a:cubicBezTo>
                  <a:cubicBezTo>
                    <a:pt x="1690" y="906"/>
                    <a:pt x="1690" y="906"/>
                    <a:pt x="1690" y="906"/>
                  </a:cubicBezTo>
                  <a:cubicBezTo>
                    <a:pt x="1689" y="874"/>
                    <a:pt x="1687" y="841"/>
                    <a:pt x="1682" y="808"/>
                  </a:cubicBezTo>
                  <a:cubicBezTo>
                    <a:pt x="1823" y="726"/>
                    <a:pt x="1823" y="726"/>
                    <a:pt x="1823" y="726"/>
                  </a:cubicBezTo>
                  <a:cubicBezTo>
                    <a:pt x="1791" y="614"/>
                    <a:pt x="1791" y="614"/>
                    <a:pt x="1791" y="614"/>
                  </a:cubicBezTo>
                  <a:cubicBezTo>
                    <a:pt x="1628" y="618"/>
                    <a:pt x="1628" y="618"/>
                    <a:pt x="1628" y="618"/>
                  </a:cubicBezTo>
                  <a:cubicBezTo>
                    <a:pt x="1614" y="584"/>
                    <a:pt x="1597" y="552"/>
                    <a:pt x="1578" y="521"/>
                  </a:cubicBezTo>
                  <a:cubicBezTo>
                    <a:pt x="1675" y="392"/>
                    <a:pt x="1675" y="392"/>
                    <a:pt x="1675" y="392"/>
                  </a:cubicBezTo>
                  <a:cubicBezTo>
                    <a:pt x="1602" y="301"/>
                    <a:pt x="1602" y="301"/>
                    <a:pt x="1602" y="301"/>
                  </a:cubicBezTo>
                  <a:cubicBezTo>
                    <a:pt x="1455" y="366"/>
                    <a:pt x="1455" y="366"/>
                    <a:pt x="1455" y="366"/>
                  </a:cubicBezTo>
                  <a:cubicBezTo>
                    <a:pt x="1431" y="344"/>
                    <a:pt x="1406" y="322"/>
                    <a:pt x="1379" y="303"/>
                  </a:cubicBezTo>
                  <a:cubicBezTo>
                    <a:pt x="1420" y="147"/>
                    <a:pt x="1420" y="147"/>
                    <a:pt x="1420" y="147"/>
                  </a:cubicBezTo>
                  <a:cubicBezTo>
                    <a:pt x="1318" y="90"/>
                    <a:pt x="1318" y="90"/>
                    <a:pt x="1318" y="90"/>
                  </a:cubicBezTo>
                  <a:cubicBezTo>
                    <a:pt x="1206" y="206"/>
                    <a:pt x="1206" y="206"/>
                    <a:pt x="1206" y="206"/>
                  </a:cubicBezTo>
                  <a:cubicBezTo>
                    <a:pt x="1173" y="193"/>
                    <a:pt x="1139" y="181"/>
                    <a:pt x="1103" y="173"/>
                  </a:cubicBezTo>
                  <a:cubicBezTo>
                    <a:pt x="1080" y="13"/>
                    <a:pt x="1080" y="13"/>
                    <a:pt x="1080" y="13"/>
                  </a:cubicBezTo>
                  <a:cubicBezTo>
                    <a:pt x="964" y="0"/>
                    <a:pt x="964" y="0"/>
                    <a:pt x="964" y="0"/>
                  </a:cubicBezTo>
                  <a:cubicBezTo>
                    <a:pt x="906" y="151"/>
                    <a:pt x="906" y="151"/>
                    <a:pt x="906" y="151"/>
                  </a:cubicBezTo>
                  <a:cubicBezTo>
                    <a:pt x="874" y="151"/>
                    <a:pt x="841" y="154"/>
                    <a:pt x="808" y="159"/>
                  </a:cubicBezTo>
                  <a:cubicBezTo>
                    <a:pt x="726" y="17"/>
                    <a:pt x="726" y="17"/>
                    <a:pt x="726" y="17"/>
                  </a:cubicBezTo>
                  <a:cubicBezTo>
                    <a:pt x="613" y="49"/>
                    <a:pt x="613" y="49"/>
                    <a:pt x="613" y="49"/>
                  </a:cubicBezTo>
                  <a:cubicBezTo>
                    <a:pt x="617" y="213"/>
                    <a:pt x="617" y="213"/>
                    <a:pt x="617" y="213"/>
                  </a:cubicBezTo>
                  <a:cubicBezTo>
                    <a:pt x="584" y="227"/>
                    <a:pt x="552" y="244"/>
                    <a:pt x="521" y="262"/>
                  </a:cubicBezTo>
                  <a:cubicBezTo>
                    <a:pt x="392" y="166"/>
                    <a:pt x="392" y="166"/>
                    <a:pt x="392" y="166"/>
                  </a:cubicBezTo>
                  <a:cubicBezTo>
                    <a:pt x="301" y="239"/>
                    <a:pt x="301" y="239"/>
                    <a:pt x="301" y="239"/>
                  </a:cubicBezTo>
                  <a:cubicBezTo>
                    <a:pt x="366" y="386"/>
                    <a:pt x="366" y="386"/>
                    <a:pt x="366" y="386"/>
                  </a:cubicBezTo>
                  <a:cubicBezTo>
                    <a:pt x="343" y="410"/>
                    <a:pt x="322" y="435"/>
                    <a:pt x="303" y="461"/>
                  </a:cubicBezTo>
                  <a:cubicBezTo>
                    <a:pt x="147" y="420"/>
                    <a:pt x="147" y="420"/>
                    <a:pt x="147" y="420"/>
                  </a:cubicBezTo>
                  <a:cubicBezTo>
                    <a:pt x="89" y="522"/>
                    <a:pt x="89" y="522"/>
                    <a:pt x="89" y="522"/>
                  </a:cubicBezTo>
                  <a:cubicBezTo>
                    <a:pt x="206" y="634"/>
                    <a:pt x="206" y="634"/>
                    <a:pt x="206" y="634"/>
                  </a:cubicBezTo>
                  <a:cubicBezTo>
                    <a:pt x="192" y="668"/>
                    <a:pt x="181" y="702"/>
                    <a:pt x="173" y="737"/>
                  </a:cubicBezTo>
                  <a:cubicBezTo>
                    <a:pt x="13" y="760"/>
                    <a:pt x="13" y="760"/>
                    <a:pt x="13" y="760"/>
                  </a:cubicBezTo>
                  <a:cubicBezTo>
                    <a:pt x="0" y="877"/>
                    <a:pt x="0" y="877"/>
                    <a:pt x="0" y="877"/>
                  </a:cubicBezTo>
                  <a:cubicBezTo>
                    <a:pt x="151" y="934"/>
                    <a:pt x="151" y="934"/>
                    <a:pt x="151" y="934"/>
                  </a:cubicBezTo>
                  <a:cubicBezTo>
                    <a:pt x="151" y="967"/>
                    <a:pt x="154" y="1000"/>
                    <a:pt x="159" y="1032"/>
                  </a:cubicBezTo>
                  <a:cubicBezTo>
                    <a:pt x="17" y="1115"/>
                    <a:pt x="17" y="1115"/>
                    <a:pt x="17" y="1115"/>
                  </a:cubicBezTo>
                  <a:cubicBezTo>
                    <a:pt x="49" y="1227"/>
                    <a:pt x="49" y="1227"/>
                    <a:pt x="49" y="1227"/>
                  </a:cubicBezTo>
                  <a:cubicBezTo>
                    <a:pt x="212" y="1223"/>
                    <a:pt x="212" y="1223"/>
                    <a:pt x="212" y="1223"/>
                  </a:cubicBezTo>
                  <a:cubicBezTo>
                    <a:pt x="227" y="1257"/>
                    <a:pt x="243" y="1289"/>
                    <a:pt x="262" y="1320"/>
                  </a:cubicBezTo>
                  <a:cubicBezTo>
                    <a:pt x="166" y="1449"/>
                    <a:pt x="166" y="1449"/>
                    <a:pt x="166" y="1449"/>
                  </a:cubicBezTo>
                  <a:cubicBezTo>
                    <a:pt x="239" y="1540"/>
                    <a:pt x="239" y="1540"/>
                    <a:pt x="239" y="1540"/>
                  </a:cubicBezTo>
                  <a:cubicBezTo>
                    <a:pt x="386" y="1474"/>
                    <a:pt x="386" y="1474"/>
                    <a:pt x="386" y="1474"/>
                  </a:cubicBezTo>
                  <a:cubicBezTo>
                    <a:pt x="410" y="1497"/>
                    <a:pt x="435" y="1518"/>
                    <a:pt x="461" y="1538"/>
                  </a:cubicBezTo>
                  <a:cubicBezTo>
                    <a:pt x="420" y="1694"/>
                    <a:pt x="420" y="1694"/>
                    <a:pt x="420" y="1694"/>
                  </a:cubicBezTo>
                  <a:cubicBezTo>
                    <a:pt x="522" y="1751"/>
                    <a:pt x="522" y="1751"/>
                    <a:pt x="522" y="1751"/>
                  </a:cubicBezTo>
                  <a:cubicBezTo>
                    <a:pt x="634" y="1635"/>
                    <a:pt x="634" y="1635"/>
                    <a:pt x="634" y="1635"/>
                  </a:cubicBezTo>
                  <a:cubicBezTo>
                    <a:pt x="667" y="1648"/>
                    <a:pt x="702" y="1659"/>
                    <a:pt x="737" y="1668"/>
                  </a:cubicBezTo>
                  <a:cubicBezTo>
                    <a:pt x="760" y="1827"/>
                    <a:pt x="760" y="1827"/>
                    <a:pt x="760" y="1827"/>
                  </a:cubicBezTo>
                  <a:cubicBezTo>
                    <a:pt x="876" y="1840"/>
                    <a:pt x="876" y="1840"/>
                    <a:pt x="876" y="1840"/>
                  </a:cubicBezTo>
                  <a:cubicBezTo>
                    <a:pt x="934" y="1690"/>
                    <a:pt x="934" y="1690"/>
                    <a:pt x="934" y="1690"/>
                  </a:cubicBezTo>
                  <a:cubicBezTo>
                    <a:pt x="967" y="1689"/>
                    <a:pt x="1000" y="1687"/>
                    <a:pt x="1032" y="1682"/>
                  </a:cubicBezTo>
                  <a:cubicBezTo>
                    <a:pt x="1114" y="1823"/>
                    <a:pt x="1114" y="1823"/>
                    <a:pt x="1114" y="1823"/>
                  </a:cubicBezTo>
                  <a:cubicBezTo>
                    <a:pt x="1227" y="1791"/>
                    <a:pt x="1227" y="1791"/>
                    <a:pt x="1227" y="1791"/>
                  </a:cubicBezTo>
                  <a:cubicBezTo>
                    <a:pt x="1223" y="1628"/>
                    <a:pt x="1223" y="1628"/>
                    <a:pt x="1223" y="1628"/>
                  </a:cubicBezTo>
                  <a:cubicBezTo>
                    <a:pt x="1256" y="1614"/>
                    <a:pt x="1289" y="1597"/>
                    <a:pt x="1319" y="1579"/>
                  </a:cubicBezTo>
                  <a:cubicBezTo>
                    <a:pt x="1448" y="1675"/>
                    <a:pt x="1448" y="1675"/>
                    <a:pt x="1448" y="1675"/>
                  </a:cubicBezTo>
                  <a:cubicBezTo>
                    <a:pt x="1540" y="1602"/>
                    <a:pt x="1540" y="1602"/>
                    <a:pt x="1540" y="1602"/>
                  </a:cubicBezTo>
                  <a:cubicBezTo>
                    <a:pt x="1474" y="1455"/>
                    <a:pt x="1474" y="1455"/>
                    <a:pt x="1474" y="1455"/>
                  </a:cubicBezTo>
                  <a:cubicBezTo>
                    <a:pt x="1497" y="1431"/>
                    <a:pt x="1518" y="1406"/>
                    <a:pt x="1538" y="1380"/>
                  </a:cubicBezTo>
                  <a:cubicBezTo>
                    <a:pt x="1694" y="1420"/>
                    <a:pt x="1694" y="1420"/>
                    <a:pt x="1694" y="1420"/>
                  </a:cubicBezTo>
                  <a:cubicBezTo>
                    <a:pt x="1751" y="1318"/>
                    <a:pt x="1751" y="1318"/>
                    <a:pt x="1751" y="1318"/>
                  </a:cubicBezTo>
                  <a:cubicBezTo>
                    <a:pt x="1635" y="1207"/>
                    <a:pt x="1635" y="1207"/>
                    <a:pt x="1635" y="1207"/>
                  </a:cubicBezTo>
                  <a:cubicBezTo>
                    <a:pt x="1648" y="1173"/>
                    <a:pt x="1659" y="1139"/>
                    <a:pt x="1668" y="1104"/>
                  </a:cubicBezTo>
                  <a:lnTo>
                    <a:pt x="1827" y="1080"/>
                  </a:lnTo>
                  <a:close/>
                  <a:moveTo>
                    <a:pt x="1081" y="1490"/>
                  </a:moveTo>
                  <a:cubicBezTo>
                    <a:pt x="766" y="1579"/>
                    <a:pt x="439" y="1396"/>
                    <a:pt x="350" y="1081"/>
                  </a:cubicBezTo>
                  <a:cubicBezTo>
                    <a:pt x="262" y="767"/>
                    <a:pt x="445" y="439"/>
                    <a:pt x="759" y="351"/>
                  </a:cubicBezTo>
                  <a:cubicBezTo>
                    <a:pt x="1074" y="262"/>
                    <a:pt x="1401" y="445"/>
                    <a:pt x="1490" y="760"/>
                  </a:cubicBezTo>
                  <a:cubicBezTo>
                    <a:pt x="1579" y="1074"/>
                    <a:pt x="1396" y="1401"/>
                    <a:pt x="1081" y="149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 name="Google Shape;11308;p192">
              <a:extLst>
                <a:ext uri="{FF2B5EF4-FFF2-40B4-BE49-F238E27FC236}">
                  <a16:creationId xmlns:a16="http://schemas.microsoft.com/office/drawing/2014/main" id="{F5B63FBB-5C1E-4FFE-93C8-3904F7286877}"/>
                </a:ext>
              </a:extLst>
            </p:cNvPr>
            <p:cNvSpPr/>
            <p:nvPr/>
          </p:nvSpPr>
          <p:spPr>
            <a:xfrm>
              <a:off x="8332927" y="3025625"/>
              <a:ext cx="630238" cy="628650"/>
            </a:xfrm>
            <a:custGeom>
              <a:avLst/>
              <a:gdLst/>
              <a:ahLst/>
              <a:cxnLst/>
              <a:rect l="l" t="t" r="r" b="b"/>
              <a:pathLst>
                <a:path w="500" h="499" extrusionOk="0">
                  <a:moveTo>
                    <a:pt x="250" y="499"/>
                  </a:moveTo>
                  <a:cubicBezTo>
                    <a:pt x="112" y="499"/>
                    <a:pt x="0" y="387"/>
                    <a:pt x="0" y="249"/>
                  </a:cubicBezTo>
                  <a:cubicBezTo>
                    <a:pt x="0" y="112"/>
                    <a:pt x="112" y="0"/>
                    <a:pt x="250" y="0"/>
                  </a:cubicBezTo>
                  <a:cubicBezTo>
                    <a:pt x="388" y="0"/>
                    <a:pt x="500" y="112"/>
                    <a:pt x="500" y="249"/>
                  </a:cubicBezTo>
                  <a:cubicBezTo>
                    <a:pt x="500" y="387"/>
                    <a:pt x="388" y="499"/>
                    <a:pt x="250" y="499"/>
                  </a:cubicBezTo>
                  <a:close/>
                  <a:moveTo>
                    <a:pt x="250" y="140"/>
                  </a:moveTo>
                  <a:cubicBezTo>
                    <a:pt x="190" y="140"/>
                    <a:pt x="140" y="189"/>
                    <a:pt x="140" y="249"/>
                  </a:cubicBezTo>
                  <a:cubicBezTo>
                    <a:pt x="140" y="310"/>
                    <a:pt x="190" y="359"/>
                    <a:pt x="250" y="359"/>
                  </a:cubicBezTo>
                  <a:cubicBezTo>
                    <a:pt x="311" y="359"/>
                    <a:pt x="360" y="310"/>
                    <a:pt x="360" y="249"/>
                  </a:cubicBezTo>
                  <a:cubicBezTo>
                    <a:pt x="360" y="189"/>
                    <a:pt x="311" y="140"/>
                    <a:pt x="250" y="14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84" name="Google Shape;11309;p192">
            <a:extLst>
              <a:ext uri="{FF2B5EF4-FFF2-40B4-BE49-F238E27FC236}">
                <a16:creationId xmlns:a16="http://schemas.microsoft.com/office/drawing/2014/main" id="{B73F9436-28D0-40E1-8C08-62289FCD2042}"/>
              </a:ext>
            </a:extLst>
          </p:cNvPr>
          <p:cNvGrpSpPr/>
          <p:nvPr/>
        </p:nvGrpSpPr>
        <p:grpSpPr>
          <a:xfrm>
            <a:off x="2685518" y="2317183"/>
            <a:ext cx="1936134" cy="1731326"/>
            <a:chOff x="9367977" y="3165325"/>
            <a:chExt cx="2667000" cy="2667000"/>
          </a:xfrm>
        </p:grpSpPr>
        <p:sp>
          <p:nvSpPr>
            <p:cNvPr id="85" name="Google Shape;11310;p192">
              <a:extLst>
                <a:ext uri="{FF2B5EF4-FFF2-40B4-BE49-F238E27FC236}">
                  <a16:creationId xmlns:a16="http://schemas.microsoft.com/office/drawing/2014/main" id="{24CE2985-8693-4178-B2A7-74C81068B5CA}"/>
                </a:ext>
              </a:extLst>
            </p:cNvPr>
            <p:cNvSpPr/>
            <p:nvPr/>
          </p:nvSpPr>
          <p:spPr>
            <a:xfrm>
              <a:off x="9367977" y="3165325"/>
              <a:ext cx="2667000" cy="2667000"/>
            </a:xfrm>
            <a:custGeom>
              <a:avLst/>
              <a:gdLst/>
              <a:ahLst/>
              <a:cxnLst/>
              <a:rect l="l" t="t" r="r" b="b"/>
              <a:pathLst>
                <a:path w="2116" h="2116" extrusionOk="0">
                  <a:moveTo>
                    <a:pt x="1941" y="1111"/>
                  </a:moveTo>
                  <a:cubicBezTo>
                    <a:pt x="2116" y="1052"/>
                    <a:pt x="2116" y="1052"/>
                    <a:pt x="2116" y="1052"/>
                  </a:cubicBezTo>
                  <a:cubicBezTo>
                    <a:pt x="2107" y="917"/>
                    <a:pt x="2107" y="917"/>
                    <a:pt x="2107" y="917"/>
                  </a:cubicBezTo>
                  <a:cubicBezTo>
                    <a:pt x="1925" y="883"/>
                    <a:pt x="1925" y="883"/>
                    <a:pt x="1925" y="883"/>
                  </a:cubicBezTo>
                  <a:cubicBezTo>
                    <a:pt x="1918" y="847"/>
                    <a:pt x="1908" y="810"/>
                    <a:pt x="1896" y="774"/>
                  </a:cubicBezTo>
                  <a:cubicBezTo>
                    <a:pt x="2038" y="652"/>
                    <a:pt x="2038" y="652"/>
                    <a:pt x="2038" y="652"/>
                  </a:cubicBezTo>
                  <a:cubicBezTo>
                    <a:pt x="1979" y="532"/>
                    <a:pt x="1979" y="532"/>
                    <a:pt x="1979" y="532"/>
                  </a:cubicBezTo>
                  <a:cubicBezTo>
                    <a:pt x="1795" y="570"/>
                    <a:pt x="1795" y="570"/>
                    <a:pt x="1795" y="570"/>
                  </a:cubicBezTo>
                  <a:cubicBezTo>
                    <a:pt x="1772" y="535"/>
                    <a:pt x="1747" y="502"/>
                    <a:pt x="1720" y="471"/>
                  </a:cubicBezTo>
                  <a:cubicBezTo>
                    <a:pt x="1802" y="305"/>
                    <a:pt x="1802" y="305"/>
                    <a:pt x="1802" y="305"/>
                  </a:cubicBezTo>
                  <a:cubicBezTo>
                    <a:pt x="1700" y="217"/>
                    <a:pt x="1700" y="217"/>
                    <a:pt x="1700" y="217"/>
                  </a:cubicBezTo>
                  <a:cubicBezTo>
                    <a:pt x="1548" y="321"/>
                    <a:pt x="1548" y="321"/>
                    <a:pt x="1548" y="321"/>
                  </a:cubicBezTo>
                  <a:cubicBezTo>
                    <a:pt x="1516" y="301"/>
                    <a:pt x="1483" y="282"/>
                    <a:pt x="1450" y="265"/>
                  </a:cubicBezTo>
                  <a:cubicBezTo>
                    <a:pt x="1464" y="80"/>
                    <a:pt x="1464" y="80"/>
                    <a:pt x="1464" y="80"/>
                  </a:cubicBezTo>
                  <a:cubicBezTo>
                    <a:pt x="1336" y="37"/>
                    <a:pt x="1336" y="37"/>
                    <a:pt x="1336" y="37"/>
                  </a:cubicBezTo>
                  <a:cubicBezTo>
                    <a:pt x="1234" y="191"/>
                    <a:pt x="1234" y="191"/>
                    <a:pt x="1234" y="191"/>
                  </a:cubicBezTo>
                  <a:cubicBezTo>
                    <a:pt x="1194" y="183"/>
                    <a:pt x="1152" y="178"/>
                    <a:pt x="1111" y="175"/>
                  </a:cubicBezTo>
                  <a:cubicBezTo>
                    <a:pt x="1052" y="0"/>
                    <a:pt x="1052" y="0"/>
                    <a:pt x="1052" y="0"/>
                  </a:cubicBezTo>
                  <a:cubicBezTo>
                    <a:pt x="918" y="9"/>
                    <a:pt x="918" y="9"/>
                    <a:pt x="918" y="9"/>
                  </a:cubicBezTo>
                  <a:cubicBezTo>
                    <a:pt x="884" y="191"/>
                    <a:pt x="884" y="191"/>
                    <a:pt x="884" y="191"/>
                  </a:cubicBezTo>
                  <a:cubicBezTo>
                    <a:pt x="847" y="198"/>
                    <a:pt x="810" y="208"/>
                    <a:pt x="774" y="220"/>
                  </a:cubicBezTo>
                  <a:cubicBezTo>
                    <a:pt x="653" y="78"/>
                    <a:pt x="653" y="78"/>
                    <a:pt x="653" y="78"/>
                  </a:cubicBezTo>
                  <a:cubicBezTo>
                    <a:pt x="532" y="137"/>
                    <a:pt x="532" y="137"/>
                    <a:pt x="532" y="137"/>
                  </a:cubicBezTo>
                  <a:cubicBezTo>
                    <a:pt x="570" y="321"/>
                    <a:pt x="570" y="321"/>
                    <a:pt x="570" y="321"/>
                  </a:cubicBezTo>
                  <a:cubicBezTo>
                    <a:pt x="535" y="344"/>
                    <a:pt x="502" y="369"/>
                    <a:pt x="471" y="396"/>
                  </a:cubicBezTo>
                  <a:cubicBezTo>
                    <a:pt x="305" y="314"/>
                    <a:pt x="305" y="314"/>
                    <a:pt x="305" y="314"/>
                  </a:cubicBezTo>
                  <a:cubicBezTo>
                    <a:pt x="217" y="416"/>
                    <a:pt x="217" y="416"/>
                    <a:pt x="217" y="416"/>
                  </a:cubicBezTo>
                  <a:cubicBezTo>
                    <a:pt x="322" y="568"/>
                    <a:pt x="322" y="568"/>
                    <a:pt x="322" y="568"/>
                  </a:cubicBezTo>
                  <a:cubicBezTo>
                    <a:pt x="301" y="600"/>
                    <a:pt x="282" y="633"/>
                    <a:pt x="265" y="666"/>
                  </a:cubicBezTo>
                  <a:cubicBezTo>
                    <a:pt x="81" y="652"/>
                    <a:pt x="81" y="652"/>
                    <a:pt x="81" y="652"/>
                  </a:cubicBezTo>
                  <a:cubicBezTo>
                    <a:pt x="37" y="780"/>
                    <a:pt x="37" y="780"/>
                    <a:pt x="37" y="780"/>
                  </a:cubicBezTo>
                  <a:cubicBezTo>
                    <a:pt x="192" y="882"/>
                    <a:pt x="192" y="882"/>
                    <a:pt x="192" y="882"/>
                  </a:cubicBezTo>
                  <a:cubicBezTo>
                    <a:pt x="183" y="923"/>
                    <a:pt x="178" y="964"/>
                    <a:pt x="175" y="1005"/>
                  </a:cubicBezTo>
                  <a:cubicBezTo>
                    <a:pt x="0" y="1064"/>
                    <a:pt x="0" y="1064"/>
                    <a:pt x="0" y="1064"/>
                  </a:cubicBezTo>
                  <a:cubicBezTo>
                    <a:pt x="9" y="1198"/>
                    <a:pt x="9" y="1198"/>
                    <a:pt x="9" y="1198"/>
                  </a:cubicBezTo>
                  <a:cubicBezTo>
                    <a:pt x="191" y="1233"/>
                    <a:pt x="191" y="1233"/>
                    <a:pt x="191" y="1233"/>
                  </a:cubicBezTo>
                  <a:cubicBezTo>
                    <a:pt x="199" y="1269"/>
                    <a:pt x="208" y="1306"/>
                    <a:pt x="221" y="1342"/>
                  </a:cubicBezTo>
                  <a:cubicBezTo>
                    <a:pt x="78" y="1463"/>
                    <a:pt x="78" y="1463"/>
                    <a:pt x="78" y="1463"/>
                  </a:cubicBezTo>
                  <a:cubicBezTo>
                    <a:pt x="138" y="1584"/>
                    <a:pt x="138" y="1584"/>
                    <a:pt x="138" y="1584"/>
                  </a:cubicBezTo>
                  <a:cubicBezTo>
                    <a:pt x="321" y="1546"/>
                    <a:pt x="321" y="1546"/>
                    <a:pt x="321" y="1546"/>
                  </a:cubicBezTo>
                  <a:cubicBezTo>
                    <a:pt x="344" y="1581"/>
                    <a:pt x="369" y="1614"/>
                    <a:pt x="397" y="1645"/>
                  </a:cubicBezTo>
                  <a:cubicBezTo>
                    <a:pt x="314" y="1811"/>
                    <a:pt x="314" y="1811"/>
                    <a:pt x="314" y="1811"/>
                  </a:cubicBezTo>
                  <a:cubicBezTo>
                    <a:pt x="416" y="1899"/>
                    <a:pt x="416" y="1899"/>
                    <a:pt x="416" y="1899"/>
                  </a:cubicBezTo>
                  <a:cubicBezTo>
                    <a:pt x="569" y="1794"/>
                    <a:pt x="569" y="1794"/>
                    <a:pt x="569" y="1794"/>
                  </a:cubicBezTo>
                  <a:cubicBezTo>
                    <a:pt x="600" y="1815"/>
                    <a:pt x="633" y="1834"/>
                    <a:pt x="667" y="1851"/>
                  </a:cubicBezTo>
                  <a:cubicBezTo>
                    <a:pt x="653" y="2035"/>
                    <a:pt x="653" y="2035"/>
                    <a:pt x="653" y="2035"/>
                  </a:cubicBezTo>
                  <a:cubicBezTo>
                    <a:pt x="780" y="2079"/>
                    <a:pt x="780" y="2079"/>
                    <a:pt x="780" y="2079"/>
                  </a:cubicBezTo>
                  <a:cubicBezTo>
                    <a:pt x="882" y="1925"/>
                    <a:pt x="882" y="1925"/>
                    <a:pt x="882" y="1925"/>
                  </a:cubicBezTo>
                  <a:cubicBezTo>
                    <a:pt x="923" y="1933"/>
                    <a:pt x="964" y="1938"/>
                    <a:pt x="1005" y="1941"/>
                  </a:cubicBezTo>
                  <a:cubicBezTo>
                    <a:pt x="1064" y="2116"/>
                    <a:pt x="1064" y="2116"/>
                    <a:pt x="1064" y="2116"/>
                  </a:cubicBezTo>
                  <a:cubicBezTo>
                    <a:pt x="1199" y="2107"/>
                    <a:pt x="1199" y="2107"/>
                    <a:pt x="1199" y="2107"/>
                  </a:cubicBezTo>
                  <a:cubicBezTo>
                    <a:pt x="1233" y="1925"/>
                    <a:pt x="1233" y="1925"/>
                    <a:pt x="1233" y="1925"/>
                  </a:cubicBezTo>
                  <a:cubicBezTo>
                    <a:pt x="1269" y="1918"/>
                    <a:pt x="1306" y="1908"/>
                    <a:pt x="1342" y="1896"/>
                  </a:cubicBezTo>
                  <a:cubicBezTo>
                    <a:pt x="1464" y="2038"/>
                    <a:pt x="1464" y="2038"/>
                    <a:pt x="1464" y="2038"/>
                  </a:cubicBezTo>
                  <a:cubicBezTo>
                    <a:pt x="1584" y="1979"/>
                    <a:pt x="1584" y="1979"/>
                    <a:pt x="1584" y="1979"/>
                  </a:cubicBezTo>
                  <a:cubicBezTo>
                    <a:pt x="1546" y="1795"/>
                    <a:pt x="1546" y="1795"/>
                    <a:pt x="1546" y="1795"/>
                  </a:cubicBezTo>
                  <a:cubicBezTo>
                    <a:pt x="1581" y="1772"/>
                    <a:pt x="1614" y="1747"/>
                    <a:pt x="1645" y="1719"/>
                  </a:cubicBezTo>
                  <a:cubicBezTo>
                    <a:pt x="1811" y="1802"/>
                    <a:pt x="1811" y="1802"/>
                    <a:pt x="1811" y="1802"/>
                  </a:cubicBezTo>
                  <a:cubicBezTo>
                    <a:pt x="1899" y="1700"/>
                    <a:pt x="1899" y="1700"/>
                    <a:pt x="1899" y="1700"/>
                  </a:cubicBezTo>
                  <a:cubicBezTo>
                    <a:pt x="1795" y="1547"/>
                    <a:pt x="1795" y="1547"/>
                    <a:pt x="1795" y="1547"/>
                  </a:cubicBezTo>
                  <a:cubicBezTo>
                    <a:pt x="1816" y="1516"/>
                    <a:pt x="1834" y="1483"/>
                    <a:pt x="1851" y="1450"/>
                  </a:cubicBezTo>
                  <a:cubicBezTo>
                    <a:pt x="2036" y="1463"/>
                    <a:pt x="2036" y="1463"/>
                    <a:pt x="2036" y="1463"/>
                  </a:cubicBezTo>
                  <a:cubicBezTo>
                    <a:pt x="2079" y="1336"/>
                    <a:pt x="2079" y="1336"/>
                    <a:pt x="2079" y="1336"/>
                  </a:cubicBezTo>
                  <a:cubicBezTo>
                    <a:pt x="1925" y="1234"/>
                    <a:pt x="1925" y="1234"/>
                    <a:pt x="1925" y="1234"/>
                  </a:cubicBezTo>
                  <a:cubicBezTo>
                    <a:pt x="1933" y="1193"/>
                    <a:pt x="1938" y="1152"/>
                    <a:pt x="1941" y="1111"/>
                  </a:cubicBezTo>
                  <a:close/>
                  <a:moveTo>
                    <a:pt x="1358" y="1669"/>
                  </a:moveTo>
                  <a:cubicBezTo>
                    <a:pt x="1020" y="1834"/>
                    <a:pt x="613" y="1695"/>
                    <a:pt x="447" y="1357"/>
                  </a:cubicBezTo>
                  <a:cubicBezTo>
                    <a:pt x="282" y="1020"/>
                    <a:pt x="421" y="613"/>
                    <a:pt x="759" y="447"/>
                  </a:cubicBezTo>
                  <a:cubicBezTo>
                    <a:pt x="1096" y="282"/>
                    <a:pt x="1504" y="421"/>
                    <a:pt x="1669" y="759"/>
                  </a:cubicBezTo>
                  <a:cubicBezTo>
                    <a:pt x="1834" y="1096"/>
                    <a:pt x="1695" y="1503"/>
                    <a:pt x="1358" y="1669"/>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1" name="Google Shape;11311;p192">
              <a:extLst>
                <a:ext uri="{FF2B5EF4-FFF2-40B4-BE49-F238E27FC236}">
                  <a16:creationId xmlns:a16="http://schemas.microsoft.com/office/drawing/2014/main" id="{3A0CB1B8-2DD2-4F6F-A0F9-47D23B59D4C1}"/>
                </a:ext>
              </a:extLst>
            </p:cNvPr>
            <p:cNvSpPr/>
            <p:nvPr/>
          </p:nvSpPr>
          <p:spPr>
            <a:xfrm>
              <a:off x="10353815" y="4136875"/>
              <a:ext cx="722313" cy="725487"/>
            </a:xfrm>
            <a:custGeom>
              <a:avLst/>
              <a:gdLst/>
              <a:ahLst/>
              <a:cxnLst/>
              <a:rect l="l" t="t" r="r" b="b"/>
              <a:pathLst>
                <a:path w="574" h="575" extrusionOk="0">
                  <a:moveTo>
                    <a:pt x="287" y="575"/>
                  </a:moveTo>
                  <a:cubicBezTo>
                    <a:pt x="129" y="575"/>
                    <a:pt x="0" y="446"/>
                    <a:pt x="0" y="287"/>
                  </a:cubicBezTo>
                  <a:cubicBezTo>
                    <a:pt x="0" y="129"/>
                    <a:pt x="129" y="0"/>
                    <a:pt x="287" y="0"/>
                  </a:cubicBezTo>
                  <a:cubicBezTo>
                    <a:pt x="446" y="0"/>
                    <a:pt x="574" y="129"/>
                    <a:pt x="574" y="287"/>
                  </a:cubicBezTo>
                  <a:cubicBezTo>
                    <a:pt x="574" y="446"/>
                    <a:pt x="446" y="575"/>
                    <a:pt x="287" y="575"/>
                  </a:cubicBezTo>
                  <a:close/>
                  <a:moveTo>
                    <a:pt x="287" y="160"/>
                  </a:moveTo>
                  <a:cubicBezTo>
                    <a:pt x="217" y="160"/>
                    <a:pt x="160" y="217"/>
                    <a:pt x="160" y="287"/>
                  </a:cubicBezTo>
                  <a:cubicBezTo>
                    <a:pt x="160" y="358"/>
                    <a:pt x="217" y="415"/>
                    <a:pt x="287" y="415"/>
                  </a:cubicBezTo>
                  <a:cubicBezTo>
                    <a:pt x="357" y="415"/>
                    <a:pt x="414" y="358"/>
                    <a:pt x="414" y="287"/>
                  </a:cubicBezTo>
                  <a:cubicBezTo>
                    <a:pt x="414" y="217"/>
                    <a:pt x="357" y="160"/>
                    <a:pt x="287" y="16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92" name="Google Shape;11312;p192">
            <a:extLst>
              <a:ext uri="{FF2B5EF4-FFF2-40B4-BE49-F238E27FC236}">
                <a16:creationId xmlns:a16="http://schemas.microsoft.com/office/drawing/2014/main" id="{5B1AC9D8-E6A9-4980-AAC9-7E5B00DDA2FD}"/>
              </a:ext>
            </a:extLst>
          </p:cNvPr>
          <p:cNvGrpSpPr/>
          <p:nvPr/>
        </p:nvGrpSpPr>
        <p:grpSpPr>
          <a:xfrm>
            <a:off x="2391014" y="1443989"/>
            <a:ext cx="1221608" cy="1092385"/>
            <a:chOff x="9418777" y="1417488"/>
            <a:chExt cx="1682750" cy="1682750"/>
          </a:xfrm>
        </p:grpSpPr>
        <p:sp>
          <p:nvSpPr>
            <p:cNvPr id="93" name="Google Shape;11313;p192">
              <a:extLst>
                <a:ext uri="{FF2B5EF4-FFF2-40B4-BE49-F238E27FC236}">
                  <a16:creationId xmlns:a16="http://schemas.microsoft.com/office/drawing/2014/main" id="{E35F9A84-3BDE-485C-BADB-7BD24FE39779}"/>
                </a:ext>
              </a:extLst>
            </p:cNvPr>
            <p:cNvSpPr/>
            <p:nvPr/>
          </p:nvSpPr>
          <p:spPr>
            <a:xfrm>
              <a:off x="9418777" y="1417488"/>
              <a:ext cx="1682750" cy="1682750"/>
            </a:xfrm>
            <a:custGeom>
              <a:avLst/>
              <a:gdLst/>
              <a:ahLst/>
              <a:cxnLst/>
              <a:rect l="l" t="t" r="r" b="b"/>
              <a:pathLst>
                <a:path w="1335" h="1335" extrusionOk="0">
                  <a:moveTo>
                    <a:pt x="1326" y="784"/>
                  </a:moveTo>
                  <a:cubicBezTo>
                    <a:pt x="1335" y="699"/>
                    <a:pt x="1335" y="699"/>
                    <a:pt x="1335" y="699"/>
                  </a:cubicBezTo>
                  <a:cubicBezTo>
                    <a:pt x="1226" y="658"/>
                    <a:pt x="1226" y="658"/>
                    <a:pt x="1226" y="658"/>
                  </a:cubicBezTo>
                  <a:cubicBezTo>
                    <a:pt x="1226" y="634"/>
                    <a:pt x="1224" y="610"/>
                    <a:pt x="1220" y="586"/>
                  </a:cubicBezTo>
                  <a:cubicBezTo>
                    <a:pt x="1323" y="527"/>
                    <a:pt x="1323" y="527"/>
                    <a:pt x="1323" y="527"/>
                  </a:cubicBezTo>
                  <a:cubicBezTo>
                    <a:pt x="1300" y="445"/>
                    <a:pt x="1300" y="445"/>
                    <a:pt x="1300" y="445"/>
                  </a:cubicBezTo>
                  <a:cubicBezTo>
                    <a:pt x="1181" y="448"/>
                    <a:pt x="1181" y="448"/>
                    <a:pt x="1181" y="448"/>
                  </a:cubicBezTo>
                  <a:cubicBezTo>
                    <a:pt x="1171" y="424"/>
                    <a:pt x="1159" y="400"/>
                    <a:pt x="1145" y="378"/>
                  </a:cubicBezTo>
                  <a:cubicBezTo>
                    <a:pt x="1215" y="284"/>
                    <a:pt x="1215" y="284"/>
                    <a:pt x="1215" y="284"/>
                  </a:cubicBezTo>
                  <a:cubicBezTo>
                    <a:pt x="1162" y="218"/>
                    <a:pt x="1162" y="218"/>
                    <a:pt x="1162" y="218"/>
                  </a:cubicBezTo>
                  <a:cubicBezTo>
                    <a:pt x="1055" y="266"/>
                    <a:pt x="1055" y="266"/>
                    <a:pt x="1055" y="266"/>
                  </a:cubicBezTo>
                  <a:cubicBezTo>
                    <a:pt x="1038" y="249"/>
                    <a:pt x="1020" y="234"/>
                    <a:pt x="1001" y="219"/>
                  </a:cubicBezTo>
                  <a:cubicBezTo>
                    <a:pt x="1031" y="106"/>
                    <a:pt x="1031" y="106"/>
                    <a:pt x="1031" y="106"/>
                  </a:cubicBezTo>
                  <a:cubicBezTo>
                    <a:pt x="956" y="65"/>
                    <a:pt x="956" y="65"/>
                    <a:pt x="956" y="65"/>
                  </a:cubicBezTo>
                  <a:cubicBezTo>
                    <a:pt x="875" y="149"/>
                    <a:pt x="875" y="149"/>
                    <a:pt x="875" y="149"/>
                  </a:cubicBezTo>
                  <a:cubicBezTo>
                    <a:pt x="851" y="139"/>
                    <a:pt x="826" y="131"/>
                    <a:pt x="801" y="125"/>
                  </a:cubicBezTo>
                  <a:cubicBezTo>
                    <a:pt x="784" y="9"/>
                    <a:pt x="784" y="9"/>
                    <a:pt x="784" y="9"/>
                  </a:cubicBezTo>
                  <a:cubicBezTo>
                    <a:pt x="699" y="0"/>
                    <a:pt x="699" y="0"/>
                    <a:pt x="699" y="0"/>
                  </a:cubicBezTo>
                  <a:cubicBezTo>
                    <a:pt x="658" y="109"/>
                    <a:pt x="658" y="109"/>
                    <a:pt x="658" y="109"/>
                  </a:cubicBezTo>
                  <a:cubicBezTo>
                    <a:pt x="634" y="109"/>
                    <a:pt x="610" y="111"/>
                    <a:pt x="586" y="115"/>
                  </a:cubicBezTo>
                  <a:cubicBezTo>
                    <a:pt x="527" y="12"/>
                    <a:pt x="527" y="12"/>
                    <a:pt x="527" y="12"/>
                  </a:cubicBezTo>
                  <a:cubicBezTo>
                    <a:pt x="445" y="35"/>
                    <a:pt x="445" y="35"/>
                    <a:pt x="445" y="35"/>
                  </a:cubicBezTo>
                  <a:cubicBezTo>
                    <a:pt x="448" y="154"/>
                    <a:pt x="448" y="154"/>
                    <a:pt x="448" y="154"/>
                  </a:cubicBezTo>
                  <a:cubicBezTo>
                    <a:pt x="424" y="164"/>
                    <a:pt x="400" y="176"/>
                    <a:pt x="378" y="190"/>
                  </a:cubicBezTo>
                  <a:cubicBezTo>
                    <a:pt x="284" y="120"/>
                    <a:pt x="284" y="120"/>
                    <a:pt x="284" y="120"/>
                  </a:cubicBezTo>
                  <a:cubicBezTo>
                    <a:pt x="218" y="173"/>
                    <a:pt x="218" y="173"/>
                    <a:pt x="218" y="173"/>
                  </a:cubicBezTo>
                  <a:cubicBezTo>
                    <a:pt x="266" y="280"/>
                    <a:pt x="266" y="280"/>
                    <a:pt x="266" y="280"/>
                  </a:cubicBezTo>
                  <a:cubicBezTo>
                    <a:pt x="249" y="297"/>
                    <a:pt x="234" y="315"/>
                    <a:pt x="220" y="334"/>
                  </a:cubicBezTo>
                  <a:cubicBezTo>
                    <a:pt x="106" y="305"/>
                    <a:pt x="106" y="305"/>
                    <a:pt x="106" y="305"/>
                  </a:cubicBezTo>
                  <a:cubicBezTo>
                    <a:pt x="65" y="379"/>
                    <a:pt x="65" y="379"/>
                    <a:pt x="65" y="379"/>
                  </a:cubicBezTo>
                  <a:cubicBezTo>
                    <a:pt x="149" y="460"/>
                    <a:pt x="149" y="460"/>
                    <a:pt x="149" y="460"/>
                  </a:cubicBezTo>
                  <a:cubicBezTo>
                    <a:pt x="139" y="484"/>
                    <a:pt x="131" y="509"/>
                    <a:pt x="125" y="535"/>
                  </a:cubicBezTo>
                  <a:cubicBezTo>
                    <a:pt x="9" y="551"/>
                    <a:pt x="9" y="551"/>
                    <a:pt x="9" y="551"/>
                  </a:cubicBezTo>
                  <a:cubicBezTo>
                    <a:pt x="0" y="636"/>
                    <a:pt x="0" y="636"/>
                    <a:pt x="0" y="636"/>
                  </a:cubicBezTo>
                  <a:cubicBezTo>
                    <a:pt x="109" y="678"/>
                    <a:pt x="109" y="678"/>
                    <a:pt x="109" y="678"/>
                  </a:cubicBezTo>
                  <a:cubicBezTo>
                    <a:pt x="110" y="701"/>
                    <a:pt x="111" y="725"/>
                    <a:pt x="115" y="749"/>
                  </a:cubicBezTo>
                  <a:cubicBezTo>
                    <a:pt x="12" y="809"/>
                    <a:pt x="12" y="809"/>
                    <a:pt x="12" y="809"/>
                  </a:cubicBezTo>
                  <a:cubicBezTo>
                    <a:pt x="35" y="890"/>
                    <a:pt x="35" y="890"/>
                    <a:pt x="35" y="890"/>
                  </a:cubicBezTo>
                  <a:cubicBezTo>
                    <a:pt x="154" y="887"/>
                    <a:pt x="154" y="887"/>
                    <a:pt x="154" y="887"/>
                  </a:cubicBezTo>
                  <a:cubicBezTo>
                    <a:pt x="164" y="912"/>
                    <a:pt x="177" y="935"/>
                    <a:pt x="190" y="957"/>
                  </a:cubicBezTo>
                  <a:cubicBezTo>
                    <a:pt x="120" y="1051"/>
                    <a:pt x="120" y="1051"/>
                    <a:pt x="120" y="1051"/>
                  </a:cubicBezTo>
                  <a:cubicBezTo>
                    <a:pt x="173" y="1117"/>
                    <a:pt x="173" y="1117"/>
                    <a:pt x="173" y="1117"/>
                  </a:cubicBezTo>
                  <a:cubicBezTo>
                    <a:pt x="280" y="1070"/>
                    <a:pt x="280" y="1070"/>
                    <a:pt x="280" y="1070"/>
                  </a:cubicBezTo>
                  <a:cubicBezTo>
                    <a:pt x="297" y="1086"/>
                    <a:pt x="315" y="1102"/>
                    <a:pt x="334" y="1116"/>
                  </a:cubicBezTo>
                  <a:cubicBezTo>
                    <a:pt x="305" y="1229"/>
                    <a:pt x="305" y="1229"/>
                    <a:pt x="305" y="1229"/>
                  </a:cubicBezTo>
                  <a:cubicBezTo>
                    <a:pt x="379" y="1270"/>
                    <a:pt x="379" y="1270"/>
                    <a:pt x="379" y="1270"/>
                  </a:cubicBezTo>
                  <a:cubicBezTo>
                    <a:pt x="460" y="1186"/>
                    <a:pt x="460" y="1186"/>
                    <a:pt x="460" y="1186"/>
                  </a:cubicBezTo>
                  <a:cubicBezTo>
                    <a:pt x="484" y="1196"/>
                    <a:pt x="509" y="1204"/>
                    <a:pt x="535" y="1210"/>
                  </a:cubicBezTo>
                  <a:cubicBezTo>
                    <a:pt x="551" y="1326"/>
                    <a:pt x="551" y="1326"/>
                    <a:pt x="551" y="1326"/>
                  </a:cubicBezTo>
                  <a:cubicBezTo>
                    <a:pt x="636" y="1335"/>
                    <a:pt x="636" y="1335"/>
                    <a:pt x="636" y="1335"/>
                  </a:cubicBezTo>
                  <a:cubicBezTo>
                    <a:pt x="678" y="1226"/>
                    <a:pt x="678" y="1226"/>
                    <a:pt x="678" y="1226"/>
                  </a:cubicBezTo>
                  <a:cubicBezTo>
                    <a:pt x="701" y="1226"/>
                    <a:pt x="725" y="1224"/>
                    <a:pt x="749" y="1220"/>
                  </a:cubicBezTo>
                  <a:cubicBezTo>
                    <a:pt x="808" y="1323"/>
                    <a:pt x="808" y="1323"/>
                    <a:pt x="808" y="1323"/>
                  </a:cubicBezTo>
                  <a:cubicBezTo>
                    <a:pt x="890" y="1299"/>
                    <a:pt x="890" y="1299"/>
                    <a:pt x="890" y="1299"/>
                  </a:cubicBezTo>
                  <a:cubicBezTo>
                    <a:pt x="887" y="1181"/>
                    <a:pt x="887" y="1181"/>
                    <a:pt x="887" y="1181"/>
                  </a:cubicBezTo>
                  <a:cubicBezTo>
                    <a:pt x="912" y="1171"/>
                    <a:pt x="935" y="1159"/>
                    <a:pt x="957" y="1145"/>
                  </a:cubicBezTo>
                  <a:cubicBezTo>
                    <a:pt x="1051" y="1215"/>
                    <a:pt x="1051" y="1215"/>
                    <a:pt x="1051" y="1215"/>
                  </a:cubicBezTo>
                  <a:cubicBezTo>
                    <a:pt x="1117" y="1162"/>
                    <a:pt x="1117" y="1162"/>
                    <a:pt x="1117" y="1162"/>
                  </a:cubicBezTo>
                  <a:cubicBezTo>
                    <a:pt x="1070" y="1055"/>
                    <a:pt x="1070" y="1055"/>
                    <a:pt x="1070" y="1055"/>
                  </a:cubicBezTo>
                  <a:cubicBezTo>
                    <a:pt x="1086" y="1038"/>
                    <a:pt x="1102" y="1020"/>
                    <a:pt x="1116" y="1001"/>
                  </a:cubicBezTo>
                  <a:cubicBezTo>
                    <a:pt x="1229" y="1031"/>
                    <a:pt x="1229" y="1031"/>
                    <a:pt x="1229" y="1031"/>
                  </a:cubicBezTo>
                  <a:cubicBezTo>
                    <a:pt x="1271" y="956"/>
                    <a:pt x="1271" y="956"/>
                    <a:pt x="1271" y="956"/>
                  </a:cubicBezTo>
                  <a:cubicBezTo>
                    <a:pt x="1186" y="875"/>
                    <a:pt x="1186" y="875"/>
                    <a:pt x="1186" y="875"/>
                  </a:cubicBezTo>
                  <a:cubicBezTo>
                    <a:pt x="1196" y="851"/>
                    <a:pt x="1204" y="826"/>
                    <a:pt x="1210" y="801"/>
                  </a:cubicBezTo>
                  <a:lnTo>
                    <a:pt x="1326" y="784"/>
                  </a:lnTo>
                  <a:close/>
                  <a:moveTo>
                    <a:pt x="776" y="1050"/>
                  </a:moveTo>
                  <a:cubicBezTo>
                    <a:pt x="565" y="1109"/>
                    <a:pt x="345" y="986"/>
                    <a:pt x="286" y="775"/>
                  </a:cubicBezTo>
                  <a:cubicBezTo>
                    <a:pt x="226" y="564"/>
                    <a:pt x="349" y="345"/>
                    <a:pt x="560" y="286"/>
                  </a:cubicBezTo>
                  <a:cubicBezTo>
                    <a:pt x="771" y="226"/>
                    <a:pt x="990" y="349"/>
                    <a:pt x="1050" y="560"/>
                  </a:cubicBezTo>
                  <a:cubicBezTo>
                    <a:pt x="1109" y="771"/>
                    <a:pt x="987" y="990"/>
                    <a:pt x="776" y="105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4" name="Google Shape;11314;p192">
              <a:extLst>
                <a:ext uri="{FF2B5EF4-FFF2-40B4-BE49-F238E27FC236}">
                  <a16:creationId xmlns:a16="http://schemas.microsoft.com/office/drawing/2014/main" id="{0B16C9A6-9955-4342-BDE4-E963F38BDBCA}"/>
                </a:ext>
              </a:extLst>
            </p:cNvPr>
            <p:cNvSpPr/>
            <p:nvPr/>
          </p:nvSpPr>
          <p:spPr>
            <a:xfrm>
              <a:off x="10033140" y="2033437"/>
              <a:ext cx="457200" cy="457200"/>
            </a:xfrm>
            <a:custGeom>
              <a:avLst/>
              <a:gdLst/>
              <a:ahLst/>
              <a:cxnLst/>
              <a:rect l="l" t="t" r="r" b="b"/>
              <a:pathLst>
                <a:path w="363" h="363" extrusionOk="0">
                  <a:moveTo>
                    <a:pt x="181" y="363"/>
                  </a:moveTo>
                  <a:cubicBezTo>
                    <a:pt x="81" y="363"/>
                    <a:pt x="0" y="282"/>
                    <a:pt x="0" y="181"/>
                  </a:cubicBezTo>
                  <a:cubicBezTo>
                    <a:pt x="0" y="81"/>
                    <a:pt x="81" y="0"/>
                    <a:pt x="181" y="0"/>
                  </a:cubicBezTo>
                  <a:cubicBezTo>
                    <a:pt x="281" y="0"/>
                    <a:pt x="363" y="81"/>
                    <a:pt x="363" y="181"/>
                  </a:cubicBezTo>
                  <a:cubicBezTo>
                    <a:pt x="363" y="282"/>
                    <a:pt x="281" y="363"/>
                    <a:pt x="181" y="363"/>
                  </a:cubicBezTo>
                  <a:close/>
                  <a:moveTo>
                    <a:pt x="181" y="120"/>
                  </a:moveTo>
                  <a:cubicBezTo>
                    <a:pt x="147" y="120"/>
                    <a:pt x="120" y="147"/>
                    <a:pt x="120" y="181"/>
                  </a:cubicBezTo>
                  <a:cubicBezTo>
                    <a:pt x="120" y="215"/>
                    <a:pt x="147" y="243"/>
                    <a:pt x="181" y="243"/>
                  </a:cubicBezTo>
                  <a:cubicBezTo>
                    <a:pt x="215" y="243"/>
                    <a:pt x="243" y="215"/>
                    <a:pt x="243" y="181"/>
                  </a:cubicBezTo>
                  <a:cubicBezTo>
                    <a:pt x="243" y="147"/>
                    <a:pt x="215" y="120"/>
                    <a:pt x="181" y="12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95" name="Google Shape;11315;p192">
            <a:extLst>
              <a:ext uri="{FF2B5EF4-FFF2-40B4-BE49-F238E27FC236}">
                <a16:creationId xmlns:a16="http://schemas.microsoft.com/office/drawing/2014/main" id="{300807AF-EF72-4494-9078-EE5FC294A07F}"/>
              </a:ext>
            </a:extLst>
          </p:cNvPr>
          <p:cNvGrpSpPr/>
          <p:nvPr/>
        </p:nvGrpSpPr>
        <p:grpSpPr>
          <a:xfrm>
            <a:off x="2220711" y="3589701"/>
            <a:ext cx="948159" cy="1008679"/>
            <a:chOff x="8266030" y="4782316"/>
            <a:chExt cx="1430338" cy="1428750"/>
          </a:xfrm>
        </p:grpSpPr>
        <p:sp>
          <p:nvSpPr>
            <p:cNvPr id="96" name="Google Shape;11316;p192">
              <a:extLst>
                <a:ext uri="{FF2B5EF4-FFF2-40B4-BE49-F238E27FC236}">
                  <a16:creationId xmlns:a16="http://schemas.microsoft.com/office/drawing/2014/main" id="{14A5DD3D-51EB-4DDD-86E5-7FBC848300AF}"/>
                </a:ext>
              </a:extLst>
            </p:cNvPr>
            <p:cNvSpPr/>
            <p:nvPr/>
          </p:nvSpPr>
          <p:spPr>
            <a:xfrm>
              <a:off x="8266030" y="4782316"/>
              <a:ext cx="1430338" cy="1428750"/>
            </a:xfrm>
            <a:custGeom>
              <a:avLst/>
              <a:gdLst/>
              <a:ahLst/>
              <a:cxnLst/>
              <a:rect l="l" t="t" r="r" b="b"/>
              <a:pathLst>
                <a:path w="1135" h="1134" extrusionOk="0">
                  <a:moveTo>
                    <a:pt x="1013" y="544"/>
                  </a:moveTo>
                  <a:cubicBezTo>
                    <a:pt x="1135" y="472"/>
                    <a:pt x="1135" y="472"/>
                    <a:pt x="1135" y="472"/>
                  </a:cubicBezTo>
                  <a:cubicBezTo>
                    <a:pt x="1107" y="367"/>
                    <a:pt x="1107" y="367"/>
                    <a:pt x="1107" y="367"/>
                  </a:cubicBezTo>
                  <a:cubicBezTo>
                    <a:pt x="965" y="366"/>
                    <a:pt x="965" y="366"/>
                    <a:pt x="965" y="366"/>
                  </a:cubicBezTo>
                  <a:cubicBezTo>
                    <a:pt x="940" y="317"/>
                    <a:pt x="906" y="273"/>
                    <a:pt x="866" y="237"/>
                  </a:cubicBezTo>
                  <a:cubicBezTo>
                    <a:pt x="901" y="99"/>
                    <a:pt x="901" y="99"/>
                    <a:pt x="901" y="99"/>
                  </a:cubicBezTo>
                  <a:cubicBezTo>
                    <a:pt x="808" y="45"/>
                    <a:pt x="808" y="45"/>
                    <a:pt x="808" y="45"/>
                  </a:cubicBezTo>
                  <a:cubicBezTo>
                    <a:pt x="706" y="144"/>
                    <a:pt x="706" y="144"/>
                    <a:pt x="706" y="144"/>
                  </a:cubicBezTo>
                  <a:cubicBezTo>
                    <a:pt x="655" y="127"/>
                    <a:pt x="601" y="120"/>
                    <a:pt x="544" y="123"/>
                  </a:cubicBezTo>
                  <a:cubicBezTo>
                    <a:pt x="472" y="0"/>
                    <a:pt x="472" y="0"/>
                    <a:pt x="472" y="0"/>
                  </a:cubicBezTo>
                  <a:cubicBezTo>
                    <a:pt x="367" y="28"/>
                    <a:pt x="367" y="28"/>
                    <a:pt x="367" y="28"/>
                  </a:cubicBezTo>
                  <a:cubicBezTo>
                    <a:pt x="365" y="170"/>
                    <a:pt x="365" y="170"/>
                    <a:pt x="365" y="170"/>
                  </a:cubicBezTo>
                  <a:cubicBezTo>
                    <a:pt x="317" y="195"/>
                    <a:pt x="273" y="229"/>
                    <a:pt x="237" y="269"/>
                  </a:cubicBezTo>
                  <a:cubicBezTo>
                    <a:pt x="99" y="234"/>
                    <a:pt x="99" y="234"/>
                    <a:pt x="99" y="234"/>
                  </a:cubicBezTo>
                  <a:cubicBezTo>
                    <a:pt x="45" y="327"/>
                    <a:pt x="45" y="327"/>
                    <a:pt x="45" y="327"/>
                  </a:cubicBezTo>
                  <a:cubicBezTo>
                    <a:pt x="144" y="429"/>
                    <a:pt x="144" y="429"/>
                    <a:pt x="144" y="429"/>
                  </a:cubicBezTo>
                  <a:cubicBezTo>
                    <a:pt x="128" y="480"/>
                    <a:pt x="120" y="534"/>
                    <a:pt x="123" y="590"/>
                  </a:cubicBezTo>
                  <a:cubicBezTo>
                    <a:pt x="0" y="663"/>
                    <a:pt x="0" y="663"/>
                    <a:pt x="0" y="663"/>
                  </a:cubicBezTo>
                  <a:cubicBezTo>
                    <a:pt x="28" y="767"/>
                    <a:pt x="28" y="767"/>
                    <a:pt x="28" y="767"/>
                  </a:cubicBezTo>
                  <a:cubicBezTo>
                    <a:pt x="171" y="769"/>
                    <a:pt x="171" y="769"/>
                    <a:pt x="171" y="769"/>
                  </a:cubicBezTo>
                  <a:cubicBezTo>
                    <a:pt x="195" y="818"/>
                    <a:pt x="229" y="862"/>
                    <a:pt x="269" y="898"/>
                  </a:cubicBezTo>
                  <a:cubicBezTo>
                    <a:pt x="234" y="1036"/>
                    <a:pt x="234" y="1036"/>
                    <a:pt x="234" y="1036"/>
                  </a:cubicBezTo>
                  <a:cubicBezTo>
                    <a:pt x="328" y="1090"/>
                    <a:pt x="328" y="1090"/>
                    <a:pt x="328" y="1090"/>
                  </a:cubicBezTo>
                  <a:cubicBezTo>
                    <a:pt x="429" y="991"/>
                    <a:pt x="429" y="991"/>
                    <a:pt x="429" y="991"/>
                  </a:cubicBezTo>
                  <a:cubicBezTo>
                    <a:pt x="480" y="1008"/>
                    <a:pt x="535" y="1015"/>
                    <a:pt x="591" y="1012"/>
                  </a:cubicBezTo>
                  <a:cubicBezTo>
                    <a:pt x="664" y="1134"/>
                    <a:pt x="664" y="1134"/>
                    <a:pt x="664" y="1134"/>
                  </a:cubicBezTo>
                  <a:cubicBezTo>
                    <a:pt x="768" y="1106"/>
                    <a:pt x="768" y="1106"/>
                    <a:pt x="768" y="1106"/>
                  </a:cubicBezTo>
                  <a:cubicBezTo>
                    <a:pt x="770" y="964"/>
                    <a:pt x="770" y="964"/>
                    <a:pt x="770" y="964"/>
                  </a:cubicBezTo>
                  <a:cubicBezTo>
                    <a:pt x="819" y="939"/>
                    <a:pt x="863" y="906"/>
                    <a:pt x="899" y="865"/>
                  </a:cubicBezTo>
                  <a:cubicBezTo>
                    <a:pt x="1036" y="900"/>
                    <a:pt x="1036" y="900"/>
                    <a:pt x="1036" y="900"/>
                  </a:cubicBezTo>
                  <a:cubicBezTo>
                    <a:pt x="1090" y="807"/>
                    <a:pt x="1090" y="807"/>
                    <a:pt x="1090" y="807"/>
                  </a:cubicBezTo>
                  <a:cubicBezTo>
                    <a:pt x="992" y="705"/>
                    <a:pt x="992" y="705"/>
                    <a:pt x="992" y="705"/>
                  </a:cubicBezTo>
                  <a:cubicBezTo>
                    <a:pt x="1008" y="654"/>
                    <a:pt x="1015" y="600"/>
                    <a:pt x="1013" y="544"/>
                  </a:cubicBezTo>
                  <a:close/>
                  <a:moveTo>
                    <a:pt x="593" y="879"/>
                  </a:moveTo>
                  <a:cubicBezTo>
                    <a:pt x="421" y="893"/>
                    <a:pt x="270" y="764"/>
                    <a:pt x="256" y="593"/>
                  </a:cubicBezTo>
                  <a:cubicBezTo>
                    <a:pt x="243" y="421"/>
                    <a:pt x="371" y="270"/>
                    <a:pt x="543" y="256"/>
                  </a:cubicBezTo>
                  <a:cubicBezTo>
                    <a:pt x="714" y="242"/>
                    <a:pt x="865" y="370"/>
                    <a:pt x="879" y="542"/>
                  </a:cubicBezTo>
                  <a:cubicBezTo>
                    <a:pt x="893" y="714"/>
                    <a:pt x="765" y="865"/>
                    <a:pt x="593" y="879"/>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7" name="Google Shape;11317;p192">
              <a:extLst>
                <a:ext uri="{FF2B5EF4-FFF2-40B4-BE49-F238E27FC236}">
                  <a16:creationId xmlns:a16="http://schemas.microsoft.com/office/drawing/2014/main" id="{4BAE6BFE-CEDC-4928-A542-69A3E5EB2C16}"/>
                </a:ext>
              </a:extLst>
            </p:cNvPr>
            <p:cNvSpPr/>
            <p:nvPr/>
          </p:nvSpPr>
          <p:spPr>
            <a:xfrm>
              <a:off x="8764505" y="5282379"/>
              <a:ext cx="431800" cy="433387"/>
            </a:xfrm>
            <a:custGeom>
              <a:avLst/>
              <a:gdLst/>
              <a:ahLst/>
              <a:cxnLst/>
              <a:rect l="l" t="t" r="r" b="b"/>
              <a:pathLst>
                <a:path w="343" h="343" extrusionOk="0">
                  <a:moveTo>
                    <a:pt x="171" y="343"/>
                  </a:moveTo>
                  <a:cubicBezTo>
                    <a:pt x="77" y="343"/>
                    <a:pt x="0" y="266"/>
                    <a:pt x="0" y="171"/>
                  </a:cubicBezTo>
                  <a:cubicBezTo>
                    <a:pt x="0" y="77"/>
                    <a:pt x="77" y="0"/>
                    <a:pt x="171" y="0"/>
                  </a:cubicBezTo>
                  <a:cubicBezTo>
                    <a:pt x="266" y="0"/>
                    <a:pt x="343" y="77"/>
                    <a:pt x="343" y="171"/>
                  </a:cubicBezTo>
                  <a:cubicBezTo>
                    <a:pt x="343" y="266"/>
                    <a:pt x="266" y="343"/>
                    <a:pt x="171" y="343"/>
                  </a:cubicBezTo>
                  <a:close/>
                  <a:moveTo>
                    <a:pt x="171" y="100"/>
                  </a:moveTo>
                  <a:cubicBezTo>
                    <a:pt x="132" y="100"/>
                    <a:pt x="100" y="132"/>
                    <a:pt x="100" y="171"/>
                  </a:cubicBezTo>
                  <a:cubicBezTo>
                    <a:pt x="100" y="211"/>
                    <a:pt x="132" y="243"/>
                    <a:pt x="171" y="243"/>
                  </a:cubicBezTo>
                  <a:cubicBezTo>
                    <a:pt x="211" y="243"/>
                    <a:pt x="243" y="211"/>
                    <a:pt x="243" y="171"/>
                  </a:cubicBezTo>
                  <a:cubicBezTo>
                    <a:pt x="243" y="132"/>
                    <a:pt x="211" y="100"/>
                    <a:pt x="171" y="10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02" name="Google Shape;11303;p192">
            <a:extLst>
              <a:ext uri="{FF2B5EF4-FFF2-40B4-BE49-F238E27FC236}">
                <a16:creationId xmlns:a16="http://schemas.microsoft.com/office/drawing/2014/main" id="{573482A7-106A-4D7B-A15E-2A8C14610416}"/>
              </a:ext>
            </a:extLst>
          </p:cNvPr>
          <p:cNvGrpSpPr/>
          <p:nvPr/>
        </p:nvGrpSpPr>
        <p:grpSpPr>
          <a:xfrm>
            <a:off x="3612892" y="1509546"/>
            <a:ext cx="1147668" cy="958425"/>
            <a:chOff x="10874515" y="2395387"/>
            <a:chExt cx="930275" cy="930275"/>
          </a:xfrm>
        </p:grpSpPr>
        <p:sp>
          <p:nvSpPr>
            <p:cNvPr id="103" name="Google Shape;11304;p192">
              <a:extLst>
                <a:ext uri="{FF2B5EF4-FFF2-40B4-BE49-F238E27FC236}">
                  <a16:creationId xmlns:a16="http://schemas.microsoft.com/office/drawing/2014/main" id="{C1D9B0E9-6E39-4D1D-81FB-3D2F2912438A}"/>
                </a:ext>
              </a:extLst>
            </p:cNvPr>
            <p:cNvSpPr/>
            <p:nvPr/>
          </p:nvSpPr>
          <p:spPr>
            <a:xfrm>
              <a:off x="11209477" y="2741462"/>
              <a:ext cx="254000" cy="238125"/>
            </a:xfrm>
            <a:custGeom>
              <a:avLst/>
              <a:gdLst/>
              <a:ahLst/>
              <a:cxnLst/>
              <a:rect l="l" t="t" r="r" b="b"/>
              <a:pathLst>
                <a:path w="202" h="189" extrusionOk="0">
                  <a:moveTo>
                    <a:pt x="128" y="3"/>
                  </a:moveTo>
                  <a:cubicBezTo>
                    <a:pt x="120" y="1"/>
                    <a:pt x="112" y="0"/>
                    <a:pt x="104" y="0"/>
                  </a:cubicBezTo>
                  <a:cubicBezTo>
                    <a:pt x="61" y="0"/>
                    <a:pt x="23" y="29"/>
                    <a:pt x="13" y="71"/>
                  </a:cubicBezTo>
                  <a:cubicBezTo>
                    <a:pt x="0" y="122"/>
                    <a:pt x="31" y="173"/>
                    <a:pt x="82" y="186"/>
                  </a:cubicBezTo>
                  <a:cubicBezTo>
                    <a:pt x="89" y="188"/>
                    <a:pt x="97" y="189"/>
                    <a:pt x="105" y="189"/>
                  </a:cubicBezTo>
                  <a:cubicBezTo>
                    <a:pt x="148" y="189"/>
                    <a:pt x="186" y="160"/>
                    <a:pt x="196" y="117"/>
                  </a:cubicBezTo>
                  <a:cubicBezTo>
                    <a:pt x="202" y="93"/>
                    <a:pt x="199" y="67"/>
                    <a:pt x="186" y="46"/>
                  </a:cubicBezTo>
                  <a:cubicBezTo>
                    <a:pt x="173" y="24"/>
                    <a:pt x="152" y="9"/>
                    <a:pt x="128" y="3"/>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4" name="Google Shape;11305;p192">
              <a:extLst>
                <a:ext uri="{FF2B5EF4-FFF2-40B4-BE49-F238E27FC236}">
                  <a16:creationId xmlns:a16="http://schemas.microsoft.com/office/drawing/2014/main" id="{266D14B5-EC14-46F7-B504-35791F951425}"/>
                </a:ext>
              </a:extLst>
            </p:cNvPr>
            <p:cNvSpPr/>
            <p:nvPr/>
          </p:nvSpPr>
          <p:spPr>
            <a:xfrm>
              <a:off x="10874515" y="2395387"/>
              <a:ext cx="930275" cy="930275"/>
            </a:xfrm>
            <a:custGeom>
              <a:avLst/>
              <a:gdLst/>
              <a:ahLst/>
              <a:cxnLst/>
              <a:rect l="l" t="t" r="r" b="b"/>
              <a:pathLst>
                <a:path w="738" h="738" extrusionOk="0">
                  <a:moveTo>
                    <a:pt x="730" y="445"/>
                  </a:moveTo>
                  <a:cubicBezTo>
                    <a:pt x="738" y="357"/>
                    <a:pt x="738" y="357"/>
                    <a:pt x="738" y="357"/>
                  </a:cubicBezTo>
                  <a:cubicBezTo>
                    <a:pt x="647" y="319"/>
                    <a:pt x="647" y="319"/>
                    <a:pt x="647" y="319"/>
                  </a:cubicBezTo>
                  <a:cubicBezTo>
                    <a:pt x="643" y="295"/>
                    <a:pt x="635" y="272"/>
                    <a:pt x="625" y="250"/>
                  </a:cubicBezTo>
                  <a:cubicBezTo>
                    <a:pt x="678" y="168"/>
                    <a:pt x="678" y="168"/>
                    <a:pt x="678" y="168"/>
                  </a:cubicBezTo>
                  <a:cubicBezTo>
                    <a:pt x="622" y="100"/>
                    <a:pt x="622" y="100"/>
                    <a:pt x="622" y="100"/>
                  </a:cubicBezTo>
                  <a:cubicBezTo>
                    <a:pt x="530" y="137"/>
                    <a:pt x="530" y="137"/>
                    <a:pt x="530" y="137"/>
                  </a:cubicBezTo>
                  <a:cubicBezTo>
                    <a:pt x="512" y="124"/>
                    <a:pt x="491" y="113"/>
                    <a:pt x="469" y="105"/>
                  </a:cubicBezTo>
                  <a:cubicBezTo>
                    <a:pt x="448" y="9"/>
                    <a:pt x="448" y="9"/>
                    <a:pt x="448" y="9"/>
                  </a:cubicBezTo>
                  <a:cubicBezTo>
                    <a:pt x="360" y="0"/>
                    <a:pt x="360" y="0"/>
                    <a:pt x="360" y="0"/>
                  </a:cubicBezTo>
                  <a:cubicBezTo>
                    <a:pt x="322" y="91"/>
                    <a:pt x="322" y="91"/>
                    <a:pt x="322" y="91"/>
                  </a:cubicBezTo>
                  <a:cubicBezTo>
                    <a:pt x="298" y="95"/>
                    <a:pt x="275" y="102"/>
                    <a:pt x="253" y="112"/>
                  </a:cubicBezTo>
                  <a:cubicBezTo>
                    <a:pt x="170" y="59"/>
                    <a:pt x="170" y="59"/>
                    <a:pt x="170" y="59"/>
                  </a:cubicBezTo>
                  <a:cubicBezTo>
                    <a:pt x="102" y="115"/>
                    <a:pt x="102" y="115"/>
                    <a:pt x="102" y="115"/>
                  </a:cubicBezTo>
                  <a:cubicBezTo>
                    <a:pt x="139" y="206"/>
                    <a:pt x="139" y="206"/>
                    <a:pt x="139" y="206"/>
                  </a:cubicBezTo>
                  <a:cubicBezTo>
                    <a:pt x="125" y="226"/>
                    <a:pt x="114" y="247"/>
                    <a:pt x="105" y="271"/>
                  </a:cubicBezTo>
                  <a:cubicBezTo>
                    <a:pt x="8" y="292"/>
                    <a:pt x="8" y="292"/>
                    <a:pt x="8" y="292"/>
                  </a:cubicBezTo>
                  <a:cubicBezTo>
                    <a:pt x="0" y="379"/>
                    <a:pt x="0" y="379"/>
                    <a:pt x="0" y="379"/>
                  </a:cubicBezTo>
                  <a:cubicBezTo>
                    <a:pt x="92" y="418"/>
                    <a:pt x="92" y="418"/>
                    <a:pt x="92" y="418"/>
                  </a:cubicBezTo>
                  <a:cubicBezTo>
                    <a:pt x="97" y="441"/>
                    <a:pt x="104" y="464"/>
                    <a:pt x="113" y="486"/>
                  </a:cubicBezTo>
                  <a:cubicBezTo>
                    <a:pt x="59" y="570"/>
                    <a:pt x="59" y="570"/>
                    <a:pt x="59" y="570"/>
                  </a:cubicBezTo>
                  <a:cubicBezTo>
                    <a:pt x="116" y="637"/>
                    <a:pt x="116" y="637"/>
                    <a:pt x="116" y="637"/>
                  </a:cubicBezTo>
                  <a:cubicBezTo>
                    <a:pt x="208" y="599"/>
                    <a:pt x="208" y="599"/>
                    <a:pt x="208" y="599"/>
                  </a:cubicBezTo>
                  <a:cubicBezTo>
                    <a:pt x="227" y="612"/>
                    <a:pt x="248" y="623"/>
                    <a:pt x="270" y="632"/>
                  </a:cubicBezTo>
                  <a:cubicBezTo>
                    <a:pt x="291" y="730"/>
                    <a:pt x="291" y="730"/>
                    <a:pt x="291" y="730"/>
                  </a:cubicBezTo>
                  <a:cubicBezTo>
                    <a:pt x="379" y="738"/>
                    <a:pt x="379" y="738"/>
                    <a:pt x="379" y="738"/>
                  </a:cubicBezTo>
                  <a:cubicBezTo>
                    <a:pt x="417" y="646"/>
                    <a:pt x="417" y="646"/>
                    <a:pt x="417" y="646"/>
                  </a:cubicBezTo>
                  <a:cubicBezTo>
                    <a:pt x="441" y="642"/>
                    <a:pt x="463" y="635"/>
                    <a:pt x="485" y="625"/>
                  </a:cubicBezTo>
                  <a:cubicBezTo>
                    <a:pt x="569" y="680"/>
                    <a:pt x="569" y="680"/>
                    <a:pt x="569" y="680"/>
                  </a:cubicBezTo>
                  <a:cubicBezTo>
                    <a:pt x="637" y="623"/>
                    <a:pt x="637" y="623"/>
                    <a:pt x="637" y="623"/>
                  </a:cubicBezTo>
                  <a:cubicBezTo>
                    <a:pt x="599" y="532"/>
                    <a:pt x="599" y="532"/>
                    <a:pt x="599" y="532"/>
                  </a:cubicBezTo>
                  <a:cubicBezTo>
                    <a:pt x="613" y="512"/>
                    <a:pt x="625" y="490"/>
                    <a:pt x="634" y="466"/>
                  </a:cubicBezTo>
                  <a:lnTo>
                    <a:pt x="730" y="445"/>
                  </a:lnTo>
                  <a:close/>
                  <a:moveTo>
                    <a:pt x="504" y="402"/>
                  </a:moveTo>
                  <a:cubicBezTo>
                    <a:pt x="489" y="464"/>
                    <a:pt x="433" y="507"/>
                    <a:pt x="370" y="507"/>
                  </a:cubicBezTo>
                  <a:cubicBezTo>
                    <a:pt x="358" y="507"/>
                    <a:pt x="347" y="506"/>
                    <a:pt x="336" y="503"/>
                  </a:cubicBezTo>
                  <a:cubicBezTo>
                    <a:pt x="262" y="484"/>
                    <a:pt x="217" y="409"/>
                    <a:pt x="235" y="335"/>
                  </a:cubicBezTo>
                  <a:cubicBezTo>
                    <a:pt x="251" y="273"/>
                    <a:pt x="306" y="230"/>
                    <a:pt x="369" y="230"/>
                  </a:cubicBezTo>
                  <a:cubicBezTo>
                    <a:pt x="381" y="230"/>
                    <a:pt x="392" y="231"/>
                    <a:pt x="403" y="234"/>
                  </a:cubicBezTo>
                  <a:cubicBezTo>
                    <a:pt x="439" y="243"/>
                    <a:pt x="469" y="265"/>
                    <a:pt x="488" y="297"/>
                  </a:cubicBezTo>
                  <a:cubicBezTo>
                    <a:pt x="508" y="329"/>
                    <a:pt x="513" y="366"/>
                    <a:pt x="504" y="402"/>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77"/>
                                        </p:tgtEl>
                                        <p:attrNameLst>
                                          <p:attrName>style.visibility</p:attrName>
                                        </p:attrNameLst>
                                      </p:cBhvr>
                                      <p:to>
                                        <p:strVal val="visible"/>
                                      </p:to>
                                    </p:set>
                                    <p:animEffect transition="in" filter="fade">
                                      <p:cBhvr>
                                        <p:cTn id="7" dur="500"/>
                                        <p:tgtEl>
                                          <p:spTgt spid="127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500"/>
                                        <p:tgtEl>
                                          <p:spTgt spid="36"/>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anim calcmode="lin" valueType="num">
                                      <p:cBhvr>
                                        <p:cTn id="16" dur="500" fill="hold"/>
                                        <p:tgtEl>
                                          <p:spTgt spid="32"/>
                                        </p:tgtEl>
                                        <p:attrNameLst>
                                          <p:attrName>ppt_x</p:attrName>
                                        </p:attrNameLst>
                                      </p:cBhvr>
                                      <p:tavLst>
                                        <p:tav tm="0">
                                          <p:val>
                                            <p:strVal val="#ppt_x"/>
                                          </p:val>
                                        </p:tav>
                                        <p:tav tm="100000">
                                          <p:val>
                                            <p:strVal val="#ppt_x"/>
                                          </p:val>
                                        </p:tav>
                                      </p:tavLst>
                                    </p:anim>
                                    <p:anim calcmode="lin" valueType="num">
                                      <p:cBhvr>
                                        <p:cTn id="17" dur="500" fill="hold"/>
                                        <p:tgtEl>
                                          <p:spTgt spid="32"/>
                                        </p:tgtEl>
                                        <p:attrNameLst>
                                          <p:attrName>ppt_y</p:attrName>
                                        </p:attrNameLst>
                                      </p:cBhvr>
                                      <p:tavLst>
                                        <p:tav tm="0">
                                          <p:val>
                                            <p:strVal val="#ppt_y+.1"/>
                                          </p:val>
                                        </p:tav>
                                        <p:tav tm="100000">
                                          <p:val>
                                            <p:strVal val="#ppt_y"/>
                                          </p:val>
                                        </p:tav>
                                      </p:tavLst>
                                    </p:anim>
                                  </p:childTnLst>
                                </p:cTn>
                              </p:par>
                            </p:childTnLst>
                          </p:cTn>
                        </p:par>
                        <p:par>
                          <p:cTn id="18" fill="hold">
                            <p:stCondLst>
                              <p:cond delay="1500"/>
                            </p:stCondLst>
                            <p:childTnLst>
                              <p:par>
                                <p:cTn id="19" presetID="42" presetClass="entr" presetSubtype="0" fill="hold" grpId="0" nodeType="after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500"/>
                                        <p:tgtEl>
                                          <p:spTgt spid="33"/>
                                        </p:tgtEl>
                                      </p:cBhvr>
                                    </p:animEffect>
                                    <p:anim calcmode="lin" valueType="num">
                                      <p:cBhvr>
                                        <p:cTn id="22" dur="500" fill="hold"/>
                                        <p:tgtEl>
                                          <p:spTgt spid="33"/>
                                        </p:tgtEl>
                                        <p:attrNameLst>
                                          <p:attrName>ppt_x</p:attrName>
                                        </p:attrNameLst>
                                      </p:cBhvr>
                                      <p:tavLst>
                                        <p:tav tm="0">
                                          <p:val>
                                            <p:strVal val="#ppt_x"/>
                                          </p:val>
                                        </p:tav>
                                        <p:tav tm="100000">
                                          <p:val>
                                            <p:strVal val="#ppt_x"/>
                                          </p:val>
                                        </p:tav>
                                      </p:tavLst>
                                    </p:anim>
                                    <p:anim calcmode="lin" valueType="num">
                                      <p:cBhvr>
                                        <p:cTn id="23" dur="500" fill="hold"/>
                                        <p:tgtEl>
                                          <p:spTgt spid="33"/>
                                        </p:tgtEl>
                                        <p:attrNameLst>
                                          <p:attrName>ppt_y</p:attrName>
                                        </p:attrNameLst>
                                      </p:cBhvr>
                                      <p:tavLst>
                                        <p:tav tm="0">
                                          <p:val>
                                            <p:strVal val="#ppt_y+.1"/>
                                          </p:val>
                                        </p:tav>
                                        <p:tav tm="100000">
                                          <p:val>
                                            <p:strVal val="#ppt_y"/>
                                          </p:val>
                                        </p:tav>
                                      </p:tavLst>
                                    </p:anim>
                                  </p:childTnLst>
                                </p:cTn>
                              </p:par>
                            </p:childTnLst>
                          </p:cTn>
                        </p:par>
                        <p:par>
                          <p:cTn id="24" fill="hold">
                            <p:stCondLst>
                              <p:cond delay="2000"/>
                            </p:stCondLst>
                            <p:childTnLst>
                              <p:par>
                                <p:cTn id="25" presetID="42" presetClass="entr" presetSubtype="0" fill="hold" grpId="0" nodeType="after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500"/>
                                        <p:tgtEl>
                                          <p:spTgt spid="34"/>
                                        </p:tgtEl>
                                      </p:cBhvr>
                                    </p:animEffect>
                                    <p:anim calcmode="lin" valueType="num">
                                      <p:cBhvr>
                                        <p:cTn id="28" dur="500" fill="hold"/>
                                        <p:tgtEl>
                                          <p:spTgt spid="34"/>
                                        </p:tgtEl>
                                        <p:attrNameLst>
                                          <p:attrName>ppt_x</p:attrName>
                                        </p:attrNameLst>
                                      </p:cBhvr>
                                      <p:tavLst>
                                        <p:tav tm="0">
                                          <p:val>
                                            <p:strVal val="#ppt_x"/>
                                          </p:val>
                                        </p:tav>
                                        <p:tav tm="100000">
                                          <p:val>
                                            <p:strVal val="#ppt_x"/>
                                          </p:val>
                                        </p:tav>
                                      </p:tavLst>
                                    </p:anim>
                                    <p:anim calcmode="lin" valueType="num">
                                      <p:cBhvr>
                                        <p:cTn id="29" dur="500" fill="hold"/>
                                        <p:tgtEl>
                                          <p:spTgt spid="34"/>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500"/>
                                        <p:tgtEl>
                                          <p:spTgt spid="35"/>
                                        </p:tgtEl>
                                      </p:cBhvr>
                                    </p:animEffect>
                                    <p:anim calcmode="lin" valueType="num">
                                      <p:cBhvr>
                                        <p:cTn id="34" dur="500" fill="hold"/>
                                        <p:tgtEl>
                                          <p:spTgt spid="35"/>
                                        </p:tgtEl>
                                        <p:attrNameLst>
                                          <p:attrName>ppt_x</p:attrName>
                                        </p:attrNameLst>
                                      </p:cBhvr>
                                      <p:tavLst>
                                        <p:tav tm="0">
                                          <p:val>
                                            <p:strVal val="#ppt_x"/>
                                          </p:val>
                                        </p:tav>
                                        <p:tav tm="100000">
                                          <p:val>
                                            <p:strVal val="#ppt_x"/>
                                          </p:val>
                                        </p:tav>
                                      </p:tavLst>
                                    </p:anim>
                                    <p:anim calcmode="lin" valueType="num">
                                      <p:cBhvr>
                                        <p:cTn id="35" dur="500" fill="hold"/>
                                        <p:tgtEl>
                                          <p:spTgt spid="35"/>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42" presetClass="entr" presetSubtype="0" fill="hold" grpId="0" nodeType="after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500"/>
                                        <p:tgtEl>
                                          <p:spTgt spid="44"/>
                                        </p:tgtEl>
                                      </p:cBhvr>
                                    </p:animEffect>
                                    <p:anim calcmode="lin" valueType="num">
                                      <p:cBhvr>
                                        <p:cTn id="40" dur="500" fill="hold"/>
                                        <p:tgtEl>
                                          <p:spTgt spid="44"/>
                                        </p:tgtEl>
                                        <p:attrNameLst>
                                          <p:attrName>ppt_x</p:attrName>
                                        </p:attrNameLst>
                                      </p:cBhvr>
                                      <p:tavLst>
                                        <p:tav tm="0">
                                          <p:val>
                                            <p:strVal val="#ppt_x"/>
                                          </p:val>
                                        </p:tav>
                                        <p:tav tm="100000">
                                          <p:val>
                                            <p:strVal val="#ppt_x"/>
                                          </p:val>
                                        </p:tav>
                                      </p:tavLst>
                                    </p:anim>
                                    <p:anim calcmode="lin" valueType="num">
                                      <p:cBhvr>
                                        <p:cTn id="41" dur="500" fill="hold"/>
                                        <p:tgtEl>
                                          <p:spTgt spid="44"/>
                                        </p:tgtEl>
                                        <p:attrNameLst>
                                          <p:attrName>ppt_y</p:attrName>
                                        </p:attrNameLst>
                                      </p:cBhvr>
                                      <p:tavLst>
                                        <p:tav tm="0">
                                          <p:val>
                                            <p:strVal val="#ppt_y+.1"/>
                                          </p:val>
                                        </p:tav>
                                        <p:tav tm="100000">
                                          <p:val>
                                            <p:strVal val="#ppt_y"/>
                                          </p:val>
                                        </p:tav>
                                      </p:tavLst>
                                    </p:anim>
                                  </p:childTnLst>
                                </p:cTn>
                              </p:par>
                            </p:childTnLst>
                          </p:cTn>
                        </p:par>
                        <p:par>
                          <p:cTn id="42" fill="hold">
                            <p:stCondLst>
                              <p:cond delay="3500"/>
                            </p:stCondLst>
                            <p:childTnLst>
                              <p:par>
                                <p:cTn id="43" presetID="10" presetClass="entr" presetSubtype="0" fill="hold" nodeType="afterEffect">
                                  <p:stCondLst>
                                    <p:cond delay="0"/>
                                  </p:stCondLst>
                                  <p:childTnLst>
                                    <p:set>
                                      <p:cBhvr>
                                        <p:cTn id="44" dur="1" fill="hold">
                                          <p:stCondLst>
                                            <p:cond delay="0"/>
                                          </p:stCondLst>
                                        </p:cTn>
                                        <p:tgtEl>
                                          <p:spTgt spid="50"/>
                                        </p:tgtEl>
                                        <p:attrNameLst>
                                          <p:attrName>style.visibility</p:attrName>
                                        </p:attrNameLst>
                                      </p:cBhvr>
                                      <p:to>
                                        <p:strVal val="visible"/>
                                      </p:to>
                                    </p:set>
                                    <p:animEffect transition="in" filter="fade">
                                      <p:cBhvr>
                                        <p:cTn id="45" dur="500"/>
                                        <p:tgtEl>
                                          <p:spTgt spid="50"/>
                                        </p:tgtEl>
                                      </p:cBhvr>
                                    </p:animEffect>
                                  </p:childTnLst>
                                </p:cTn>
                              </p:par>
                              <p:par>
                                <p:cTn id="46" presetID="10" presetClass="entr" presetSubtype="0" fill="hold" nodeType="with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fade">
                                      <p:cBhvr>
                                        <p:cTn id="48" dur="500"/>
                                        <p:tgtEl>
                                          <p:spTgt spid="47"/>
                                        </p:tgtEl>
                                      </p:cBhvr>
                                    </p:animEffect>
                                  </p:childTnLst>
                                </p:cTn>
                              </p:par>
                            </p:childTnLst>
                          </p:cTn>
                        </p:par>
                        <p:par>
                          <p:cTn id="49" fill="hold">
                            <p:stCondLst>
                              <p:cond delay="4000"/>
                            </p:stCondLst>
                            <p:childTnLst>
                              <p:par>
                                <p:cTn id="50" presetID="10" presetClass="entr" presetSubtype="0" fill="hold" nodeType="afterEffect">
                                  <p:stCondLst>
                                    <p:cond delay="0"/>
                                  </p:stCondLst>
                                  <p:childTnLst>
                                    <p:set>
                                      <p:cBhvr>
                                        <p:cTn id="51" dur="1" fill="hold">
                                          <p:stCondLst>
                                            <p:cond delay="0"/>
                                          </p:stCondLst>
                                        </p:cTn>
                                        <p:tgtEl>
                                          <p:spTgt spid="58"/>
                                        </p:tgtEl>
                                        <p:attrNameLst>
                                          <p:attrName>style.visibility</p:attrName>
                                        </p:attrNameLst>
                                      </p:cBhvr>
                                      <p:to>
                                        <p:strVal val="visible"/>
                                      </p:to>
                                    </p:set>
                                    <p:animEffect transition="in" filter="fade">
                                      <p:cBhvr>
                                        <p:cTn id="52" dur="500"/>
                                        <p:tgtEl>
                                          <p:spTgt spid="58"/>
                                        </p:tgtEl>
                                      </p:cBhvr>
                                    </p:animEffect>
                                  </p:childTnLst>
                                </p:cTn>
                              </p:par>
                              <p:par>
                                <p:cTn id="53" presetID="10" presetClass="entr" presetSubtype="0" fill="hold" nodeType="withEffect">
                                  <p:stCondLst>
                                    <p:cond delay="0"/>
                                  </p:stCondLst>
                                  <p:childTnLst>
                                    <p:set>
                                      <p:cBhvr>
                                        <p:cTn id="54" dur="1" fill="hold">
                                          <p:stCondLst>
                                            <p:cond delay="0"/>
                                          </p:stCondLst>
                                        </p:cTn>
                                        <p:tgtEl>
                                          <p:spTgt spid="55"/>
                                        </p:tgtEl>
                                        <p:attrNameLst>
                                          <p:attrName>style.visibility</p:attrName>
                                        </p:attrNameLst>
                                      </p:cBhvr>
                                      <p:to>
                                        <p:strVal val="visible"/>
                                      </p:to>
                                    </p:set>
                                    <p:animEffect transition="in" filter="fade">
                                      <p:cBhvr>
                                        <p:cTn id="55" dur="500"/>
                                        <p:tgtEl>
                                          <p:spTgt spid="55"/>
                                        </p:tgtEl>
                                      </p:cBhvr>
                                    </p:animEffect>
                                  </p:childTnLst>
                                </p:cTn>
                              </p:par>
                            </p:childTnLst>
                          </p:cTn>
                        </p:par>
                        <p:par>
                          <p:cTn id="56" fill="hold">
                            <p:stCondLst>
                              <p:cond delay="4500"/>
                            </p:stCondLst>
                            <p:childTnLst>
                              <p:par>
                                <p:cTn id="57" presetID="10" presetClass="entr" presetSubtype="0" fill="hold" nodeType="afterEffect">
                                  <p:stCondLst>
                                    <p:cond delay="0"/>
                                  </p:stCondLst>
                                  <p:childTnLst>
                                    <p:set>
                                      <p:cBhvr>
                                        <p:cTn id="58" dur="1" fill="hold">
                                          <p:stCondLst>
                                            <p:cond delay="0"/>
                                          </p:stCondLst>
                                        </p:cTn>
                                        <p:tgtEl>
                                          <p:spTgt spid="62"/>
                                        </p:tgtEl>
                                        <p:attrNameLst>
                                          <p:attrName>style.visibility</p:attrName>
                                        </p:attrNameLst>
                                      </p:cBhvr>
                                      <p:to>
                                        <p:strVal val="visible"/>
                                      </p:to>
                                    </p:set>
                                    <p:animEffect transition="in" filter="fade">
                                      <p:cBhvr>
                                        <p:cTn id="59" dur="500"/>
                                        <p:tgtEl>
                                          <p:spTgt spid="62"/>
                                        </p:tgtEl>
                                      </p:cBhvr>
                                    </p:animEffect>
                                  </p:childTnLst>
                                </p:cTn>
                              </p:par>
                              <p:par>
                                <p:cTn id="60" presetID="10" presetClass="entr" presetSubtype="0" fill="hold" nodeType="withEffect">
                                  <p:stCondLst>
                                    <p:cond delay="0"/>
                                  </p:stCondLst>
                                  <p:childTnLst>
                                    <p:set>
                                      <p:cBhvr>
                                        <p:cTn id="61" dur="1" fill="hold">
                                          <p:stCondLst>
                                            <p:cond delay="0"/>
                                          </p:stCondLst>
                                        </p:cTn>
                                        <p:tgtEl>
                                          <p:spTgt spid="59"/>
                                        </p:tgtEl>
                                        <p:attrNameLst>
                                          <p:attrName>style.visibility</p:attrName>
                                        </p:attrNameLst>
                                      </p:cBhvr>
                                      <p:to>
                                        <p:strVal val="visible"/>
                                      </p:to>
                                    </p:set>
                                    <p:animEffect transition="in" filter="fade">
                                      <p:cBhvr>
                                        <p:cTn id="62" dur="500"/>
                                        <p:tgtEl>
                                          <p:spTgt spid="59"/>
                                        </p:tgtEl>
                                      </p:cBhvr>
                                    </p:animEffect>
                                  </p:childTnLst>
                                </p:cTn>
                              </p:par>
                              <p:par>
                                <p:cTn id="63" presetID="10" presetClass="entr" presetSubtype="0" fill="hold" nodeType="withEffect">
                                  <p:stCondLst>
                                    <p:cond delay="0"/>
                                  </p:stCondLst>
                                  <p:childTnLst>
                                    <p:set>
                                      <p:cBhvr>
                                        <p:cTn id="64" dur="1" fill="hold">
                                          <p:stCondLst>
                                            <p:cond delay="0"/>
                                          </p:stCondLst>
                                        </p:cTn>
                                        <p:tgtEl>
                                          <p:spTgt spid="76"/>
                                        </p:tgtEl>
                                        <p:attrNameLst>
                                          <p:attrName>style.visibility</p:attrName>
                                        </p:attrNameLst>
                                      </p:cBhvr>
                                      <p:to>
                                        <p:strVal val="visible"/>
                                      </p:to>
                                    </p:set>
                                    <p:animEffect transition="in" filter="fade">
                                      <p:cBhvr>
                                        <p:cTn id="65" dur="500"/>
                                        <p:tgtEl>
                                          <p:spTgt spid="76"/>
                                        </p:tgtEl>
                                      </p:cBhvr>
                                    </p:animEffect>
                                  </p:childTnLst>
                                </p:cTn>
                              </p:par>
                            </p:childTnLst>
                          </p:cTn>
                        </p:par>
                        <p:par>
                          <p:cTn id="66" fill="hold">
                            <p:stCondLst>
                              <p:cond delay="5000"/>
                            </p:stCondLst>
                            <p:childTnLst>
                              <p:par>
                                <p:cTn id="67" presetID="10" presetClass="entr" presetSubtype="0" fill="hold" nodeType="afterEffect">
                                  <p:stCondLst>
                                    <p:cond delay="0"/>
                                  </p:stCondLst>
                                  <p:childTnLst>
                                    <p:set>
                                      <p:cBhvr>
                                        <p:cTn id="68" dur="1" fill="hold">
                                          <p:stCondLst>
                                            <p:cond delay="0"/>
                                          </p:stCondLst>
                                        </p:cTn>
                                        <p:tgtEl>
                                          <p:spTgt spid="98"/>
                                        </p:tgtEl>
                                        <p:attrNameLst>
                                          <p:attrName>style.visibility</p:attrName>
                                        </p:attrNameLst>
                                      </p:cBhvr>
                                      <p:to>
                                        <p:strVal val="visible"/>
                                      </p:to>
                                    </p:set>
                                    <p:animEffect transition="in" filter="fade">
                                      <p:cBhvr>
                                        <p:cTn id="69" dur="1000"/>
                                        <p:tgtEl>
                                          <p:spTgt spid="98"/>
                                        </p:tgtEl>
                                      </p:cBhvr>
                                    </p:animEffect>
                                  </p:childTnLst>
                                </p:cTn>
                              </p:par>
                            </p:childTnLst>
                          </p:cTn>
                        </p:par>
                        <p:par>
                          <p:cTn id="70" fill="hold">
                            <p:stCondLst>
                              <p:cond delay="6000"/>
                            </p:stCondLst>
                            <p:childTnLst>
                              <p:par>
                                <p:cTn id="71" presetID="2" presetClass="entr" presetSubtype="2" fill="hold" nodeType="afterEffect">
                                  <p:stCondLst>
                                    <p:cond delay="100"/>
                                  </p:stCondLst>
                                  <p:childTnLst>
                                    <p:set>
                                      <p:cBhvr>
                                        <p:cTn id="72" dur="1" fill="hold">
                                          <p:stCondLst>
                                            <p:cond delay="0"/>
                                          </p:stCondLst>
                                        </p:cTn>
                                        <p:tgtEl>
                                          <p:spTgt spid="81"/>
                                        </p:tgtEl>
                                        <p:attrNameLst>
                                          <p:attrName>style.visibility</p:attrName>
                                        </p:attrNameLst>
                                      </p:cBhvr>
                                      <p:to>
                                        <p:strVal val="visible"/>
                                      </p:to>
                                    </p:set>
                                    <p:anim calcmode="lin" valueType="num">
                                      <p:cBhvr additive="base">
                                        <p:cTn id="73" dur="500"/>
                                        <p:tgtEl>
                                          <p:spTgt spid="81"/>
                                        </p:tgtEl>
                                        <p:attrNameLst>
                                          <p:attrName>ppt_x</p:attrName>
                                        </p:attrNameLst>
                                      </p:cBhvr>
                                      <p:tavLst>
                                        <p:tav tm="0">
                                          <p:val>
                                            <p:strVal val="#ppt_x+1"/>
                                          </p:val>
                                        </p:tav>
                                        <p:tav tm="100000">
                                          <p:val>
                                            <p:strVal val="#ppt_x"/>
                                          </p:val>
                                        </p:tav>
                                      </p:tavLst>
                                    </p:anim>
                                  </p:childTnLst>
                                </p:cTn>
                              </p:par>
                              <p:par>
                                <p:cTn id="74" presetID="2" presetClass="entr" presetSubtype="2" fill="hold" nodeType="withEffect">
                                  <p:stCondLst>
                                    <p:cond delay="200"/>
                                  </p:stCondLst>
                                  <p:childTnLst>
                                    <p:set>
                                      <p:cBhvr>
                                        <p:cTn id="75" dur="1" fill="hold">
                                          <p:stCondLst>
                                            <p:cond delay="0"/>
                                          </p:stCondLst>
                                        </p:cTn>
                                        <p:tgtEl>
                                          <p:spTgt spid="92"/>
                                        </p:tgtEl>
                                        <p:attrNameLst>
                                          <p:attrName>style.visibility</p:attrName>
                                        </p:attrNameLst>
                                      </p:cBhvr>
                                      <p:to>
                                        <p:strVal val="visible"/>
                                      </p:to>
                                    </p:set>
                                    <p:anim calcmode="lin" valueType="num">
                                      <p:cBhvr additive="base">
                                        <p:cTn id="76" dur="500"/>
                                        <p:tgtEl>
                                          <p:spTgt spid="92"/>
                                        </p:tgtEl>
                                        <p:attrNameLst>
                                          <p:attrName>ppt_x</p:attrName>
                                        </p:attrNameLst>
                                      </p:cBhvr>
                                      <p:tavLst>
                                        <p:tav tm="0">
                                          <p:val>
                                            <p:strVal val="#ppt_x+1"/>
                                          </p:val>
                                        </p:tav>
                                        <p:tav tm="100000">
                                          <p:val>
                                            <p:strVal val="#ppt_x"/>
                                          </p:val>
                                        </p:tav>
                                      </p:tavLst>
                                    </p:anim>
                                  </p:childTnLst>
                                </p:cTn>
                              </p:par>
                              <p:par>
                                <p:cTn id="77" presetID="2" presetClass="entr" presetSubtype="2" fill="hold" nodeType="withEffect">
                                  <p:stCondLst>
                                    <p:cond delay="300"/>
                                  </p:stCondLst>
                                  <p:childTnLst>
                                    <p:set>
                                      <p:cBhvr>
                                        <p:cTn id="78" dur="1" fill="hold">
                                          <p:stCondLst>
                                            <p:cond delay="0"/>
                                          </p:stCondLst>
                                        </p:cTn>
                                        <p:tgtEl>
                                          <p:spTgt spid="75"/>
                                        </p:tgtEl>
                                        <p:attrNameLst>
                                          <p:attrName>style.visibility</p:attrName>
                                        </p:attrNameLst>
                                      </p:cBhvr>
                                      <p:to>
                                        <p:strVal val="visible"/>
                                      </p:to>
                                    </p:set>
                                    <p:anim calcmode="lin" valueType="num">
                                      <p:cBhvr additive="base">
                                        <p:cTn id="79" dur="500"/>
                                        <p:tgtEl>
                                          <p:spTgt spid="75"/>
                                        </p:tgtEl>
                                        <p:attrNameLst>
                                          <p:attrName>ppt_x</p:attrName>
                                        </p:attrNameLst>
                                      </p:cBhvr>
                                      <p:tavLst>
                                        <p:tav tm="0">
                                          <p:val>
                                            <p:strVal val="#ppt_x+1"/>
                                          </p:val>
                                        </p:tav>
                                        <p:tav tm="100000">
                                          <p:val>
                                            <p:strVal val="#ppt_x"/>
                                          </p:val>
                                        </p:tav>
                                      </p:tavLst>
                                    </p:anim>
                                  </p:childTnLst>
                                </p:cTn>
                              </p:par>
                              <p:par>
                                <p:cTn id="80" presetID="2" presetClass="entr" presetSubtype="2" fill="hold" nodeType="withEffect">
                                  <p:stCondLst>
                                    <p:cond delay="400"/>
                                  </p:stCondLst>
                                  <p:childTnLst>
                                    <p:set>
                                      <p:cBhvr>
                                        <p:cTn id="81" dur="1" fill="hold">
                                          <p:stCondLst>
                                            <p:cond delay="0"/>
                                          </p:stCondLst>
                                        </p:cTn>
                                        <p:tgtEl>
                                          <p:spTgt spid="84"/>
                                        </p:tgtEl>
                                        <p:attrNameLst>
                                          <p:attrName>style.visibility</p:attrName>
                                        </p:attrNameLst>
                                      </p:cBhvr>
                                      <p:to>
                                        <p:strVal val="visible"/>
                                      </p:to>
                                    </p:set>
                                    <p:anim calcmode="lin" valueType="num">
                                      <p:cBhvr additive="base">
                                        <p:cTn id="82" dur="500"/>
                                        <p:tgtEl>
                                          <p:spTgt spid="84"/>
                                        </p:tgtEl>
                                        <p:attrNameLst>
                                          <p:attrName>ppt_x</p:attrName>
                                        </p:attrNameLst>
                                      </p:cBhvr>
                                      <p:tavLst>
                                        <p:tav tm="0">
                                          <p:val>
                                            <p:strVal val="#ppt_x+1"/>
                                          </p:val>
                                        </p:tav>
                                        <p:tav tm="100000">
                                          <p:val>
                                            <p:strVal val="#ppt_x"/>
                                          </p:val>
                                        </p:tav>
                                      </p:tavLst>
                                    </p:anim>
                                  </p:childTnLst>
                                </p:cTn>
                              </p:par>
                              <p:par>
                                <p:cTn id="83" presetID="2" presetClass="entr" presetSubtype="2" fill="hold" nodeType="withEffect">
                                  <p:stCondLst>
                                    <p:cond delay="500"/>
                                  </p:stCondLst>
                                  <p:childTnLst>
                                    <p:set>
                                      <p:cBhvr>
                                        <p:cTn id="84" dur="1" fill="hold">
                                          <p:stCondLst>
                                            <p:cond delay="0"/>
                                          </p:stCondLst>
                                        </p:cTn>
                                        <p:tgtEl>
                                          <p:spTgt spid="95"/>
                                        </p:tgtEl>
                                        <p:attrNameLst>
                                          <p:attrName>style.visibility</p:attrName>
                                        </p:attrNameLst>
                                      </p:cBhvr>
                                      <p:to>
                                        <p:strVal val="visible"/>
                                      </p:to>
                                    </p:set>
                                    <p:anim calcmode="lin" valueType="num">
                                      <p:cBhvr additive="base">
                                        <p:cTn id="85" dur="500"/>
                                        <p:tgtEl>
                                          <p:spTgt spid="95"/>
                                        </p:tgtEl>
                                        <p:attrNameLst>
                                          <p:attrName>ppt_x</p:attrName>
                                        </p:attrNameLst>
                                      </p:cBhvr>
                                      <p:tavLst>
                                        <p:tav tm="0">
                                          <p:val>
                                            <p:strVal val="#ppt_x+1"/>
                                          </p:val>
                                        </p:tav>
                                        <p:tav tm="100000">
                                          <p:val>
                                            <p:strVal val="#ppt_x"/>
                                          </p:val>
                                        </p:tav>
                                      </p:tavLst>
                                    </p:anim>
                                  </p:childTnLst>
                                </p:cTn>
                              </p:par>
                              <p:par>
                                <p:cTn id="86" presetID="2" presetClass="entr" presetSubtype="2" fill="hold" nodeType="withEffect">
                                  <p:stCondLst>
                                    <p:cond delay="600"/>
                                  </p:stCondLst>
                                  <p:childTnLst>
                                    <p:set>
                                      <p:cBhvr>
                                        <p:cTn id="87" dur="1" fill="hold">
                                          <p:stCondLst>
                                            <p:cond delay="0"/>
                                          </p:stCondLst>
                                        </p:cTn>
                                        <p:tgtEl>
                                          <p:spTgt spid="69"/>
                                        </p:tgtEl>
                                        <p:attrNameLst>
                                          <p:attrName>style.visibility</p:attrName>
                                        </p:attrNameLst>
                                      </p:cBhvr>
                                      <p:to>
                                        <p:strVal val="visible"/>
                                      </p:to>
                                    </p:set>
                                    <p:anim calcmode="lin" valueType="num">
                                      <p:cBhvr additive="base">
                                        <p:cTn id="88" dur="500"/>
                                        <p:tgtEl>
                                          <p:spTgt spid="69"/>
                                        </p:tgtEl>
                                        <p:attrNameLst>
                                          <p:attrName>ppt_x</p:attrName>
                                        </p:attrNameLst>
                                      </p:cBhvr>
                                      <p:tavLst>
                                        <p:tav tm="0">
                                          <p:val>
                                            <p:strVal val="#ppt_x+1"/>
                                          </p:val>
                                        </p:tav>
                                        <p:tav tm="100000">
                                          <p:val>
                                            <p:strVal val="#ppt_x"/>
                                          </p:val>
                                        </p:tav>
                                      </p:tavLst>
                                    </p:anim>
                                  </p:childTnLst>
                                </p:cTn>
                              </p:par>
                              <p:par>
                                <p:cTn id="89" presetID="8" presetClass="emph" presetSubtype="0" fill="hold" nodeType="withEffect">
                                  <p:stCondLst>
                                    <p:cond delay="0"/>
                                  </p:stCondLst>
                                  <p:childTnLst>
                                    <p:animRot by="-21600000">
                                      <p:cBhvr>
                                        <p:cTn id="90" dur="2000" fill="hold"/>
                                        <p:tgtEl>
                                          <p:spTgt spid="81"/>
                                        </p:tgtEl>
                                        <p:attrNameLst>
                                          <p:attrName>r</p:attrName>
                                        </p:attrNameLst>
                                      </p:cBhvr>
                                    </p:animRot>
                                  </p:childTnLst>
                                </p:cTn>
                              </p:par>
                              <p:par>
                                <p:cTn id="91" presetID="8" presetClass="emph" presetSubtype="0" fill="hold" nodeType="withEffect">
                                  <p:stCondLst>
                                    <p:cond delay="0"/>
                                  </p:stCondLst>
                                  <p:childTnLst>
                                    <p:animRot by="-21600000">
                                      <p:cBhvr>
                                        <p:cTn id="92" dur="2000" fill="hold"/>
                                        <p:tgtEl>
                                          <p:spTgt spid="92"/>
                                        </p:tgtEl>
                                        <p:attrNameLst>
                                          <p:attrName>r</p:attrName>
                                        </p:attrNameLst>
                                      </p:cBhvr>
                                    </p:animRot>
                                  </p:childTnLst>
                                </p:cTn>
                              </p:par>
                              <p:par>
                                <p:cTn id="93" presetID="8" presetClass="emph" presetSubtype="0" fill="hold" nodeType="withEffect">
                                  <p:stCondLst>
                                    <p:cond delay="0"/>
                                  </p:stCondLst>
                                  <p:childTnLst>
                                    <p:animRot by="-21600000">
                                      <p:cBhvr>
                                        <p:cTn id="94" dur="2000" fill="hold"/>
                                        <p:tgtEl>
                                          <p:spTgt spid="75"/>
                                        </p:tgtEl>
                                        <p:attrNameLst>
                                          <p:attrName>r</p:attrName>
                                        </p:attrNameLst>
                                      </p:cBhvr>
                                    </p:animRot>
                                  </p:childTnLst>
                                </p:cTn>
                              </p:par>
                              <p:par>
                                <p:cTn id="95" presetID="8" presetClass="emph" presetSubtype="0" fill="hold" nodeType="withEffect">
                                  <p:stCondLst>
                                    <p:cond delay="0"/>
                                  </p:stCondLst>
                                  <p:childTnLst>
                                    <p:animRot by="-21600000">
                                      <p:cBhvr>
                                        <p:cTn id="96" dur="2000" fill="hold"/>
                                        <p:tgtEl>
                                          <p:spTgt spid="84"/>
                                        </p:tgtEl>
                                        <p:attrNameLst>
                                          <p:attrName>r</p:attrName>
                                        </p:attrNameLst>
                                      </p:cBhvr>
                                    </p:animRot>
                                  </p:childTnLst>
                                </p:cTn>
                              </p:par>
                              <p:par>
                                <p:cTn id="97" presetID="8" presetClass="emph" presetSubtype="0" fill="hold" nodeType="withEffect">
                                  <p:stCondLst>
                                    <p:cond delay="0"/>
                                  </p:stCondLst>
                                  <p:childTnLst>
                                    <p:animRot by="-21600000">
                                      <p:cBhvr>
                                        <p:cTn id="98" dur="2000" fill="hold"/>
                                        <p:tgtEl>
                                          <p:spTgt spid="95"/>
                                        </p:tgtEl>
                                        <p:attrNameLst>
                                          <p:attrName>r</p:attrName>
                                        </p:attrNameLst>
                                      </p:cBhvr>
                                    </p:animRot>
                                  </p:childTnLst>
                                </p:cTn>
                              </p:par>
                              <p:par>
                                <p:cTn id="99" presetID="8" presetClass="emph" presetSubtype="0" fill="hold" nodeType="withEffect">
                                  <p:stCondLst>
                                    <p:cond delay="0"/>
                                  </p:stCondLst>
                                  <p:childTnLst>
                                    <p:animRot by="-21600000">
                                      <p:cBhvr>
                                        <p:cTn id="100" dur="2000" fill="hold"/>
                                        <p:tgtEl>
                                          <p:spTgt spid="69"/>
                                        </p:tgtEl>
                                        <p:attrNameLst>
                                          <p:attrName>r</p:attrName>
                                        </p:attrNameLst>
                                      </p:cBhvr>
                                    </p:animRot>
                                  </p:childTnLst>
                                </p:cTn>
                              </p:par>
                              <p:par>
                                <p:cTn id="101" presetID="2" presetClass="entr" presetSubtype="2" fill="hold" nodeType="withEffect">
                                  <p:stCondLst>
                                    <p:cond delay="300"/>
                                  </p:stCondLst>
                                  <p:childTnLst>
                                    <p:set>
                                      <p:cBhvr>
                                        <p:cTn id="102" dur="1" fill="hold">
                                          <p:stCondLst>
                                            <p:cond delay="0"/>
                                          </p:stCondLst>
                                        </p:cTn>
                                        <p:tgtEl>
                                          <p:spTgt spid="102"/>
                                        </p:tgtEl>
                                        <p:attrNameLst>
                                          <p:attrName>style.visibility</p:attrName>
                                        </p:attrNameLst>
                                      </p:cBhvr>
                                      <p:to>
                                        <p:strVal val="visible"/>
                                      </p:to>
                                    </p:set>
                                    <p:anim calcmode="lin" valueType="num">
                                      <p:cBhvr additive="base">
                                        <p:cTn id="103" dur="500"/>
                                        <p:tgtEl>
                                          <p:spTgt spid="102"/>
                                        </p:tgtEl>
                                        <p:attrNameLst>
                                          <p:attrName>ppt_x</p:attrName>
                                        </p:attrNameLst>
                                      </p:cBhvr>
                                      <p:tavLst>
                                        <p:tav tm="0">
                                          <p:val>
                                            <p:strVal val="#ppt_x+1"/>
                                          </p:val>
                                        </p:tav>
                                        <p:tav tm="100000">
                                          <p:val>
                                            <p:strVal val="#ppt_x"/>
                                          </p:val>
                                        </p:tav>
                                      </p:tavLst>
                                    </p:anim>
                                  </p:childTnLst>
                                </p:cTn>
                              </p:par>
                              <p:par>
                                <p:cTn id="104" presetID="8" presetClass="emph" presetSubtype="0" fill="hold" nodeType="withEffect">
                                  <p:stCondLst>
                                    <p:cond delay="0"/>
                                  </p:stCondLst>
                                  <p:childTnLst>
                                    <p:animRot by="-21600000">
                                      <p:cBhvr>
                                        <p:cTn id="105" dur="2000" fill="hold"/>
                                        <p:tgtEl>
                                          <p:spTgt spid="10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4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2951"/>
        </a:solidFill>
        <a:effectLst/>
      </p:bgPr>
    </p:bg>
    <p:spTree>
      <p:nvGrpSpPr>
        <p:cNvPr id="1" name=""/>
        <p:cNvGrpSpPr/>
        <p:nvPr/>
      </p:nvGrpSpPr>
      <p:grpSpPr>
        <a:xfrm>
          <a:off x="0" y="0"/>
          <a:ext cx="0" cy="0"/>
          <a:chOff x="0" y="0"/>
          <a:chExt cx="0" cy="0"/>
        </a:xfrm>
      </p:grpSpPr>
      <p:sp>
        <p:nvSpPr>
          <p:cNvPr id="12" name="Rectangle 11"/>
          <p:cNvSpPr/>
          <p:nvPr/>
        </p:nvSpPr>
        <p:spPr>
          <a:xfrm rot="16200000">
            <a:off x="2671769" y="5465767"/>
            <a:ext cx="752466" cy="203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p:cNvSpPr/>
          <p:nvPr/>
        </p:nvSpPr>
        <p:spPr>
          <a:xfrm rot="16200000">
            <a:off x="4703767" y="5465765"/>
            <a:ext cx="752468"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p:cNvSpPr/>
          <p:nvPr/>
        </p:nvSpPr>
        <p:spPr>
          <a:xfrm rot="16200000">
            <a:off x="6735765" y="5465764"/>
            <a:ext cx="75247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p:cNvSpPr/>
          <p:nvPr/>
        </p:nvSpPr>
        <p:spPr>
          <a:xfrm rot="16200000">
            <a:off x="8767764" y="5465762"/>
            <a:ext cx="75247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Rectangle 16"/>
          <p:cNvSpPr/>
          <p:nvPr/>
        </p:nvSpPr>
        <p:spPr>
          <a:xfrm rot="16200000">
            <a:off x="633290" y="5459289"/>
            <a:ext cx="765422" cy="2031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grpSp>
        <p:nvGrpSpPr>
          <p:cNvPr id="2" name="Group 17"/>
          <p:cNvGrpSpPr/>
          <p:nvPr/>
        </p:nvGrpSpPr>
        <p:grpSpPr>
          <a:xfrm>
            <a:off x="2" y="6736617"/>
            <a:ext cx="12191999" cy="134339"/>
            <a:chOff x="2" y="2110197"/>
            <a:chExt cx="12191999" cy="134339"/>
          </a:xfrm>
        </p:grpSpPr>
        <p:sp>
          <p:nvSpPr>
            <p:cNvPr id="19" name="Rectangle 18"/>
            <p:cNvSpPr/>
            <p:nvPr/>
          </p:nvSpPr>
          <p:spPr>
            <a:xfrm rot="16200000">
              <a:off x="2980836" y="1161370"/>
              <a:ext cx="134333" cy="2032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Rectangle 19"/>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1" name="Rectangle 20"/>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Rectangle 21"/>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Rectangle 23"/>
            <p:cNvSpPr/>
            <p:nvPr/>
          </p:nvSpPr>
          <p:spPr>
            <a:xfrm rot="16200000">
              <a:off x="948836" y="1161370"/>
              <a:ext cx="134331"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40" name="TextBox 39"/>
          <p:cNvSpPr txBox="1"/>
          <p:nvPr/>
        </p:nvSpPr>
        <p:spPr>
          <a:xfrm>
            <a:off x="2704012" y="319353"/>
            <a:ext cx="6518366" cy="646331"/>
          </a:xfrm>
          <a:prstGeom prst="rect">
            <a:avLst/>
          </a:prstGeom>
          <a:noFill/>
        </p:spPr>
        <p:txBody>
          <a:bodyPr wrap="square" lIns="91440" tIns="45720" rIns="91440" bIns="45720" rtlCol="0" anchor="t">
            <a:spAutoFit/>
          </a:bodyPr>
          <a:lstStyle/>
          <a:p>
            <a:pPr algn="ctr"/>
            <a:r>
              <a:rPr lang="en-US" sz="3600" b="1" dirty="0">
                <a:ln w="6350">
                  <a:noFill/>
                </a:ln>
                <a:solidFill>
                  <a:schemeClr val="bg1"/>
                </a:solidFill>
                <a:latin typeface="Segoe UI"/>
                <a:cs typeface="Segoe UI"/>
              </a:rPr>
              <a:t>Road Ahead </a:t>
            </a:r>
          </a:p>
        </p:txBody>
      </p:sp>
      <p:pic>
        <p:nvPicPr>
          <p:cNvPr id="27" name="Picture 26" descr="Orena_Logo_Final.png"/>
          <p:cNvPicPr>
            <a:picLocks noChangeAspect="1"/>
          </p:cNvPicPr>
          <p:nvPr/>
        </p:nvPicPr>
        <p:blipFill>
          <a:blip r:embed="rId2" cstate="screen"/>
          <a:stretch>
            <a:fillRect/>
          </a:stretch>
        </p:blipFill>
        <p:spPr>
          <a:xfrm>
            <a:off x="10206471" y="5518372"/>
            <a:ext cx="1932071" cy="1207206"/>
          </a:xfrm>
          <a:prstGeom prst="rect">
            <a:avLst/>
          </a:prstGeom>
        </p:spPr>
      </p:pic>
      <p:sp>
        <p:nvSpPr>
          <p:cNvPr id="29" name="Rectangle 28"/>
          <p:cNvSpPr/>
          <p:nvPr/>
        </p:nvSpPr>
        <p:spPr>
          <a:xfrm>
            <a:off x="1894114" y="1097281"/>
            <a:ext cx="9104812" cy="3339376"/>
          </a:xfrm>
          <a:prstGeom prst="rect">
            <a:avLst/>
          </a:prstGeom>
        </p:spPr>
        <p:txBody>
          <a:bodyPr wrap="square" lIns="91440" tIns="45720" rIns="91440" bIns="45720" anchor="t">
            <a:spAutoFit/>
          </a:bodyPr>
          <a:lstStyle/>
          <a:p>
            <a:pPr>
              <a:spcBef>
                <a:spcPts val="600"/>
              </a:spcBef>
              <a:buFont typeface="Wingdings" pitchFamily="2" charset="2"/>
              <a:buChar char="q"/>
            </a:pPr>
            <a:r>
              <a:rPr lang="en-029" sz="2000" b="1" dirty="0">
                <a:solidFill>
                  <a:schemeClr val="bg1"/>
                </a:solidFill>
                <a:latin typeface="Calibri"/>
                <a:cs typeface="Calibri"/>
              </a:rPr>
              <a:t>Research Projects </a:t>
            </a:r>
            <a:endParaRPr lang="en-US" sz="2000" dirty="0">
              <a:solidFill>
                <a:schemeClr val="bg1"/>
              </a:solidFill>
            </a:endParaRPr>
          </a:p>
          <a:p>
            <a:pPr marL="742950" lvl="1" indent="-285750">
              <a:spcBef>
                <a:spcPts val="600"/>
              </a:spcBef>
              <a:buFont typeface="Courier New"/>
              <a:buChar char="o"/>
            </a:pPr>
            <a:r>
              <a:rPr lang="en-029" sz="1600" dirty="0">
                <a:solidFill>
                  <a:schemeClr val="bg1"/>
                </a:solidFill>
                <a:latin typeface="Calibri"/>
                <a:cs typeface="Calibri"/>
              </a:rPr>
              <a:t>Image Compression using DWT </a:t>
            </a:r>
            <a:endParaRPr lang="en-029" sz="1600" dirty="0">
              <a:solidFill>
                <a:schemeClr val="bg1"/>
              </a:solidFill>
              <a:latin typeface="Calibri" panose="020F0502020204030204" pitchFamily="34" charset="0"/>
              <a:cs typeface="Calibri" panose="020F0502020204030204" pitchFamily="34" charset="0"/>
            </a:endParaRPr>
          </a:p>
          <a:p>
            <a:pPr marL="742950" lvl="1" indent="-285750">
              <a:spcBef>
                <a:spcPts val="600"/>
              </a:spcBef>
              <a:buFont typeface="Courier New"/>
              <a:buChar char="o"/>
            </a:pPr>
            <a:r>
              <a:rPr lang="en-US" sz="1600" dirty="0">
                <a:solidFill>
                  <a:schemeClr val="bg1"/>
                </a:solidFill>
                <a:latin typeface="Calibri"/>
                <a:cs typeface="Calibri"/>
              </a:rPr>
              <a:t>Solar Tracking Generating Power System </a:t>
            </a:r>
            <a:endParaRPr lang="en-029" sz="1600" dirty="0">
              <a:solidFill>
                <a:schemeClr val="bg1"/>
              </a:solidFill>
              <a:latin typeface="Calibri" panose="020F0502020204030204" pitchFamily="34" charset="0"/>
              <a:cs typeface="Calibri" panose="020F0502020204030204" pitchFamily="34" charset="0"/>
            </a:endParaRPr>
          </a:p>
          <a:p>
            <a:pPr marL="742950" lvl="1" indent="-285750">
              <a:spcBef>
                <a:spcPts val="600"/>
              </a:spcBef>
              <a:buFont typeface="Courier New"/>
              <a:buChar char="o"/>
            </a:pPr>
            <a:r>
              <a:rPr lang="en-029" sz="1600" dirty="0">
                <a:solidFill>
                  <a:schemeClr val="bg1"/>
                </a:solidFill>
                <a:latin typeface="Calibri"/>
                <a:cs typeface="Calibri"/>
              </a:rPr>
              <a:t>Optimising ASIC design cycle </a:t>
            </a:r>
          </a:p>
          <a:p>
            <a:pPr marL="742950" lvl="1" indent="-285750">
              <a:spcBef>
                <a:spcPts val="600"/>
              </a:spcBef>
              <a:buFont typeface="Courier New"/>
              <a:buChar char="o"/>
            </a:pPr>
            <a:r>
              <a:rPr lang="en-029" sz="1600" dirty="0">
                <a:solidFill>
                  <a:schemeClr val="bg1"/>
                </a:solidFill>
                <a:latin typeface="Calibri"/>
                <a:cs typeface="Calibri"/>
              </a:rPr>
              <a:t>Elderly Assistance device</a:t>
            </a:r>
            <a:endParaRPr lang="en-029" dirty="0">
              <a:solidFill>
                <a:schemeClr val="bg1"/>
              </a:solidFill>
              <a:cs typeface="Calibri"/>
            </a:endParaRPr>
          </a:p>
          <a:p>
            <a:pPr marL="742950" lvl="1" indent="-285750">
              <a:spcBef>
                <a:spcPts val="600"/>
              </a:spcBef>
              <a:spcAft>
                <a:spcPts val="0"/>
              </a:spcAft>
              <a:buFont typeface="Courier New"/>
              <a:buChar char="o"/>
            </a:pPr>
            <a:r>
              <a:rPr lang="en-029" sz="1600" dirty="0">
                <a:solidFill>
                  <a:schemeClr val="bg1"/>
                </a:solidFill>
                <a:latin typeface="Calibri"/>
                <a:cs typeface="Calibri"/>
              </a:rPr>
              <a:t>Green House Automation</a:t>
            </a:r>
          </a:p>
          <a:p>
            <a:pPr marL="742950" lvl="1" indent="-285750">
              <a:spcBef>
                <a:spcPts val="600"/>
              </a:spcBef>
              <a:spcAft>
                <a:spcPts val="0"/>
              </a:spcAft>
              <a:buFont typeface="Courier New"/>
              <a:buChar char="o"/>
            </a:pPr>
            <a:r>
              <a:rPr lang="en-029" sz="1600" dirty="0">
                <a:solidFill>
                  <a:schemeClr val="bg1"/>
                </a:solidFill>
                <a:latin typeface="Calibri"/>
                <a:cs typeface="Calibri"/>
              </a:rPr>
              <a:t>Home Automation</a:t>
            </a:r>
          </a:p>
          <a:p>
            <a:pPr marL="742950" lvl="1" indent="-285750">
              <a:spcBef>
                <a:spcPts val="600"/>
              </a:spcBef>
              <a:spcAft>
                <a:spcPts val="0"/>
              </a:spcAft>
              <a:buFont typeface="Courier New"/>
              <a:buChar char="o"/>
            </a:pPr>
            <a:r>
              <a:rPr lang="en-029" sz="1600" dirty="0">
                <a:solidFill>
                  <a:schemeClr val="bg1"/>
                </a:solidFill>
                <a:latin typeface="Calibri"/>
                <a:cs typeface="Calibri"/>
              </a:rPr>
              <a:t>LCD Driver Development interfacing with Panda Board</a:t>
            </a:r>
            <a:endParaRPr lang="en-029" sz="1600" dirty="0">
              <a:solidFill>
                <a:schemeClr val="bg1"/>
              </a:solidFill>
              <a:latin typeface="Calibri" panose="020F0502020204030204" pitchFamily="34" charset="0"/>
              <a:cs typeface="Calibri" panose="020F0502020204030204" pitchFamily="34" charset="0"/>
            </a:endParaRPr>
          </a:p>
          <a:p>
            <a:pPr marL="742950" lvl="1" indent="-285750">
              <a:spcBef>
                <a:spcPts val="600"/>
              </a:spcBef>
              <a:spcAft>
                <a:spcPts val="0"/>
              </a:spcAft>
              <a:buFont typeface="Courier New" pitchFamily="2" charset="2"/>
              <a:buChar char="o"/>
            </a:pPr>
            <a:endParaRPr lang="en-029" sz="1600" dirty="0">
              <a:solidFill>
                <a:schemeClr val="bg1"/>
              </a:solidFill>
              <a:latin typeface="Calibri" panose="020F0502020204030204" pitchFamily="34" charset="0"/>
              <a:cs typeface="Calibri" panose="020F0502020204030204" pitchFamily="34" charset="0"/>
            </a:endParaRPr>
          </a:p>
          <a:p>
            <a:pPr>
              <a:spcBef>
                <a:spcPts val="600"/>
              </a:spcBef>
              <a:spcAft>
                <a:spcPts val="0"/>
              </a:spcAft>
            </a:pPr>
            <a:endParaRPr lang="en-029" dirty="0">
              <a:solidFill>
                <a:schemeClr val="bg1"/>
              </a:solidFill>
              <a:latin typeface="Calibri" panose="020F0502020204030204" pitchFamily="34" charset="0"/>
            </a:endParaRPr>
          </a:p>
        </p:txBody>
      </p:sp>
      <p:sp>
        <p:nvSpPr>
          <p:cNvPr id="5" name="TextBox 4">
            <a:extLst>
              <a:ext uri="{FF2B5EF4-FFF2-40B4-BE49-F238E27FC236}">
                <a16:creationId xmlns:a16="http://schemas.microsoft.com/office/drawing/2014/main" id="{C68D000A-C3D6-4648-9F03-06433BC6DB50}"/>
              </a:ext>
            </a:extLst>
          </p:cNvPr>
          <p:cNvSpPr txBox="1"/>
          <p:nvPr/>
        </p:nvSpPr>
        <p:spPr>
          <a:xfrm>
            <a:off x="1894114" y="4008606"/>
            <a:ext cx="4140199" cy="23698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q"/>
            </a:pPr>
            <a:r>
              <a:rPr lang="en-029" b="1" dirty="0">
                <a:solidFill>
                  <a:schemeClr val="bg1"/>
                </a:solidFill>
                <a:ea typeface="+mn-lt"/>
                <a:cs typeface="+mn-lt"/>
              </a:rPr>
              <a:t>New courses Introduced</a:t>
            </a:r>
            <a:r>
              <a:rPr lang="en-US" dirty="0">
                <a:solidFill>
                  <a:schemeClr val="bg1"/>
                </a:solidFill>
                <a:ea typeface="+mn-lt"/>
                <a:cs typeface="+mn-lt"/>
              </a:rPr>
              <a:t> </a:t>
            </a:r>
          </a:p>
          <a:p>
            <a:pPr marL="285750" indent="-285750">
              <a:buFont typeface="Courier New" panose="02070309020205020404" pitchFamily="49" charset="0"/>
              <a:buChar char="o"/>
            </a:pPr>
            <a:r>
              <a:rPr lang="en-US" sz="1600" dirty="0">
                <a:solidFill>
                  <a:schemeClr val="bg1"/>
                </a:solidFill>
                <a:ea typeface="+mn-lt"/>
                <a:cs typeface="+mn-lt"/>
              </a:rPr>
              <a:t>Geographic Information System </a:t>
            </a:r>
          </a:p>
          <a:p>
            <a:pPr marL="285750" indent="-285750">
              <a:buFont typeface="Courier New" panose="02070309020205020404" pitchFamily="49" charset="0"/>
              <a:buChar char="o"/>
            </a:pPr>
            <a:r>
              <a:rPr lang="en-US" sz="1600" dirty="0">
                <a:solidFill>
                  <a:schemeClr val="bg1"/>
                </a:solidFill>
                <a:ea typeface="+mn-lt"/>
                <a:cs typeface="+mn-lt"/>
              </a:rPr>
              <a:t>PCB Design</a:t>
            </a:r>
          </a:p>
          <a:p>
            <a:pPr marL="285750" indent="-285750">
              <a:buFont typeface="Courier New" panose="02070309020205020404" pitchFamily="49" charset="0"/>
              <a:buChar char="o"/>
            </a:pPr>
            <a:r>
              <a:rPr lang="en-US" sz="1600" dirty="0">
                <a:solidFill>
                  <a:schemeClr val="bg1"/>
                </a:solidFill>
                <a:ea typeface="+mn-lt"/>
                <a:cs typeface="+mn-lt"/>
              </a:rPr>
              <a:t>Automatic Toy Car</a:t>
            </a:r>
          </a:p>
          <a:p>
            <a:pPr marL="285750" indent="-285750">
              <a:buFont typeface="Courier New" panose="02070309020205020404" pitchFamily="49" charset="0"/>
              <a:buChar char="o"/>
            </a:pPr>
            <a:r>
              <a:rPr lang="en-US" sz="1600" dirty="0">
                <a:solidFill>
                  <a:schemeClr val="bg1"/>
                </a:solidFill>
                <a:ea typeface="+mn-lt"/>
                <a:cs typeface="+mn-lt"/>
              </a:rPr>
              <a:t>Device Driver</a:t>
            </a:r>
          </a:p>
          <a:p>
            <a:pPr marL="285750" indent="-285750">
              <a:buFont typeface="Courier New" panose="02070309020205020404" pitchFamily="49" charset="0"/>
              <a:buChar char="o"/>
            </a:pPr>
            <a:r>
              <a:rPr lang="en-US" sz="1600" dirty="0">
                <a:solidFill>
                  <a:schemeClr val="bg1"/>
                </a:solidFill>
                <a:ea typeface="+mn-lt"/>
                <a:cs typeface="+mn-lt"/>
              </a:rPr>
              <a:t>IBM mainframe </a:t>
            </a:r>
          </a:p>
          <a:p>
            <a:pPr marL="285750" indent="-285750">
              <a:buFont typeface="Courier New" panose="02070309020205020404" pitchFamily="49" charset="0"/>
              <a:buChar char="o"/>
            </a:pPr>
            <a:r>
              <a:rPr lang="en-US" sz="1600" dirty="0">
                <a:solidFill>
                  <a:schemeClr val="bg1"/>
                </a:solidFill>
                <a:ea typeface="+mn-lt"/>
                <a:cs typeface="+mn-lt"/>
              </a:rPr>
              <a:t>Blogging and LinkedIn</a:t>
            </a:r>
          </a:p>
          <a:p>
            <a:pPr marL="285750" indent="-285750">
              <a:buFont typeface="Courier New" panose="02070309020205020404" pitchFamily="49" charset="0"/>
              <a:buChar char="o"/>
            </a:pPr>
            <a:endParaRPr lang="en-US" sz="1600" dirty="0">
              <a:solidFill>
                <a:schemeClr val="bg1"/>
              </a:solidFill>
              <a:ea typeface="+mn-lt"/>
              <a:cs typeface="+mn-lt"/>
            </a:endParaRPr>
          </a:p>
          <a:p>
            <a:pPr marL="285750" indent="-285750">
              <a:buFont typeface="Wingdings"/>
              <a:buChar char="q"/>
            </a:pPr>
            <a:endParaRPr lang="en-US" dirty="0">
              <a:solidFill>
                <a:schemeClr val="bg1"/>
              </a:solidFill>
              <a:cs typeface="Arial"/>
            </a:endParaRPr>
          </a:p>
        </p:txBody>
      </p:sp>
    </p:spTree>
    <p:extLst>
      <p:ext uri="{BB962C8B-B14F-4D97-AF65-F5344CB8AC3E}">
        <p14:creationId xmlns:p14="http://schemas.microsoft.com/office/powerpoint/2010/main" val="1597517895"/>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anim calcmode="lin" valueType="num">
                                      <p:cBhvr>
                                        <p:cTn id="12" dur="500" fill="hold"/>
                                        <p:tgtEl>
                                          <p:spTgt spid="17"/>
                                        </p:tgtEl>
                                        <p:attrNameLst>
                                          <p:attrName>ppt_x</p:attrName>
                                        </p:attrNameLst>
                                      </p:cBhvr>
                                      <p:tavLst>
                                        <p:tav tm="0">
                                          <p:val>
                                            <p:strVal val="#ppt_x"/>
                                          </p:val>
                                        </p:tav>
                                        <p:tav tm="100000">
                                          <p:val>
                                            <p:strVal val="#ppt_x"/>
                                          </p:val>
                                        </p:tav>
                                      </p:tavLst>
                                    </p:anim>
                                    <p:anim calcmode="lin" valueType="num">
                                      <p:cBhvr>
                                        <p:cTn id="13" dur="500" fill="hold"/>
                                        <p:tgtEl>
                                          <p:spTgt spid="17"/>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anim calcmode="lin" valueType="num">
                                      <p:cBhvr>
                                        <p:cTn id="18" dur="500" fill="hold"/>
                                        <p:tgtEl>
                                          <p:spTgt spid="12"/>
                                        </p:tgtEl>
                                        <p:attrNameLst>
                                          <p:attrName>ppt_x</p:attrName>
                                        </p:attrNameLst>
                                      </p:cBhvr>
                                      <p:tavLst>
                                        <p:tav tm="0">
                                          <p:val>
                                            <p:strVal val="#ppt_x"/>
                                          </p:val>
                                        </p:tav>
                                        <p:tav tm="100000">
                                          <p:val>
                                            <p:strVal val="#ppt_x"/>
                                          </p:val>
                                        </p:tav>
                                      </p:tavLst>
                                    </p:anim>
                                    <p:anim calcmode="lin" valueType="num">
                                      <p:cBhvr>
                                        <p:cTn id="19" dur="500" fill="hold"/>
                                        <p:tgtEl>
                                          <p:spTgt spid="12"/>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42"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anim calcmode="lin" valueType="num">
                                      <p:cBhvr>
                                        <p:cTn id="24" dur="500" fill="hold"/>
                                        <p:tgtEl>
                                          <p:spTgt spid="13"/>
                                        </p:tgtEl>
                                        <p:attrNameLst>
                                          <p:attrName>ppt_x</p:attrName>
                                        </p:attrNameLst>
                                      </p:cBhvr>
                                      <p:tavLst>
                                        <p:tav tm="0">
                                          <p:val>
                                            <p:strVal val="#ppt_x"/>
                                          </p:val>
                                        </p:tav>
                                        <p:tav tm="100000">
                                          <p:val>
                                            <p:strVal val="#ppt_x"/>
                                          </p:val>
                                        </p:tav>
                                      </p:tavLst>
                                    </p:anim>
                                    <p:anim calcmode="lin" valueType="num">
                                      <p:cBhvr>
                                        <p:cTn id="25" dur="500" fill="hold"/>
                                        <p:tgtEl>
                                          <p:spTgt spid="13"/>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42"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anim calcmode="lin" valueType="num">
                                      <p:cBhvr>
                                        <p:cTn id="30" dur="500" fill="hold"/>
                                        <p:tgtEl>
                                          <p:spTgt spid="14"/>
                                        </p:tgtEl>
                                        <p:attrNameLst>
                                          <p:attrName>ppt_x</p:attrName>
                                        </p:attrNameLst>
                                      </p:cBhvr>
                                      <p:tavLst>
                                        <p:tav tm="0">
                                          <p:val>
                                            <p:strVal val="#ppt_x"/>
                                          </p:val>
                                        </p:tav>
                                        <p:tav tm="100000">
                                          <p:val>
                                            <p:strVal val="#ppt_x"/>
                                          </p:val>
                                        </p:tav>
                                      </p:tavLst>
                                    </p:anim>
                                    <p:anim calcmode="lin" valueType="num">
                                      <p:cBhvr>
                                        <p:cTn id="31" dur="500" fill="hold"/>
                                        <p:tgtEl>
                                          <p:spTgt spid="14"/>
                                        </p:tgtEl>
                                        <p:attrNameLst>
                                          <p:attrName>ppt_y</p:attrName>
                                        </p:attrNameLst>
                                      </p:cBhvr>
                                      <p:tavLst>
                                        <p:tav tm="0">
                                          <p:val>
                                            <p:strVal val="#ppt_y+.1"/>
                                          </p:val>
                                        </p:tav>
                                        <p:tav tm="100000">
                                          <p:val>
                                            <p:strVal val="#ppt_y"/>
                                          </p:val>
                                        </p:tav>
                                      </p:tavLst>
                                    </p:anim>
                                  </p:childTnLst>
                                </p:cTn>
                              </p:par>
                            </p:childTnLst>
                          </p:cTn>
                        </p:par>
                        <p:par>
                          <p:cTn id="32" fill="hold">
                            <p:stCondLst>
                              <p:cond delay="2500"/>
                            </p:stCondLst>
                            <p:childTnLst>
                              <p:par>
                                <p:cTn id="33" presetID="42"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anim calcmode="lin" valueType="num">
                                      <p:cBhvr>
                                        <p:cTn id="36" dur="500" fill="hold"/>
                                        <p:tgtEl>
                                          <p:spTgt spid="15"/>
                                        </p:tgtEl>
                                        <p:attrNameLst>
                                          <p:attrName>ppt_x</p:attrName>
                                        </p:attrNameLst>
                                      </p:cBhvr>
                                      <p:tavLst>
                                        <p:tav tm="0">
                                          <p:val>
                                            <p:strVal val="#ppt_x"/>
                                          </p:val>
                                        </p:tav>
                                        <p:tav tm="100000">
                                          <p:val>
                                            <p:strVal val="#ppt_x"/>
                                          </p:val>
                                        </p:tav>
                                      </p:tavLst>
                                    </p:anim>
                                    <p:anim calcmode="lin" valueType="num">
                                      <p:cBhvr>
                                        <p:cTn id="37" dur="500" fill="hold"/>
                                        <p:tgtEl>
                                          <p:spTgt spid="15"/>
                                        </p:tgtEl>
                                        <p:attrNameLst>
                                          <p:attrName>ppt_y</p:attrName>
                                        </p:attrNameLst>
                                      </p:cBhvr>
                                      <p:tavLst>
                                        <p:tav tm="0">
                                          <p:val>
                                            <p:strVal val="#ppt_y+.1"/>
                                          </p:val>
                                        </p:tav>
                                        <p:tav tm="100000">
                                          <p:val>
                                            <p:strVal val="#ppt_y"/>
                                          </p:val>
                                        </p:tav>
                                      </p:tavLst>
                                    </p:anim>
                                  </p:childTnLst>
                                </p:cTn>
                              </p:par>
                            </p:childTnLst>
                          </p:cTn>
                        </p:par>
                        <p:par>
                          <p:cTn id="38" fill="hold">
                            <p:stCondLst>
                              <p:cond delay="3000"/>
                            </p:stCondLst>
                            <p:childTnLst>
                              <p:par>
                                <p:cTn id="39" presetID="42" presetClass="entr" presetSubtype="0" fill="hold" grpId="0" nodeType="after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1000"/>
                                        <p:tgtEl>
                                          <p:spTgt spid="40"/>
                                        </p:tgtEl>
                                      </p:cBhvr>
                                    </p:animEffect>
                                    <p:anim calcmode="lin" valueType="num">
                                      <p:cBhvr>
                                        <p:cTn id="42" dur="1000" fill="hold"/>
                                        <p:tgtEl>
                                          <p:spTgt spid="40"/>
                                        </p:tgtEl>
                                        <p:attrNameLst>
                                          <p:attrName>ppt_x</p:attrName>
                                        </p:attrNameLst>
                                      </p:cBhvr>
                                      <p:tavLst>
                                        <p:tav tm="0">
                                          <p:val>
                                            <p:strVal val="#ppt_x"/>
                                          </p:val>
                                        </p:tav>
                                        <p:tav tm="100000">
                                          <p:val>
                                            <p:strVal val="#ppt_x"/>
                                          </p:val>
                                        </p:tav>
                                      </p:tavLst>
                                    </p:anim>
                                    <p:anim calcmode="lin" valueType="num">
                                      <p:cBhvr>
                                        <p:cTn id="43"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7" grpId="0" animBg="1"/>
      <p:bldP spid="4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1">
            <a:extLst>
              <a:ext uri="{FF2B5EF4-FFF2-40B4-BE49-F238E27FC236}">
                <a16:creationId xmlns:a16="http://schemas.microsoft.com/office/drawing/2014/main" id="{C0199E62-C2CE-4E26-B880-163AA1479D19}"/>
              </a:ext>
            </a:extLst>
          </p:cNvPr>
          <p:cNvPicPr>
            <a:picLocks noGrp="1" noChangeAspect="1"/>
          </p:cNvPicPr>
          <p:nvPr>
            <p:ph type="pic" sz="quarter" idx="10"/>
          </p:nvPr>
        </p:nvPicPr>
        <p:blipFill rotWithShape="1">
          <a:blip r:embed="rId2"/>
          <a:srcRect t="16828" b="16828"/>
          <a:stretch/>
        </p:blipFill>
        <p:spPr/>
      </p:pic>
      <p:sp>
        <p:nvSpPr>
          <p:cNvPr id="4" name="Freeform 13"/>
          <p:cNvSpPr>
            <a:spLocks/>
          </p:cNvSpPr>
          <p:nvPr/>
        </p:nvSpPr>
        <p:spPr bwMode="auto">
          <a:xfrm>
            <a:off x="10164502" y="3431366"/>
            <a:ext cx="2027498" cy="1482489"/>
          </a:xfrm>
          <a:custGeom>
            <a:avLst/>
            <a:gdLst>
              <a:gd name="T0" fmla="*/ 1230 w 1276"/>
              <a:gd name="T1" fmla="*/ 748 h 933"/>
              <a:gd name="T2" fmla="*/ 1221 w 1276"/>
              <a:gd name="T3" fmla="*/ 748 h 933"/>
              <a:gd name="T4" fmla="*/ 1206 w 1276"/>
              <a:gd name="T5" fmla="*/ 748 h 933"/>
              <a:gd name="T6" fmla="*/ 1211 w 1276"/>
              <a:gd name="T7" fmla="*/ 216 h 933"/>
              <a:gd name="T8" fmla="*/ 1218 w 1276"/>
              <a:gd name="T9" fmla="*/ 216 h 933"/>
              <a:gd name="T10" fmla="*/ 1221 w 1276"/>
              <a:gd name="T11" fmla="*/ 214 h 933"/>
              <a:gd name="T12" fmla="*/ 1218 w 1276"/>
              <a:gd name="T13" fmla="*/ 185 h 933"/>
              <a:gd name="T14" fmla="*/ 1206 w 1276"/>
              <a:gd name="T15" fmla="*/ 182 h 933"/>
              <a:gd name="T16" fmla="*/ 1192 w 1276"/>
              <a:gd name="T17" fmla="*/ 180 h 933"/>
              <a:gd name="T18" fmla="*/ 1182 w 1276"/>
              <a:gd name="T19" fmla="*/ 0 h 933"/>
              <a:gd name="T20" fmla="*/ 1172 w 1276"/>
              <a:gd name="T21" fmla="*/ 180 h 933"/>
              <a:gd name="T22" fmla="*/ 1158 w 1276"/>
              <a:gd name="T23" fmla="*/ 180 h 933"/>
              <a:gd name="T24" fmla="*/ 1143 w 1276"/>
              <a:gd name="T25" fmla="*/ 182 h 933"/>
              <a:gd name="T26" fmla="*/ 1141 w 1276"/>
              <a:gd name="T27" fmla="*/ 212 h 933"/>
              <a:gd name="T28" fmla="*/ 1143 w 1276"/>
              <a:gd name="T29" fmla="*/ 214 h 933"/>
              <a:gd name="T30" fmla="*/ 1151 w 1276"/>
              <a:gd name="T31" fmla="*/ 214 h 933"/>
              <a:gd name="T32" fmla="*/ 1071 w 1276"/>
              <a:gd name="T33" fmla="*/ 659 h 933"/>
              <a:gd name="T34" fmla="*/ 659 w 1276"/>
              <a:gd name="T35" fmla="*/ 496 h 933"/>
              <a:gd name="T36" fmla="*/ 666 w 1276"/>
              <a:gd name="T37" fmla="*/ 491 h 933"/>
              <a:gd name="T38" fmla="*/ 611 w 1276"/>
              <a:gd name="T39" fmla="*/ 430 h 933"/>
              <a:gd name="T40" fmla="*/ 620 w 1276"/>
              <a:gd name="T41" fmla="*/ 425 h 933"/>
              <a:gd name="T42" fmla="*/ 606 w 1276"/>
              <a:gd name="T43" fmla="*/ 420 h 933"/>
              <a:gd name="T44" fmla="*/ 608 w 1276"/>
              <a:gd name="T45" fmla="*/ 406 h 933"/>
              <a:gd name="T46" fmla="*/ 606 w 1276"/>
              <a:gd name="T47" fmla="*/ 389 h 933"/>
              <a:gd name="T48" fmla="*/ 594 w 1276"/>
              <a:gd name="T49" fmla="*/ 379 h 933"/>
              <a:gd name="T50" fmla="*/ 586 w 1276"/>
              <a:gd name="T51" fmla="*/ 377 h 933"/>
              <a:gd name="T52" fmla="*/ 569 w 1276"/>
              <a:gd name="T53" fmla="*/ 377 h 933"/>
              <a:gd name="T54" fmla="*/ 562 w 1276"/>
              <a:gd name="T55" fmla="*/ 379 h 933"/>
              <a:gd name="T56" fmla="*/ 552 w 1276"/>
              <a:gd name="T57" fmla="*/ 391 h 933"/>
              <a:gd name="T58" fmla="*/ 548 w 1276"/>
              <a:gd name="T59" fmla="*/ 399 h 933"/>
              <a:gd name="T60" fmla="*/ 548 w 1276"/>
              <a:gd name="T61" fmla="*/ 413 h 933"/>
              <a:gd name="T62" fmla="*/ 552 w 1276"/>
              <a:gd name="T63" fmla="*/ 423 h 933"/>
              <a:gd name="T64" fmla="*/ 538 w 1276"/>
              <a:gd name="T65" fmla="*/ 425 h 933"/>
              <a:gd name="T66" fmla="*/ 548 w 1276"/>
              <a:gd name="T67" fmla="*/ 430 h 933"/>
              <a:gd name="T68" fmla="*/ 519 w 1276"/>
              <a:gd name="T69" fmla="*/ 491 h 933"/>
              <a:gd name="T70" fmla="*/ 412 w 1276"/>
              <a:gd name="T71" fmla="*/ 491 h 933"/>
              <a:gd name="T72" fmla="*/ 402 w 1276"/>
              <a:gd name="T73" fmla="*/ 491 h 933"/>
              <a:gd name="T74" fmla="*/ 359 w 1276"/>
              <a:gd name="T75" fmla="*/ 464 h 933"/>
              <a:gd name="T76" fmla="*/ 366 w 1276"/>
              <a:gd name="T77" fmla="*/ 459 h 933"/>
              <a:gd name="T78" fmla="*/ 204 w 1276"/>
              <a:gd name="T79" fmla="*/ 447 h 933"/>
              <a:gd name="T80" fmla="*/ 194 w 1276"/>
              <a:gd name="T81" fmla="*/ 416 h 933"/>
              <a:gd name="T82" fmla="*/ 177 w 1276"/>
              <a:gd name="T83" fmla="*/ 391 h 933"/>
              <a:gd name="T84" fmla="*/ 155 w 1276"/>
              <a:gd name="T85" fmla="*/ 369 h 933"/>
              <a:gd name="T86" fmla="*/ 141 w 1276"/>
              <a:gd name="T87" fmla="*/ 360 h 933"/>
              <a:gd name="T88" fmla="*/ 114 w 1276"/>
              <a:gd name="T89" fmla="*/ 350 h 933"/>
              <a:gd name="T90" fmla="*/ 112 w 1276"/>
              <a:gd name="T91" fmla="*/ 348 h 933"/>
              <a:gd name="T92" fmla="*/ 97 w 1276"/>
              <a:gd name="T93" fmla="*/ 345 h 933"/>
              <a:gd name="T94" fmla="*/ 92 w 1276"/>
              <a:gd name="T95" fmla="*/ 345 h 933"/>
              <a:gd name="T96" fmla="*/ 88 w 1276"/>
              <a:gd name="T97" fmla="*/ 345 h 933"/>
              <a:gd name="T98" fmla="*/ 78 w 1276"/>
              <a:gd name="T99" fmla="*/ 263 h 933"/>
              <a:gd name="T100" fmla="*/ 73 w 1276"/>
              <a:gd name="T101" fmla="*/ 345 h 933"/>
              <a:gd name="T102" fmla="*/ 68 w 1276"/>
              <a:gd name="T103" fmla="*/ 345 h 933"/>
              <a:gd name="T104" fmla="*/ 51 w 1276"/>
              <a:gd name="T105" fmla="*/ 348 h 933"/>
              <a:gd name="T106" fmla="*/ 51 w 1276"/>
              <a:gd name="T107" fmla="*/ 348 h 933"/>
              <a:gd name="T108" fmla="*/ 37 w 1276"/>
              <a:gd name="T109" fmla="*/ 355 h 933"/>
              <a:gd name="T110" fmla="*/ 22 w 1276"/>
              <a:gd name="T111" fmla="*/ 360 h 933"/>
              <a:gd name="T112" fmla="*/ 0 w 1276"/>
              <a:gd name="T113" fmla="*/ 374 h 933"/>
              <a:gd name="T114" fmla="*/ 1276 w 1276"/>
              <a:gd name="T115" fmla="*/ 933 h 933"/>
              <a:gd name="T116" fmla="*/ 1233 w 1276"/>
              <a:gd name="T117" fmla="*/ 739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76" h="933">
                <a:moveTo>
                  <a:pt x="1233" y="746"/>
                </a:moveTo>
                <a:lnTo>
                  <a:pt x="1230" y="748"/>
                </a:lnTo>
                <a:lnTo>
                  <a:pt x="1228" y="748"/>
                </a:lnTo>
                <a:lnTo>
                  <a:pt x="1221" y="748"/>
                </a:lnTo>
                <a:lnTo>
                  <a:pt x="1216" y="748"/>
                </a:lnTo>
                <a:lnTo>
                  <a:pt x="1206" y="748"/>
                </a:lnTo>
                <a:lnTo>
                  <a:pt x="1206" y="741"/>
                </a:lnTo>
                <a:lnTo>
                  <a:pt x="1211" y="216"/>
                </a:lnTo>
                <a:lnTo>
                  <a:pt x="1213" y="216"/>
                </a:lnTo>
                <a:lnTo>
                  <a:pt x="1218" y="216"/>
                </a:lnTo>
                <a:lnTo>
                  <a:pt x="1221" y="214"/>
                </a:lnTo>
                <a:lnTo>
                  <a:pt x="1221" y="214"/>
                </a:lnTo>
                <a:lnTo>
                  <a:pt x="1221" y="185"/>
                </a:lnTo>
                <a:lnTo>
                  <a:pt x="1218" y="185"/>
                </a:lnTo>
                <a:lnTo>
                  <a:pt x="1213" y="182"/>
                </a:lnTo>
                <a:lnTo>
                  <a:pt x="1206" y="182"/>
                </a:lnTo>
                <a:lnTo>
                  <a:pt x="1197" y="180"/>
                </a:lnTo>
                <a:lnTo>
                  <a:pt x="1192" y="180"/>
                </a:lnTo>
                <a:lnTo>
                  <a:pt x="1192" y="93"/>
                </a:lnTo>
                <a:lnTo>
                  <a:pt x="1182" y="0"/>
                </a:lnTo>
                <a:lnTo>
                  <a:pt x="1175" y="90"/>
                </a:lnTo>
                <a:lnTo>
                  <a:pt x="1172" y="180"/>
                </a:lnTo>
                <a:lnTo>
                  <a:pt x="1165" y="180"/>
                </a:lnTo>
                <a:lnTo>
                  <a:pt x="1158" y="180"/>
                </a:lnTo>
                <a:lnTo>
                  <a:pt x="1151" y="180"/>
                </a:lnTo>
                <a:lnTo>
                  <a:pt x="1143" y="182"/>
                </a:lnTo>
                <a:lnTo>
                  <a:pt x="1141" y="182"/>
                </a:lnTo>
                <a:lnTo>
                  <a:pt x="1141" y="212"/>
                </a:lnTo>
                <a:lnTo>
                  <a:pt x="1141" y="212"/>
                </a:lnTo>
                <a:lnTo>
                  <a:pt x="1143" y="214"/>
                </a:lnTo>
                <a:lnTo>
                  <a:pt x="1148" y="214"/>
                </a:lnTo>
                <a:lnTo>
                  <a:pt x="1151" y="214"/>
                </a:lnTo>
                <a:lnTo>
                  <a:pt x="1146" y="714"/>
                </a:lnTo>
                <a:lnTo>
                  <a:pt x="1071" y="659"/>
                </a:lnTo>
                <a:lnTo>
                  <a:pt x="661" y="651"/>
                </a:lnTo>
                <a:lnTo>
                  <a:pt x="659" y="496"/>
                </a:lnTo>
                <a:lnTo>
                  <a:pt x="666" y="496"/>
                </a:lnTo>
                <a:lnTo>
                  <a:pt x="666" y="491"/>
                </a:lnTo>
                <a:lnTo>
                  <a:pt x="611" y="491"/>
                </a:lnTo>
                <a:lnTo>
                  <a:pt x="611" y="430"/>
                </a:lnTo>
                <a:lnTo>
                  <a:pt x="620" y="428"/>
                </a:lnTo>
                <a:lnTo>
                  <a:pt x="620" y="425"/>
                </a:lnTo>
                <a:lnTo>
                  <a:pt x="603" y="423"/>
                </a:lnTo>
                <a:lnTo>
                  <a:pt x="606" y="420"/>
                </a:lnTo>
                <a:lnTo>
                  <a:pt x="608" y="413"/>
                </a:lnTo>
                <a:lnTo>
                  <a:pt x="608" y="406"/>
                </a:lnTo>
                <a:lnTo>
                  <a:pt x="608" y="399"/>
                </a:lnTo>
                <a:lnTo>
                  <a:pt x="606" y="389"/>
                </a:lnTo>
                <a:lnTo>
                  <a:pt x="601" y="384"/>
                </a:lnTo>
                <a:lnTo>
                  <a:pt x="594" y="379"/>
                </a:lnTo>
                <a:lnTo>
                  <a:pt x="586" y="377"/>
                </a:lnTo>
                <a:lnTo>
                  <a:pt x="586" y="377"/>
                </a:lnTo>
                <a:lnTo>
                  <a:pt x="577" y="374"/>
                </a:lnTo>
                <a:lnTo>
                  <a:pt x="569" y="377"/>
                </a:lnTo>
                <a:lnTo>
                  <a:pt x="569" y="377"/>
                </a:lnTo>
                <a:lnTo>
                  <a:pt x="562" y="379"/>
                </a:lnTo>
                <a:lnTo>
                  <a:pt x="557" y="384"/>
                </a:lnTo>
                <a:lnTo>
                  <a:pt x="552" y="391"/>
                </a:lnTo>
                <a:lnTo>
                  <a:pt x="548" y="399"/>
                </a:lnTo>
                <a:lnTo>
                  <a:pt x="548" y="399"/>
                </a:lnTo>
                <a:lnTo>
                  <a:pt x="548" y="406"/>
                </a:lnTo>
                <a:lnTo>
                  <a:pt x="548" y="413"/>
                </a:lnTo>
                <a:lnTo>
                  <a:pt x="552" y="420"/>
                </a:lnTo>
                <a:lnTo>
                  <a:pt x="552" y="423"/>
                </a:lnTo>
                <a:lnTo>
                  <a:pt x="552" y="423"/>
                </a:lnTo>
                <a:lnTo>
                  <a:pt x="538" y="425"/>
                </a:lnTo>
                <a:lnTo>
                  <a:pt x="538" y="430"/>
                </a:lnTo>
                <a:lnTo>
                  <a:pt x="548" y="430"/>
                </a:lnTo>
                <a:lnTo>
                  <a:pt x="550" y="491"/>
                </a:lnTo>
                <a:lnTo>
                  <a:pt x="519" y="491"/>
                </a:lnTo>
                <a:lnTo>
                  <a:pt x="509" y="491"/>
                </a:lnTo>
                <a:lnTo>
                  <a:pt x="412" y="491"/>
                </a:lnTo>
                <a:lnTo>
                  <a:pt x="412" y="491"/>
                </a:lnTo>
                <a:lnTo>
                  <a:pt x="402" y="491"/>
                </a:lnTo>
                <a:lnTo>
                  <a:pt x="359" y="491"/>
                </a:lnTo>
                <a:lnTo>
                  <a:pt x="359" y="464"/>
                </a:lnTo>
                <a:lnTo>
                  <a:pt x="366" y="464"/>
                </a:lnTo>
                <a:lnTo>
                  <a:pt x="366" y="459"/>
                </a:lnTo>
                <a:lnTo>
                  <a:pt x="206" y="459"/>
                </a:lnTo>
                <a:lnTo>
                  <a:pt x="204" y="447"/>
                </a:lnTo>
                <a:lnTo>
                  <a:pt x="201" y="430"/>
                </a:lnTo>
                <a:lnTo>
                  <a:pt x="194" y="416"/>
                </a:lnTo>
                <a:lnTo>
                  <a:pt x="187" y="403"/>
                </a:lnTo>
                <a:lnTo>
                  <a:pt x="177" y="391"/>
                </a:lnTo>
                <a:lnTo>
                  <a:pt x="167" y="379"/>
                </a:lnTo>
                <a:lnTo>
                  <a:pt x="155" y="369"/>
                </a:lnTo>
                <a:lnTo>
                  <a:pt x="141" y="362"/>
                </a:lnTo>
                <a:lnTo>
                  <a:pt x="141" y="360"/>
                </a:lnTo>
                <a:lnTo>
                  <a:pt x="126" y="355"/>
                </a:lnTo>
                <a:lnTo>
                  <a:pt x="114" y="350"/>
                </a:lnTo>
                <a:lnTo>
                  <a:pt x="114" y="348"/>
                </a:lnTo>
                <a:lnTo>
                  <a:pt x="112" y="348"/>
                </a:lnTo>
                <a:lnTo>
                  <a:pt x="112" y="348"/>
                </a:lnTo>
                <a:lnTo>
                  <a:pt x="97" y="345"/>
                </a:lnTo>
                <a:lnTo>
                  <a:pt x="95" y="345"/>
                </a:lnTo>
                <a:lnTo>
                  <a:pt x="92" y="345"/>
                </a:lnTo>
                <a:lnTo>
                  <a:pt x="90" y="345"/>
                </a:lnTo>
                <a:lnTo>
                  <a:pt x="88" y="345"/>
                </a:lnTo>
                <a:lnTo>
                  <a:pt x="90" y="263"/>
                </a:lnTo>
                <a:lnTo>
                  <a:pt x="78" y="263"/>
                </a:lnTo>
                <a:lnTo>
                  <a:pt x="75" y="345"/>
                </a:lnTo>
                <a:lnTo>
                  <a:pt x="73" y="345"/>
                </a:lnTo>
                <a:lnTo>
                  <a:pt x="71" y="345"/>
                </a:lnTo>
                <a:lnTo>
                  <a:pt x="68" y="345"/>
                </a:lnTo>
                <a:lnTo>
                  <a:pt x="54" y="348"/>
                </a:lnTo>
                <a:lnTo>
                  <a:pt x="51" y="348"/>
                </a:lnTo>
                <a:lnTo>
                  <a:pt x="51" y="348"/>
                </a:lnTo>
                <a:lnTo>
                  <a:pt x="51" y="348"/>
                </a:lnTo>
                <a:lnTo>
                  <a:pt x="51" y="350"/>
                </a:lnTo>
                <a:lnTo>
                  <a:pt x="37" y="355"/>
                </a:lnTo>
                <a:lnTo>
                  <a:pt x="22" y="360"/>
                </a:lnTo>
                <a:lnTo>
                  <a:pt x="22" y="360"/>
                </a:lnTo>
                <a:lnTo>
                  <a:pt x="8" y="369"/>
                </a:lnTo>
                <a:lnTo>
                  <a:pt x="0" y="374"/>
                </a:lnTo>
                <a:lnTo>
                  <a:pt x="0" y="933"/>
                </a:lnTo>
                <a:lnTo>
                  <a:pt x="1276" y="933"/>
                </a:lnTo>
                <a:lnTo>
                  <a:pt x="1276" y="739"/>
                </a:lnTo>
                <a:lnTo>
                  <a:pt x="1233" y="739"/>
                </a:lnTo>
                <a:lnTo>
                  <a:pt x="1233" y="746"/>
                </a:lnTo>
                <a:close/>
              </a:path>
            </a:pathLst>
          </a:custGeom>
          <a:solidFill>
            <a:srgbClr val="0B2951"/>
          </a:solidFill>
          <a:ln>
            <a:noFill/>
          </a:ln>
        </p:spPr>
        <p:txBody>
          <a:bodyPr vert="horz" wrap="square" lIns="91440" tIns="45720" rIns="91440" bIns="45720" numCol="1" anchor="t" anchorCtr="0" compatLnSpc="1">
            <a:prstTxWarp prst="textNoShape">
              <a:avLst/>
            </a:prstTxWarp>
          </a:bodyPr>
          <a:lstStyle/>
          <a:p>
            <a:endParaRPr lang="id-ID"/>
          </a:p>
        </p:txBody>
      </p:sp>
      <p:sp>
        <p:nvSpPr>
          <p:cNvPr id="5" name="Freeform 14"/>
          <p:cNvSpPr>
            <a:spLocks noEditPoints="1"/>
          </p:cNvSpPr>
          <p:nvPr/>
        </p:nvSpPr>
        <p:spPr bwMode="auto">
          <a:xfrm>
            <a:off x="8129058" y="2409672"/>
            <a:ext cx="2035444" cy="2504183"/>
          </a:xfrm>
          <a:custGeom>
            <a:avLst/>
            <a:gdLst>
              <a:gd name="T0" fmla="*/ 1247 w 1281"/>
              <a:gd name="T1" fmla="*/ 1059 h 1576"/>
              <a:gd name="T2" fmla="*/ 1063 w 1281"/>
              <a:gd name="T3" fmla="*/ 1107 h 1576"/>
              <a:gd name="T4" fmla="*/ 1010 w 1281"/>
              <a:gd name="T5" fmla="*/ 634 h 1576"/>
              <a:gd name="T6" fmla="*/ 879 w 1281"/>
              <a:gd name="T7" fmla="*/ 801 h 1576"/>
              <a:gd name="T8" fmla="*/ 831 w 1281"/>
              <a:gd name="T9" fmla="*/ 306 h 1576"/>
              <a:gd name="T10" fmla="*/ 882 w 1281"/>
              <a:gd name="T11" fmla="*/ 296 h 1576"/>
              <a:gd name="T12" fmla="*/ 882 w 1281"/>
              <a:gd name="T13" fmla="*/ 264 h 1576"/>
              <a:gd name="T14" fmla="*/ 884 w 1281"/>
              <a:gd name="T15" fmla="*/ 245 h 1576"/>
              <a:gd name="T16" fmla="*/ 879 w 1281"/>
              <a:gd name="T17" fmla="*/ 89 h 1576"/>
              <a:gd name="T18" fmla="*/ 877 w 1281"/>
              <a:gd name="T19" fmla="*/ 143 h 1576"/>
              <a:gd name="T20" fmla="*/ 795 w 1281"/>
              <a:gd name="T21" fmla="*/ 111 h 1576"/>
              <a:gd name="T22" fmla="*/ 790 w 1281"/>
              <a:gd name="T23" fmla="*/ 145 h 1576"/>
              <a:gd name="T24" fmla="*/ 710 w 1281"/>
              <a:gd name="T25" fmla="*/ 114 h 1576"/>
              <a:gd name="T26" fmla="*/ 703 w 1281"/>
              <a:gd name="T27" fmla="*/ 89 h 1576"/>
              <a:gd name="T28" fmla="*/ 623 w 1281"/>
              <a:gd name="T29" fmla="*/ 153 h 1576"/>
              <a:gd name="T30" fmla="*/ 615 w 1281"/>
              <a:gd name="T31" fmla="*/ 153 h 1576"/>
              <a:gd name="T32" fmla="*/ 615 w 1281"/>
              <a:gd name="T33" fmla="*/ 89 h 1576"/>
              <a:gd name="T34" fmla="*/ 536 w 1281"/>
              <a:gd name="T35" fmla="*/ 153 h 1576"/>
              <a:gd name="T36" fmla="*/ 528 w 1281"/>
              <a:gd name="T37" fmla="*/ 153 h 1576"/>
              <a:gd name="T38" fmla="*/ 526 w 1281"/>
              <a:gd name="T39" fmla="*/ 0 h 1576"/>
              <a:gd name="T40" fmla="*/ 521 w 1281"/>
              <a:gd name="T41" fmla="*/ 145 h 1576"/>
              <a:gd name="T42" fmla="*/ 499 w 1281"/>
              <a:gd name="T43" fmla="*/ 189 h 1576"/>
              <a:gd name="T44" fmla="*/ 468 w 1281"/>
              <a:gd name="T45" fmla="*/ 191 h 1576"/>
              <a:gd name="T46" fmla="*/ 448 w 1281"/>
              <a:gd name="T47" fmla="*/ 191 h 1576"/>
              <a:gd name="T48" fmla="*/ 429 w 1281"/>
              <a:gd name="T49" fmla="*/ 194 h 1576"/>
              <a:gd name="T50" fmla="*/ 412 w 1281"/>
              <a:gd name="T51" fmla="*/ 196 h 1576"/>
              <a:gd name="T52" fmla="*/ 395 w 1281"/>
              <a:gd name="T53" fmla="*/ 199 h 1576"/>
              <a:gd name="T54" fmla="*/ 366 w 1281"/>
              <a:gd name="T55" fmla="*/ 206 h 1576"/>
              <a:gd name="T56" fmla="*/ 354 w 1281"/>
              <a:gd name="T57" fmla="*/ 208 h 1576"/>
              <a:gd name="T58" fmla="*/ 347 w 1281"/>
              <a:gd name="T59" fmla="*/ 213 h 1576"/>
              <a:gd name="T60" fmla="*/ 342 w 1281"/>
              <a:gd name="T61" fmla="*/ 216 h 1576"/>
              <a:gd name="T62" fmla="*/ 342 w 1281"/>
              <a:gd name="T63" fmla="*/ 216 h 1576"/>
              <a:gd name="T64" fmla="*/ 337 w 1281"/>
              <a:gd name="T65" fmla="*/ 221 h 1576"/>
              <a:gd name="T66" fmla="*/ 339 w 1281"/>
              <a:gd name="T67" fmla="*/ 228 h 1576"/>
              <a:gd name="T68" fmla="*/ 337 w 1281"/>
              <a:gd name="T69" fmla="*/ 223 h 1576"/>
              <a:gd name="T70" fmla="*/ 337 w 1281"/>
              <a:gd name="T71" fmla="*/ 228 h 1576"/>
              <a:gd name="T72" fmla="*/ 339 w 1281"/>
              <a:gd name="T73" fmla="*/ 230 h 1576"/>
              <a:gd name="T74" fmla="*/ 342 w 1281"/>
              <a:gd name="T75" fmla="*/ 233 h 1576"/>
              <a:gd name="T76" fmla="*/ 344 w 1281"/>
              <a:gd name="T77" fmla="*/ 238 h 1576"/>
              <a:gd name="T78" fmla="*/ 352 w 1281"/>
              <a:gd name="T79" fmla="*/ 240 h 1576"/>
              <a:gd name="T80" fmla="*/ 359 w 1281"/>
              <a:gd name="T81" fmla="*/ 242 h 1576"/>
              <a:gd name="T82" fmla="*/ 368 w 1281"/>
              <a:gd name="T83" fmla="*/ 245 h 1576"/>
              <a:gd name="T84" fmla="*/ 378 w 1281"/>
              <a:gd name="T85" fmla="*/ 247 h 1576"/>
              <a:gd name="T86" fmla="*/ 390 w 1281"/>
              <a:gd name="T87" fmla="*/ 250 h 1576"/>
              <a:gd name="T88" fmla="*/ 400 w 1281"/>
              <a:gd name="T89" fmla="*/ 252 h 1576"/>
              <a:gd name="T90" fmla="*/ 402 w 1281"/>
              <a:gd name="T91" fmla="*/ 310 h 1576"/>
              <a:gd name="T92" fmla="*/ 402 w 1281"/>
              <a:gd name="T93" fmla="*/ 371 h 1576"/>
              <a:gd name="T94" fmla="*/ 402 w 1281"/>
              <a:gd name="T95" fmla="*/ 400 h 1576"/>
              <a:gd name="T96" fmla="*/ 400 w 1281"/>
              <a:gd name="T97" fmla="*/ 1260 h 1576"/>
              <a:gd name="T98" fmla="*/ 90 w 1281"/>
              <a:gd name="T99" fmla="*/ 383 h 1576"/>
              <a:gd name="T100" fmla="*/ 10 w 1281"/>
              <a:gd name="T101" fmla="*/ 1224 h 1576"/>
              <a:gd name="T102" fmla="*/ 1281 w 1281"/>
              <a:gd name="T103" fmla="*/ 1576 h 1576"/>
              <a:gd name="T104" fmla="*/ 352 w 1281"/>
              <a:gd name="T105" fmla="*/ 228 h 1576"/>
              <a:gd name="T106" fmla="*/ 342 w 1281"/>
              <a:gd name="T107" fmla="*/ 225 h 1576"/>
              <a:gd name="T108" fmla="*/ 342 w 1281"/>
              <a:gd name="T109" fmla="*/ 228 h 1576"/>
              <a:gd name="T110" fmla="*/ 410 w 1281"/>
              <a:gd name="T111" fmla="*/ 199 h 1576"/>
              <a:gd name="T112" fmla="*/ 412 w 1281"/>
              <a:gd name="T113" fmla="*/ 206 h 1576"/>
              <a:gd name="T114" fmla="*/ 419 w 1281"/>
              <a:gd name="T115" fmla="*/ 211 h 1576"/>
              <a:gd name="T116" fmla="*/ 427 w 1281"/>
              <a:gd name="T117" fmla="*/ 196 h 1576"/>
              <a:gd name="T118" fmla="*/ 429 w 1281"/>
              <a:gd name="T119" fmla="*/ 204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81" h="1576">
                <a:moveTo>
                  <a:pt x="1281" y="1017"/>
                </a:moveTo>
                <a:lnTo>
                  <a:pt x="1277" y="1022"/>
                </a:lnTo>
                <a:lnTo>
                  <a:pt x="1264" y="1032"/>
                </a:lnTo>
                <a:lnTo>
                  <a:pt x="1255" y="1044"/>
                </a:lnTo>
                <a:lnTo>
                  <a:pt x="1247" y="1059"/>
                </a:lnTo>
                <a:lnTo>
                  <a:pt x="1240" y="1073"/>
                </a:lnTo>
                <a:lnTo>
                  <a:pt x="1235" y="1090"/>
                </a:lnTo>
                <a:lnTo>
                  <a:pt x="1235" y="1102"/>
                </a:lnTo>
                <a:lnTo>
                  <a:pt x="1063" y="1102"/>
                </a:lnTo>
                <a:lnTo>
                  <a:pt x="1063" y="1107"/>
                </a:lnTo>
                <a:lnTo>
                  <a:pt x="1071" y="1107"/>
                </a:lnTo>
                <a:lnTo>
                  <a:pt x="1071" y="1134"/>
                </a:lnTo>
                <a:lnTo>
                  <a:pt x="1051" y="1134"/>
                </a:lnTo>
                <a:lnTo>
                  <a:pt x="1051" y="634"/>
                </a:lnTo>
                <a:lnTo>
                  <a:pt x="1010" y="634"/>
                </a:lnTo>
                <a:lnTo>
                  <a:pt x="1010" y="602"/>
                </a:lnTo>
                <a:lnTo>
                  <a:pt x="925" y="602"/>
                </a:lnTo>
                <a:lnTo>
                  <a:pt x="925" y="634"/>
                </a:lnTo>
                <a:lnTo>
                  <a:pt x="879" y="634"/>
                </a:lnTo>
                <a:lnTo>
                  <a:pt x="879" y="801"/>
                </a:lnTo>
                <a:lnTo>
                  <a:pt x="848" y="801"/>
                </a:lnTo>
                <a:lnTo>
                  <a:pt x="848" y="825"/>
                </a:lnTo>
                <a:lnTo>
                  <a:pt x="831" y="825"/>
                </a:lnTo>
                <a:lnTo>
                  <a:pt x="831" y="495"/>
                </a:lnTo>
                <a:lnTo>
                  <a:pt x="831" y="306"/>
                </a:lnTo>
                <a:lnTo>
                  <a:pt x="872" y="306"/>
                </a:lnTo>
                <a:lnTo>
                  <a:pt x="872" y="306"/>
                </a:lnTo>
                <a:lnTo>
                  <a:pt x="872" y="306"/>
                </a:lnTo>
                <a:lnTo>
                  <a:pt x="882" y="306"/>
                </a:lnTo>
                <a:lnTo>
                  <a:pt x="882" y="296"/>
                </a:lnTo>
                <a:lnTo>
                  <a:pt x="884" y="296"/>
                </a:lnTo>
                <a:lnTo>
                  <a:pt x="887" y="289"/>
                </a:lnTo>
                <a:lnTo>
                  <a:pt x="887" y="281"/>
                </a:lnTo>
                <a:lnTo>
                  <a:pt x="882" y="281"/>
                </a:lnTo>
                <a:lnTo>
                  <a:pt x="882" y="264"/>
                </a:lnTo>
                <a:lnTo>
                  <a:pt x="884" y="264"/>
                </a:lnTo>
                <a:lnTo>
                  <a:pt x="884" y="262"/>
                </a:lnTo>
                <a:lnTo>
                  <a:pt x="884" y="247"/>
                </a:lnTo>
                <a:lnTo>
                  <a:pt x="884" y="247"/>
                </a:lnTo>
                <a:lnTo>
                  <a:pt x="884" y="245"/>
                </a:lnTo>
                <a:lnTo>
                  <a:pt x="884" y="143"/>
                </a:lnTo>
                <a:lnTo>
                  <a:pt x="882" y="143"/>
                </a:lnTo>
                <a:lnTo>
                  <a:pt x="882" y="89"/>
                </a:lnTo>
                <a:lnTo>
                  <a:pt x="879" y="89"/>
                </a:lnTo>
                <a:lnTo>
                  <a:pt x="879" y="89"/>
                </a:lnTo>
                <a:lnTo>
                  <a:pt x="879" y="111"/>
                </a:lnTo>
                <a:lnTo>
                  <a:pt x="877" y="111"/>
                </a:lnTo>
                <a:lnTo>
                  <a:pt x="877" y="111"/>
                </a:lnTo>
                <a:lnTo>
                  <a:pt x="877" y="143"/>
                </a:lnTo>
                <a:lnTo>
                  <a:pt x="877" y="143"/>
                </a:lnTo>
                <a:lnTo>
                  <a:pt x="877" y="145"/>
                </a:lnTo>
                <a:lnTo>
                  <a:pt x="877" y="150"/>
                </a:lnTo>
                <a:lnTo>
                  <a:pt x="795" y="150"/>
                </a:lnTo>
                <a:lnTo>
                  <a:pt x="795" y="114"/>
                </a:lnTo>
                <a:lnTo>
                  <a:pt x="795" y="111"/>
                </a:lnTo>
                <a:lnTo>
                  <a:pt x="792" y="111"/>
                </a:lnTo>
                <a:lnTo>
                  <a:pt x="792" y="89"/>
                </a:lnTo>
                <a:lnTo>
                  <a:pt x="792" y="89"/>
                </a:lnTo>
                <a:lnTo>
                  <a:pt x="790" y="89"/>
                </a:lnTo>
                <a:lnTo>
                  <a:pt x="790" y="145"/>
                </a:lnTo>
                <a:lnTo>
                  <a:pt x="787" y="145"/>
                </a:lnTo>
                <a:lnTo>
                  <a:pt x="787" y="150"/>
                </a:lnTo>
                <a:lnTo>
                  <a:pt x="710" y="150"/>
                </a:lnTo>
                <a:lnTo>
                  <a:pt x="710" y="114"/>
                </a:lnTo>
                <a:lnTo>
                  <a:pt x="710" y="114"/>
                </a:lnTo>
                <a:lnTo>
                  <a:pt x="705" y="114"/>
                </a:lnTo>
                <a:lnTo>
                  <a:pt x="705" y="145"/>
                </a:lnTo>
                <a:lnTo>
                  <a:pt x="705" y="145"/>
                </a:lnTo>
                <a:lnTo>
                  <a:pt x="705" y="89"/>
                </a:lnTo>
                <a:lnTo>
                  <a:pt x="703" y="89"/>
                </a:lnTo>
                <a:lnTo>
                  <a:pt x="700" y="89"/>
                </a:lnTo>
                <a:lnTo>
                  <a:pt x="700" y="145"/>
                </a:lnTo>
                <a:lnTo>
                  <a:pt x="698" y="145"/>
                </a:lnTo>
                <a:lnTo>
                  <a:pt x="698" y="150"/>
                </a:lnTo>
                <a:lnTo>
                  <a:pt x="623" y="153"/>
                </a:lnTo>
                <a:lnTo>
                  <a:pt x="623" y="114"/>
                </a:lnTo>
                <a:lnTo>
                  <a:pt x="623" y="114"/>
                </a:lnTo>
                <a:lnTo>
                  <a:pt x="618" y="114"/>
                </a:lnTo>
                <a:lnTo>
                  <a:pt x="618" y="153"/>
                </a:lnTo>
                <a:lnTo>
                  <a:pt x="615" y="153"/>
                </a:lnTo>
                <a:lnTo>
                  <a:pt x="615" y="148"/>
                </a:lnTo>
                <a:lnTo>
                  <a:pt x="615" y="145"/>
                </a:lnTo>
                <a:lnTo>
                  <a:pt x="615" y="145"/>
                </a:lnTo>
                <a:lnTo>
                  <a:pt x="615" y="92"/>
                </a:lnTo>
                <a:lnTo>
                  <a:pt x="615" y="89"/>
                </a:lnTo>
                <a:lnTo>
                  <a:pt x="611" y="89"/>
                </a:lnTo>
                <a:lnTo>
                  <a:pt x="611" y="145"/>
                </a:lnTo>
                <a:lnTo>
                  <a:pt x="608" y="145"/>
                </a:lnTo>
                <a:lnTo>
                  <a:pt x="608" y="153"/>
                </a:lnTo>
                <a:lnTo>
                  <a:pt x="536" y="153"/>
                </a:lnTo>
                <a:lnTo>
                  <a:pt x="536" y="114"/>
                </a:lnTo>
                <a:lnTo>
                  <a:pt x="536" y="114"/>
                </a:lnTo>
                <a:lnTo>
                  <a:pt x="533" y="114"/>
                </a:lnTo>
                <a:lnTo>
                  <a:pt x="533" y="153"/>
                </a:lnTo>
                <a:lnTo>
                  <a:pt x="528" y="153"/>
                </a:lnTo>
                <a:lnTo>
                  <a:pt x="528" y="148"/>
                </a:lnTo>
                <a:lnTo>
                  <a:pt x="526" y="145"/>
                </a:lnTo>
                <a:lnTo>
                  <a:pt x="526" y="145"/>
                </a:lnTo>
                <a:lnTo>
                  <a:pt x="526" y="2"/>
                </a:lnTo>
                <a:lnTo>
                  <a:pt x="526" y="0"/>
                </a:lnTo>
                <a:lnTo>
                  <a:pt x="521" y="0"/>
                </a:lnTo>
                <a:lnTo>
                  <a:pt x="521" y="92"/>
                </a:lnTo>
                <a:lnTo>
                  <a:pt x="521" y="92"/>
                </a:lnTo>
                <a:lnTo>
                  <a:pt x="521" y="145"/>
                </a:lnTo>
                <a:lnTo>
                  <a:pt x="521" y="145"/>
                </a:lnTo>
                <a:lnTo>
                  <a:pt x="521" y="187"/>
                </a:lnTo>
                <a:lnTo>
                  <a:pt x="511" y="189"/>
                </a:lnTo>
                <a:lnTo>
                  <a:pt x="511" y="189"/>
                </a:lnTo>
                <a:lnTo>
                  <a:pt x="509" y="189"/>
                </a:lnTo>
                <a:lnTo>
                  <a:pt x="499" y="189"/>
                </a:lnTo>
                <a:lnTo>
                  <a:pt x="490" y="189"/>
                </a:lnTo>
                <a:lnTo>
                  <a:pt x="490" y="189"/>
                </a:lnTo>
                <a:lnTo>
                  <a:pt x="487" y="189"/>
                </a:lnTo>
                <a:lnTo>
                  <a:pt x="477" y="189"/>
                </a:lnTo>
                <a:lnTo>
                  <a:pt x="468" y="191"/>
                </a:lnTo>
                <a:lnTo>
                  <a:pt x="468" y="191"/>
                </a:lnTo>
                <a:lnTo>
                  <a:pt x="465" y="191"/>
                </a:lnTo>
                <a:lnTo>
                  <a:pt x="465" y="191"/>
                </a:lnTo>
                <a:lnTo>
                  <a:pt x="456" y="191"/>
                </a:lnTo>
                <a:lnTo>
                  <a:pt x="448" y="191"/>
                </a:lnTo>
                <a:lnTo>
                  <a:pt x="448" y="191"/>
                </a:lnTo>
                <a:lnTo>
                  <a:pt x="446" y="191"/>
                </a:lnTo>
                <a:lnTo>
                  <a:pt x="439" y="194"/>
                </a:lnTo>
                <a:lnTo>
                  <a:pt x="429" y="194"/>
                </a:lnTo>
                <a:lnTo>
                  <a:pt x="429" y="194"/>
                </a:lnTo>
                <a:lnTo>
                  <a:pt x="429" y="194"/>
                </a:lnTo>
                <a:lnTo>
                  <a:pt x="419" y="196"/>
                </a:lnTo>
                <a:lnTo>
                  <a:pt x="412" y="196"/>
                </a:lnTo>
                <a:lnTo>
                  <a:pt x="412" y="196"/>
                </a:lnTo>
                <a:lnTo>
                  <a:pt x="412" y="196"/>
                </a:lnTo>
                <a:lnTo>
                  <a:pt x="412" y="196"/>
                </a:lnTo>
                <a:lnTo>
                  <a:pt x="412" y="196"/>
                </a:lnTo>
                <a:lnTo>
                  <a:pt x="405" y="199"/>
                </a:lnTo>
                <a:lnTo>
                  <a:pt x="398" y="199"/>
                </a:lnTo>
                <a:lnTo>
                  <a:pt x="395" y="199"/>
                </a:lnTo>
                <a:lnTo>
                  <a:pt x="390" y="201"/>
                </a:lnTo>
                <a:lnTo>
                  <a:pt x="383" y="201"/>
                </a:lnTo>
                <a:lnTo>
                  <a:pt x="383" y="201"/>
                </a:lnTo>
                <a:lnTo>
                  <a:pt x="376" y="204"/>
                </a:lnTo>
                <a:lnTo>
                  <a:pt x="366" y="206"/>
                </a:lnTo>
                <a:lnTo>
                  <a:pt x="356" y="208"/>
                </a:lnTo>
                <a:lnTo>
                  <a:pt x="354" y="208"/>
                </a:lnTo>
                <a:lnTo>
                  <a:pt x="354" y="208"/>
                </a:lnTo>
                <a:lnTo>
                  <a:pt x="354" y="208"/>
                </a:lnTo>
                <a:lnTo>
                  <a:pt x="354" y="208"/>
                </a:lnTo>
                <a:lnTo>
                  <a:pt x="354" y="208"/>
                </a:lnTo>
                <a:lnTo>
                  <a:pt x="349" y="211"/>
                </a:lnTo>
                <a:lnTo>
                  <a:pt x="349" y="211"/>
                </a:lnTo>
                <a:lnTo>
                  <a:pt x="347" y="213"/>
                </a:lnTo>
                <a:lnTo>
                  <a:pt x="347" y="213"/>
                </a:lnTo>
                <a:lnTo>
                  <a:pt x="347" y="213"/>
                </a:lnTo>
                <a:lnTo>
                  <a:pt x="344" y="213"/>
                </a:lnTo>
                <a:lnTo>
                  <a:pt x="342" y="216"/>
                </a:lnTo>
                <a:lnTo>
                  <a:pt x="342" y="216"/>
                </a:lnTo>
                <a:lnTo>
                  <a:pt x="342" y="216"/>
                </a:lnTo>
                <a:lnTo>
                  <a:pt x="339" y="218"/>
                </a:lnTo>
                <a:lnTo>
                  <a:pt x="339" y="218"/>
                </a:lnTo>
                <a:lnTo>
                  <a:pt x="339" y="218"/>
                </a:lnTo>
                <a:lnTo>
                  <a:pt x="342" y="216"/>
                </a:lnTo>
                <a:lnTo>
                  <a:pt x="342" y="216"/>
                </a:lnTo>
                <a:lnTo>
                  <a:pt x="342" y="216"/>
                </a:lnTo>
                <a:lnTo>
                  <a:pt x="339" y="218"/>
                </a:lnTo>
                <a:lnTo>
                  <a:pt x="339" y="218"/>
                </a:lnTo>
                <a:lnTo>
                  <a:pt x="337" y="221"/>
                </a:lnTo>
                <a:lnTo>
                  <a:pt x="337" y="221"/>
                </a:lnTo>
                <a:lnTo>
                  <a:pt x="337" y="223"/>
                </a:lnTo>
                <a:lnTo>
                  <a:pt x="337" y="223"/>
                </a:lnTo>
                <a:lnTo>
                  <a:pt x="337" y="225"/>
                </a:lnTo>
                <a:lnTo>
                  <a:pt x="337" y="225"/>
                </a:lnTo>
                <a:lnTo>
                  <a:pt x="339" y="228"/>
                </a:lnTo>
                <a:lnTo>
                  <a:pt x="337" y="225"/>
                </a:lnTo>
                <a:lnTo>
                  <a:pt x="337" y="225"/>
                </a:lnTo>
                <a:lnTo>
                  <a:pt x="337" y="223"/>
                </a:lnTo>
                <a:lnTo>
                  <a:pt x="337" y="223"/>
                </a:lnTo>
                <a:lnTo>
                  <a:pt x="337" y="223"/>
                </a:lnTo>
                <a:lnTo>
                  <a:pt x="337" y="223"/>
                </a:lnTo>
                <a:lnTo>
                  <a:pt x="337" y="223"/>
                </a:lnTo>
                <a:lnTo>
                  <a:pt x="337" y="225"/>
                </a:lnTo>
                <a:lnTo>
                  <a:pt x="337" y="225"/>
                </a:lnTo>
                <a:lnTo>
                  <a:pt x="337" y="228"/>
                </a:lnTo>
                <a:lnTo>
                  <a:pt x="337" y="228"/>
                </a:lnTo>
                <a:lnTo>
                  <a:pt x="337" y="228"/>
                </a:lnTo>
                <a:lnTo>
                  <a:pt x="337" y="228"/>
                </a:lnTo>
                <a:lnTo>
                  <a:pt x="337" y="230"/>
                </a:lnTo>
                <a:lnTo>
                  <a:pt x="339" y="230"/>
                </a:lnTo>
                <a:lnTo>
                  <a:pt x="339" y="233"/>
                </a:lnTo>
                <a:lnTo>
                  <a:pt x="339" y="233"/>
                </a:lnTo>
                <a:lnTo>
                  <a:pt x="339" y="233"/>
                </a:lnTo>
                <a:lnTo>
                  <a:pt x="339" y="233"/>
                </a:lnTo>
                <a:lnTo>
                  <a:pt x="342" y="233"/>
                </a:lnTo>
                <a:lnTo>
                  <a:pt x="342" y="235"/>
                </a:lnTo>
                <a:lnTo>
                  <a:pt x="342" y="235"/>
                </a:lnTo>
                <a:lnTo>
                  <a:pt x="344" y="238"/>
                </a:lnTo>
                <a:lnTo>
                  <a:pt x="344" y="238"/>
                </a:lnTo>
                <a:lnTo>
                  <a:pt x="344" y="238"/>
                </a:lnTo>
                <a:lnTo>
                  <a:pt x="347" y="238"/>
                </a:lnTo>
                <a:lnTo>
                  <a:pt x="347" y="238"/>
                </a:lnTo>
                <a:lnTo>
                  <a:pt x="349" y="238"/>
                </a:lnTo>
                <a:lnTo>
                  <a:pt x="352" y="240"/>
                </a:lnTo>
                <a:lnTo>
                  <a:pt x="352" y="240"/>
                </a:lnTo>
                <a:lnTo>
                  <a:pt x="352" y="240"/>
                </a:lnTo>
                <a:lnTo>
                  <a:pt x="352" y="240"/>
                </a:lnTo>
                <a:lnTo>
                  <a:pt x="352" y="240"/>
                </a:lnTo>
                <a:lnTo>
                  <a:pt x="356" y="242"/>
                </a:lnTo>
                <a:lnTo>
                  <a:pt x="359" y="242"/>
                </a:lnTo>
                <a:lnTo>
                  <a:pt x="359" y="242"/>
                </a:lnTo>
                <a:lnTo>
                  <a:pt x="359" y="242"/>
                </a:lnTo>
                <a:lnTo>
                  <a:pt x="359" y="242"/>
                </a:lnTo>
                <a:lnTo>
                  <a:pt x="364" y="245"/>
                </a:lnTo>
                <a:lnTo>
                  <a:pt x="368" y="245"/>
                </a:lnTo>
                <a:lnTo>
                  <a:pt x="368" y="245"/>
                </a:lnTo>
                <a:lnTo>
                  <a:pt x="368" y="245"/>
                </a:lnTo>
                <a:lnTo>
                  <a:pt x="368" y="245"/>
                </a:lnTo>
                <a:lnTo>
                  <a:pt x="373" y="247"/>
                </a:lnTo>
                <a:lnTo>
                  <a:pt x="378" y="247"/>
                </a:lnTo>
                <a:lnTo>
                  <a:pt x="378" y="247"/>
                </a:lnTo>
                <a:lnTo>
                  <a:pt x="381" y="247"/>
                </a:lnTo>
                <a:lnTo>
                  <a:pt x="381" y="247"/>
                </a:lnTo>
                <a:lnTo>
                  <a:pt x="385" y="250"/>
                </a:lnTo>
                <a:lnTo>
                  <a:pt x="390" y="250"/>
                </a:lnTo>
                <a:lnTo>
                  <a:pt x="390" y="250"/>
                </a:lnTo>
                <a:lnTo>
                  <a:pt x="393" y="250"/>
                </a:lnTo>
                <a:lnTo>
                  <a:pt x="393" y="250"/>
                </a:lnTo>
                <a:lnTo>
                  <a:pt x="398" y="252"/>
                </a:lnTo>
                <a:lnTo>
                  <a:pt x="400" y="252"/>
                </a:lnTo>
                <a:lnTo>
                  <a:pt x="460" y="262"/>
                </a:lnTo>
                <a:lnTo>
                  <a:pt x="460" y="301"/>
                </a:lnTo>
                <a:lnTo>
                  <a:pt x="436" y="303"/>
                </a:lnTo>
                <a:lnTo>
                  <a:pt x="417" y="308"/>
                </a:lnTo>
                <a:lnTo>
                  <a:pt x="402" y="310"/>
                </a:lnTo>
                <a:lnTo>
                  <a:pt x="398" y="315"/>
                </a:lnTo>
                <a:lnTo>
                  <a:pt x="398" y="337"/>
                </a:lnTo>
                <a:lnTo>
                  <a:pt x="402" y="342"/>
                </a:lnTo>
                <a:lnTo>
                  <a:pt x="402" y="342"/>
                </a:lnTo>
                <a:lnTo>
                  <a:pt x="402" y="371"/>
                </a:lnTo>
                <a:lnTo>
                  <a:pt x="398" y="374"/>
                </a:lnTo>
                <a:lnTo>
                  <a:pt x="398" y="376"/>
                </a:lnTo>
                <a:lnTo>
                  <a:pt x="402" y="381"/>
                </a:lnTo>
                <a:lnTo>
                  <a:pt x="402" y="381"/>
                </a:lnTo>
                <a:lnTo>
                  <a:pt x="402" y="400"/>
                </a:lnTo>
                <a:lnTo>
                  <a:pt x="398" y="403"/>
                </a:lnTo>
                <a:lnTo>
                  <a:pt x="398" y="412"/>
                </a:lnTo>
                <a:lnTo>
                  <a:pt x="402" y="417"/>
                </a:lnTo>
                <a:lnTo>
                  <a:pt x="402" y="417"/>
                </a:lnTo>
                <a:lnTo>
                  <a:pt x="400" y="1260"/>
                </a:lnTo>
                <a:lnTo>
                  <a:pt x="378" y="1260"/>
                </a:lnTo>
                <a:lnTo>
                  <a:pt x="376" y="415"/>
                </a:lnTo>
                <a:lnTo>
                  <a:pt x="315" y="415"/>
                </a:lnTo>
                <a:lnTo>
                  <a:pt x="315" y="383"/>
                </a:lnTo>
                <a:lnTo>
                  <a:pt x="90" y="383"/>
                </a:lnTo>
                <a:lnTo>
                  <a:pt x="75" y="415"/>
                </a:lnTo>
                <a:lnTo>
                  <a:pt x="42" y="415"/>
                </a:lnTo>
                <a:lnTo>
                  <a:pt x="17" y="473"/>
                </a:lnTo>
                <a:lnTo>
                  <a:pt x="17" y="1224"/>
                </a:lnTo>
                <a:lnTo>
                  <a:pt x="10" y="1224"/>
                </a:lnTo>
                <a:lnTo>
                  <a:pt x="10" y="1221"/>
                </a:lnTo>
                <a:lnTo>
                  <a:pt x="5" y="1219"/>
                </a:lnTo>
                <a:lnTo>
                  <a:pt x="0" y="1219"/>
                </a:lnTo>
                <a:lnTo>
                  <a:pt x="0" y="1576"/>
                </a:lnTo>
                <a:lnTo>
                  <a:pt x="1281" y="1576"/>
                </a:lnTo>
                <a:lnTo>
                  <a:pt x="1281" y="1017"/>
                </a:lnTo>
                <a:close/>
                <a:moveTo>
                  <a:pt x="342" y="225"/>
                </a:moveTo>
                <a:lnTo>
                  <a:pt x="344" y="225"/>
                </a:lnTo>
                <a:lnTo>
                  <a:pt x="344" y="225"/>
                </a:lnTo>
                <a:lnTo>
                  <a:pt x="352" y="228"/>
                </a:lnTo>
                <a:lnTo>
                  <a:pt x="344" y="225"/>
                </a:lnTo>
                <a:lnTo>
                  <a:pt x="344" y="225"/>
                </a:lnTo>
                <a:lnTo>
                  <a:pt x="342" y="225"/>
                </a:lnTo>
                <a:lnTo>
                  <a:pt x="342" y="223"/>
                </a:lnTo>
                <a:lnTo>
                  <a:pt x="342" y="225"/>
                </a:lnTo>
                <a:close/>
                <a:moveTo>
                  <a:pt x="342" y="228"/>
                </a:moveTo>
                <a:lnTo>
                  <a:pt x="342" y="228"/>
                </a:lnTo>
                <a:lnTo>
                  <a:pt x="339" y="228"/>
                </a:lnTo>
                <a:lnTo>
                  <a:pt x="342" y="228"/>
                </a:lnTo>
                <a:lnTo>
                  <a:pt x="342" y="228"/>
                </a:lnTo>
                <a:lnTo>
                  <a:pt x="361" y="233"/>
                </a:lnTo>
                <a:lnTo>
                  <a:pt x="342" y="228"/>
                </a:lnTo>
                <a:close/>
                <a:moveTo>
                  <a:pt x="410" y="199"/>
                </a:moveTo>
                <a:lnTo>
                  <a:pt x="410" y="201"/>
                </a:lnTo>
                <a:lnTo>
                  <a:pt x="410" y="199"/>
                </a:lnTo>
                <a:lnTo>
                  <a:pt x="410" y="199"/>
                </a:lnTo>
                <a:lnTo>
                  <a:pt x="410" y="199"/>
                </a:lnTo>
                <a:close/>
                <a:moveTo>
                  <a:pt x="414" y="208"/>
                </a:moveTo>
                <a:lnTo>
                  <a:pt x="412" y="206"/>
                </a:lnTo>
                <a:lnTo>
                  <a:pt x="412" y="206"/>
                </a:lnTo>
                <a:lnTo>
                  <a:pt x="412" y="206"/>
                </a:lnTo>
                <a:lnTo>
                  <a:pt x="412" y="206"/>
                </a:lnTo>
                <a:lnTo>
                  <a:pt x="412" y="206"/>
                </a:lnTo>
                <a:lnTo>
                  <a:pt x="414" y="208"/>
                </a:lnTo>
                <a:lnTo>
                  <a:pt x="419" y="211"/>
                </a:lnTo>
                <a:lnTo>
                  <a:pt x="414" y="208"/>
                </a:lnTo>
                <a:close/>
                <a:moveTo>
                  <a:pt x="427" y="199"/>
                </a:moveTo>
                <a:lnTo>
                  <a:pt x="427" y="196"/>
                </a:lnTo>
                <a:lnTo>
                  <a:pt x="429" y="196"/>
                </a:lnTo>
                <a:lnTo>
                  <a:pt x="427" y="196"/>
                </a:lnTo>
                <a:lnTo>
                  <a:pt x="427" y="199"/>
                </a:lnTo>
                <a:close/>
                <a:moveTo>
                  <a:pt x="429" y="206"/>
                </a:moveTo>
                <a:lnTo>
                  <a:pt x="429" y="204"/>
                </a:lnTo>
                <a:lnTo>
                  <a:pt x="429" y="204"/>
                </a:lnTo>
                <a:lnTo>
                  <a:pt x="429" y="204"/>
                </a:lnTo>
                <a:lnTo>
                  <a:pt x="429" y="206"/>
                </a:lnTo>
                <a:lnTo>
                  <a:pt x="431" y="206"/>
                </a:lnTo>
                <a:lnTo>
                  <a:pt x="429" y="206"/>
                </a:lnTo>
                <a:close/>
              </a:path>
            </a:pathLst>
          </a:custGeom>
          <a:solidFill>
            <a:srgbClr val="0B2951"/>
          </a:solidFill>
          <a:ln>
            <a:noFill/>
          </a:ln>
        </p:spPr>
        <p:txBody>
          <a:bodyPr vert="horz" wrap="square" lIns="91440" tIns="45720" rIns="91440" bIns="45720" numCol="1" anchor="t" anchorCtr="0" compatLnSpc="1">
            <a:prstTxWarp prst="textNoShape">
              <a:avLst/>
            </a:prstTxWarp>
          </a:bodyPr>
          <a:lstStyle/>
          <a:p>
            <a:endParaRPr lang="id-ID"/>
          </a:p>
        </p:txBody>
      </p:sp>
      <p:sp>
        <p:nvSpPr>
          <p:cNvPr id="6" name="Freeform 15"/>
          <p:cNvSpPr>
            <a:spLocks/>
          </p:cNvSpPr>
          <p:nvPr/>
        </p:nvSpPr>
        <p:spPr bwMode="auto">
          <a:xfrm>
            <a:off x="6098382" y="3018240"/>
            <a:ext cx="2030676" cy="1895615"/>
          </a:xfrm>
          <a:custGeom>
            <a:avLst/>
            <a:gdLst>
              <a:gd name="T0" fmla="*/ 1278 w 1278"/>
              <a:gd name="T1" fmla="*/ 836 h 1193"/>
              <a:gd name="T2" fmla="*/ 1271 w 1278"/>
              <a:gd name="T3" fmla="*/ 819 h 1193"/>
              <a:gd name="T4" fmla="*/ 1252 w 1278"/>
              <a:gd name="T5" fmla="*/ 821 h 1193"/>
              <a:gd name="T6" fmla="*/ 1242 w 1278"/>
              <a:gd name="T7" fmla="*/ 807 h 1193"/>
              <a:gd name="T8" fmla="*/ 1206 w 1278"/>
              <a:gd name="T9" fmla="*/ 700 h 1193"/>
              <a:gd name="T10" fmla="*/ 1167 w 1278"/>
              <a:gd name="T11" fmla="*/ 693 h 1193"/>
              <a:gd name="T12" fmla="*/ 1126 w 1278"/>
              <a:gd name="T13" fmla="*/ 651 h 1193"/>
              <a:gd name="T14" fmla="*/ 1075 w 1278"/>
              <a:gd name="T15" fmla="*/ 598 h 1193"/>
              <a:gd name="T16" fmla="*/ 1068 w 1278"/>
              <a:gd name="T17" fmla="*/ 586 h 1193"/>
              <a:gd name="T18" fmla="*/ 1053 w 1278"/>
              <a:gd name="T19" fmla="*/ 566 h 1193"/>
              <a:gd name="T20" fmla="*/ 1048 w 1278"/>
              <a:gd name="T21" fmla="*/ 581 h 1193"/>
              <a:gd name="T22" fmla="*/ 1034 w 1278"/>
              <a:gd name="T23" fmla="*/ 593 h 1193"/>
              <a:gd name="T24" fmla="*/ 1034 w 1278"/>
              <a:gd name="T25" fmla="*/ 625 h 1193"/>
              <a:gd name="T26" fmla="*/ 956 w 1278"/>
              <a:gd name="T27" fmla="*/ 685 h 1193"/>
              <a:gd name="T28" fmla="*/ 925 w 1278"/>
              <a:gd name="T29" fmla="*/ 695 h 1193"/>
              <a:gd name="T30" fmla="*/ 884 w 1278"/>
              <a:gd name="T31" fmla="*/ 824 h 1193"/>
              <a:gd name="T32" fmla="*/ 864 w 1278"/>
              <a:gd name="T33" fmla="*/ 807 h 1193"/>
              <a:gd name="T34" fmla="*/ 850 w 1278"/>
              <a:gd name="T35" fmla="*/ 838 h 1193"/>
              <a:gd name="T36" fmla="*/ 833 w 1278"/>
              <a:gd name="T37" fmla="*/ 819 h 1193"/>
              <a:gd name="T38" fmla="*/ 814 w 1278"/>
              <a:gd name="T39" fmla="*/ 841 h 1193"/>
              <a:gd name="T40" fmla="*/ 751 w 1278"/>
              <a:gd name="T41" fmla="*/ 32 h 1193"/>
              <a:gd name="T42" fmla="*/ 445 w 1278"/>
              <a:gd name="T43" fmla="*/ 855 h 1193"/>
              <a:gd name="T44" fmla="*/ 431 w 1278"/>
              <a:gd name="T45" fmla="*/ 739 h 1193"/>
              <a:gd name="T46" fmla="*/ 404 w 1278"/>
              <a:gd name="T47" fmla="*/ 756 h 1193"/>
              <a:gd name="T48" fmla="*/ 378 w 1278"/>
              <a:gd name="T49" fmla="*/ 561 h 1193"/>
              <a:gd name="T50" fmla="*/ 375 w 1278"/>
              <a:gd name="T51" fmla="*/ 547 h 1193"/>
              <a:gd name="T52" fmla="*/ 368 w 1278"/>
              <a:gd name="T53" fmla="*/ 569 h 1193"/>
              <a:gd name="T54" fmla="*/ 351 w 1278"/>
              <a:gd name="T55" fmla="*/ 479 h 1193"/>
              <a:gd name="T56" fmla="*/ 341 w 1278"/>
              <a:gd name="T57" fmla="*/ 348 h 1193"/>
              <a:gd name="T58" fmla="*/ 324 w 1278"/>
              <a:gd name="T59" fmla="*/ 372 h 1193"/>
              <a:gd name="T60" fmla="*/ 312 w 1278"/>
              <a:gd name="T61" fmla="*/ 479 h 1193"/>
              <a:gd name="T62" fmla="*/ 295 w 1278"/>
              <a:gd name="T63" fmla="*/ 561 h 1193"/>
              <a:gd name="T64" fmla="*/ 290 w 1278"/>
              <a:gd name="T65" fmla="*/ 547 h 1193"/>
              <a:gd name="T66" fmla="*/ 288 w 1278"/>
              <a:gd name="T67" fmla="*/ 569 h 1193"/>
              <a:gd name="T68" fmla="*/ 269 w 1278"/>
              <a:gd name="T69" fmla="*/ 693 h 1193"/>
              <a:gd name="T70" fmla="*/ 269 w 1278"/>
              <a:gd name="T71" fmla="*/ 695 h 1193"/>
              <a:gd name="T72" fmla="*/ 261 w 1278"/>
              <a:gd name="T73" fmla="*/ 758 h 1193"/>
              <a:gd name="T74" fmla="*/ 244 w 1278"/>
              <a:gd name="T75" fmla="*/ 712 h 1193"/>
              <a:gd name="T76" fmla="*/ 232 w 1278"/>
              <a:gd name="T77" fmla="*/ 574 h 1193"/>
              <a:gd name="T78" fmla="*/ 208 w 1278"/>
              <a:gd name="T79" fmla="*/ 710 h 1193"/>
              <a:gd name="T80" fmla="*/ 194 w 1278"/>
              <a:gd name="T81" fmla="*/ 748 h 1193"/>
              <a:gd name="T82" fmla="*/ 174 w 1278"/>
              <a:gd name="T83" fmla="*/ 688 h 1193"/>
              <a:gd name="T84" fmla="*/ 172 w 1278"/>
              <a:gd name="T85" fmla="*/ 685 h 1193"/>
              <a:gd name="T86" fmla="*/ 169 w 1278"/>
              <a:gd name="T87" fmla="*/ 615 h 1193"/>
              <a:gd name="T88" fmla="*/ 167 w 1278"/>
              <a:gd name="T89" fmla="*/ 610 h 1193"/>
              <a:gd name="T90" fmla="*/ 157 w 1278"/>
              <a:gd name="T91" fmla="*/ 557 h 1193"/>
              <a:gd name="T92" fmla="*/ 148 w 1278"/>
              <a:gd name="T93" fmla="*/ 547 h 1193"/>
              <a:gd name="T94" fmla="*/ 123 w 1278"/>
              <a:gd name="T95" fmla="*/ 479 h 1193"/>
              <a:gd name="T96" fmla="*/ 123 w 1278"/>
              <a:gd name="T97" fmla="*/ 464 h 1193"/>
              <a:gd name="T98" fmla="*/ 121 w 1278"/>
              <a:gd name="T99" fmla="*/ 304 h 1193"/>
              <a:gd name="T100" fmla="*/ 97 w 1278"/>
              <a:gd name="T101" fmla="*/ 464 h 1193"/>
              <a:gd name="T102" fmla="*/ 94 w 1278"/>
              <a:gd name="T103" fmla="*/ 476 h 1193"/>
              <a:gd name="T104" fmla="*/ 70 w 1278"/>
              <a:gd name="T105" fmla="*/ 554 h 1193"/>
              <a:gd name="T106" fmla="*/ 60 w 1278"/>
              <a:gd name="T107" fmla="*/ 549 h 1193"/>
              <a:gd name="T108" fmla="*/ 48 w 1278"/>
              <a:gd name="T109" fmla="*/ 610 h 1193"/>
              <a:gd name="T110" fmla="*/ 41 w 1278"/>
              <a:gd name="T111" fmla="*/ 746 h 1193"/>
              <a:gd name="T112" fmla="*/ 17 w 1278"/>
              <a:gd name="T113" fmla="*/ 739 h 1193"/>
              <a:gd name="T114" fmla="*/ 7 w 1278"/>
              <a:gd name="T115" fmla="*/ 848 h 1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78" h="1193">
                <a:moveTo>
                  <a:pt x="12" y="306"/>
                </a:moveTo>
                <a:lnTo>
                  <a:pt x="0" y="304"/>
                </a:lnTo>
                <a:lnTo>
                  <a:pt x="0" y="1193"/>
                </a:lnTo>
                <a:lnTo>
                  <a:pt x="1278" y="1193"/>
                </a:lnTo>
                <a:lnTo>
                  <a:pt x="1278" y="836"/>
                </a:lnTo>
                <a:lnTo>
                  <a:pt x="1274" y="836"/>
                </a:lnTo>
                <a:lnTo>
                  <a:pt x="1274" y="819"/>
                </a:lnTo>
                <a:lnTo>
                  <a:pt x="1271" y="819"/>
                </a:lnTo>
                <a:lnTo>
                  <a:pt x="1271" y="819"/>
                </a:lnTo>
                <a:lnTo>
                  <a:pt x="1271" y="819"/>
                </a:lnTo>
                <a:lnTo>
                  <a:pt x="1269" y="819"/>
                </a:lnTo>
                <a:lnTo>
                  <a:pt x="1269" y="836"/>
                </a:lnTo>
                <a:lnTo>
                  <a:pt x="1257" y="836"/>
                </a:lnTo>
                <a:lnTo>
                  <a:pt x="1257" y="824"/>
                </a:lnTo>
                <a:lnTo>
                  <a:pt x="1252" y="821"/>
                </a:lnTo>
                <a:lnTo>
                  <a:pt x="1245" y="821"/>
                </a:lnTo>
                <a:lnTo>
                  <a:pt x="1245" y="807"/>
                </a:lnTo>
                <a:lnTo>
                  <a:pt x="1242" y="807"/>
                </a:lnTo>
                <a:lnTo>
                  <a:pt x="1242" y="807"/>
                </a:lnTo>
                <a:lnTo>
                  <a:pt x="1242" y="807"/>
                </a:lnTo>
                <a:lnTo>
                  <a:pt x="1240" y="807"/>
                </a:lnTo>
                <a:lnTo>
                  <a:pt x="1240" y="821"/>
                </a:lnTo>
                <a:lnTo>
                  <a:pt x="1220" y="821"/>
                </a:lnTo>
                <a:lnTo>
                  <a:pt x="1223" y="702"/>
                </a:lnTo>
                <a:lnTo>
                  <a:pt x="1206" y="700"/>
                </a:lnTo>
                <a:lnTo>
                  <a:pt x="1182" y="700"/>
                </a:lnTo>
                <a:lnTo>
                  <a:pt x="1174" y="695"/>
                </a:lnTo>
                <a:lnTo>
                  <a:pt x="1174" y="695"/>
                </a:lnTo>
                <a:lnTo>
                  <a:pt x="1172" y="695"/>
                </a:lnTo>
                <a:lnTo>
                  <a:pt x="1167" y="693"/>
                </a:lnTo>
                <a:lnTo>
                  <a:pt x="1167" y="688"/>
                </a:lnTo>
                <a:lnTo>
                  <a:pt x="1155" y="685"/>
                </a:lnTo>
                <a:lnTo>
                  <a:pt x="1150" y="685"/>
                </a:lnTo>
                <a:lnTo>
                  <a:pt x="1140" y="668"/>
                </a:lnTo>
                <a:lnTo>
                  <a:pt x="1126" y="651"/>
                </a:lnTo>
                <a:lnTo>
                  <a:pt x="1111" y="639"/>
                </a:lnTo>
                <a:lnTo>
                  <a:pt x="1092" y="629"/>
                </a:lnTo>
                <a:lnTo>
                  <a:pt x="1073" y="625"/>
                </a:lnTo>
                <a:lnTo>
                  <a:pt x="1073" y="598"/>
                </a:lnTo>
                <a:lnTo>
                  <a:pt x="1075" y="598"/>
                </a:lnTo>
                <a:lnTo>
                  <a:pt x="1075" y="595"/>
                </a:lnTo>
                <a:lnTo>
                  <a:pt x="1075" y="593"/>
                </a:lnTo>
                <a:lnTo>
                  <a:pt x="1073" y="593"/>
                </a:lnTo>
                <a:lnTo>
                  <a:pt x="1070" y="588"/>
                </a:lnTo>
                <a:lnTo>
                  <a:pt x="1068" y="586"/>
                </a:lnTo>
                <a:lnTo>
                  <a:pt x="1063" y="583"/>
                </a:lnTo>
                <a:lnTo>
                  <a:pt x="1061" y="581"/>
                </a:lnTo>
                <a:lnTo>
                  <a:pt x="1056" y="581"/>
                </a:lnTo>
                <a:lnTo>
                  <a:pt x="1056" y="566"/>
                </a:lnTo>
                <a:lnTo>
                  <a:pt x="1053" y="566"/>
                </a:lnTo>
                <a:lnTo>
                  <a:pt x="1053" y="564"/>
                </a:lnTo>
                <a:lnTo>
                  <a:pt x="1053" y="566"/>
                </a:lnTo>
                <a:lnTo>
                  <a:pt x="1048" y="566"/>
                </a:lnTo>
                <a:lnTo>
                  <a:pt x="1048" y="581"/>
                </a:lnTo>
                <a:lnTo>
                  <a:pt x="1048" y="581"/>
                </a:lnTo>
                <a:lnTo>
                  <a:pt x="1046" y="581"/>
                </a:lnTo>
                <a:lnTo>
                  <a:pt x="1041" y="583"/>
                </a:lnTo>
                <a:lnTo>
                  <a:pt x="1039" y="586"/>
                </a:lnTo>
                <a:lnTo>
                  <a:pt x="1036" y="588"/>
                </a:lnTo>
                <a:lnTo>
                  <a:pt x="1034" y="593"/>
                </a:lnTo>
                <a:lnTo>
                  <a:pt x="1031" y="593"/>
                </a:lnTo>
                <a:lnTo>
                  <a:pt x="1031" y="595"/>
                </a:lnTo>
                <a:lnTo>
                  <a:pt x="1031" y="598"/>
                </a:lnTo>
                <a:lnTo>
                  <a:pt x="1034" y="598"/>
                </a:lnTo>
                <a:lnTo>
                  <a:pt x="1034" y="625"/>
                </a:lnTo>
                <a:lnTo>
                  <a:pt x="1014" y="629"/>
                </a:lnTo>
                <a:lnTo>
                  <a:pt x="995" y="639"/>
                </a:lnTo>
                <a:lnTo>
                  <a:pt x="978" y="651"/>
                </a:lnTo>
                <a:lnTo>
                  <a:pt x="964" y="668"/>
                </a:lnTo>
                <a:lnTo>
                  <a:pt x="956" y="685"/>
                </a:lnTo>
                <a:lnTo>
                  <a:pt x="949" y="685"/>
                </a:lnTo>
                <a:lnTo>
                  <a:pt x="937" y="688"/>
                </a:lnTo>
                <a:lnTo>
                  <a:pt x="937" y="693"/>
                </a:lnTo>
                <a:lnTo>
                  <a:pt x="935" y="695"/>
                </a:lnTo>
                <a:lnTo>
                  <a:pt x="925" y="695"/>
                </a:lnTo>
                <a:lnTo>
                  <a:pt x="925" y="697"/>
                </a:lnTo>
                <a:lnTo>
                  <a:pt x="922" y="700"/>
                </a:lnTo>
                <a:lnTo>
                  <a:pt x="896" y="700"/>
                </a:lnTo>
                <a:lnTo>
                  <a:pt x="881" y="702"/>
                </a:lnTo>
                <a:lnTo>
                  <a:pt x="884" y="824"/>
                </a:lnTo>
                <a:lnTo>
                  <a:pt x="867" y="824"/>
                </a:lnTo>
                <a:lnTo>
                  <a:pt x="867" y="807"/>
                </a:lnTo>
                <a:lnTo>
                  <a:pt x="864" y="807"/>
                </a:lnTo>
                <a:lnTo>
                  <a:pt x="864" y="807"/>
                </a:lnTo>
                <a:lnTo>
                  <a:pt x="864" y="807"/>
                </a:lnTo>
                <a:lnTo>
                  <a:pt x="862" y="807"/>
                </a:lnTo>
                <a:lnTo>
                  <a:pt x="862" y="824"/>
                </a:lnTo>
                <a:lnTo>
                  <a:pt x="855" y="824"/>
                </a:lnTo>
                <a:lnTo>
                  <a:pt x="850" y="826"/>
                </a:lnTo>
                <a:lnTo>
                  <a:pt x="850" y="838"/>
                </a:lnTo>
                <a:lnTo>
                  <a:pt x="850" y="838"/>
                </a:lnTo>
                <a:lnTo>
                  <a:pt x="835" y="838"/>
                </a:lnTo>
                <a:lnTo>
                  <a:pt x="833" y="819"/>
                </a:lnTo>
                <a:lnTo>
                  <a:pt x="833" y="819"/>
                </a:lnTo>
                <a:lnTo>
                  <a:pt x="833" y="819"/>
                </a:lnTo>
                <a:lnTo>
                  <a:pt x="830" y="819"/>
                </a:lnTo>
                <a:lnTo>
                  <a:pt x="828" y="819"/>
                </a:lnTo>
                <a:lnTo>
                  <a:pt x="828" y="838"/>
                </a:lnTo>
                <a:lnTo>
                  <a:pt x="818" y="838"/>
                </a:lnTo>
                <a:lnTo>
                  <a:pt x="814" y="841"/>
                </a:lnTo>
                <a:lnTo>
                  <a:pt x="814" y="841"/>
                </a:lnTo>
                <a:lnTo>
                  <a:pt x="809" y="841"/>
                </a:lnTo>
                <a:lnTo>
                  <a:pt x="811" y="90"/>
                </a:lnTo>
                <a:lnTo>
                  <a:pt x="782" y="32"/>
                </a:lnTo>
                <a:lnTo>
                  <a:pt x="751" y="32"/>
                </a:lnTo>
                <a:lnTo>
                  <a:pt x="734" y="0"/>
                </a:lnTo>
                <a:lnTo>
                  <a:pt x="508" y="0"/>
                </a:lnTo>
                <a:lnTo>
                  <a:pt x="508" y="32"/>
                </a:lnTo>
                <a:lnTo>
                  <a:pt x="448" y="32"/>
                </a:lnTo>
                <a:lnTo>
                  <a:pt x="445" y="855"/>
                </a:lnTo>
                <a:lnTo>
                  <a:pt x="438" y="848"/>
                </a:lnTo>
                <a:lnTo>
                  <a:pt x="438" y="836"/>
                </a:lnTo>
                <a:lnTo>
                  <a:pt x="436" y="746"/>
                </a:lnTo>
                <a:lnTo>
                  <a:pt x="436" y="739"/>
                </a:lnTo>
                <a:lnTo>
                  <a:pt x="431" y="739"/>
                </a:lnTo>
                <a:lnTo>
                  <a:pt x="429" y="739"/>
                </a:lnTo>
                <a:lnTo>
                  <a:pt x="429" y="746"/>
                </a:lnTo>
                <a:lnTo>
                  <a:pt x="429" y="758"/>
                </a:lnTo>
                <a:lnTo>
                  <a:pt x="404" y="758"/>
                </a:lnTo>
                <a:lnTo>
                  <a:pt x="404" y="756"/>
                </a:lnTo>
                <a:lnTo>
                  <a:pt x="399" y="746"/>
                </a:lnTo>
                <a:lnTo>
                  <a:pt x="399" y="693"/>
                </a:lnTo>
                <a:lnTo>
                  <a:pt x="392" y="676"/>
                </a:lnTo>
                <a:lnTo>
                  <a:pt x="392" y="622"/>
                </a:lnTo>
                <a:lnTo>
                  <a:pt x="378" y="561"/>
                </a:lnTo>
                <a:lnTo>
                  <a:pt x="380" y="561"/>
                </a:lnTo>
                <a:lnTo>
                  <a:pt x="380" y="547"/>
                </a:lnTo>
                <a:lnTo>
                  <a:pt x="375" y="547"/>
                </a:lnTo>
                <a:lnTo>
                  <a:pt x="375" y="547"/>
                </a:lnTo>
                <a:lnTo>
                  <a:pt x="375" y="547"/>
                </a:lnTo>
                <a:lnTo>
                  <a:pt x="368" y="547"/>
                </a:lnTo>
                <a:lnTo>
                  <a:pt x="368" y="554"/>
                </a:lnTo>
                <a:lnTo>
                  <a:pt x="366" y="554"/>
                </a:lnTo>
                <a:lnTo>
                  <a:pt x="366" y="569"/>
                </a:lnTo>
                <a:lnTo>
                  <a:pt x="368" y="569"/>
                </a:lnTo>
                <a:lnTo>
                  <a:pt x="358" y="610"/>
                </a:lnTo>
                <a:lnTo>
                  <a:pt x="346" y="481"/>
                </a:lnTo>
                <a:lnTo>
                  <a:pt x="351" y="481"/>
                </a:lnTo>
                <a:lnTo>
                  <a:pt x="351" y="479"/>
                </a:lnTo>
                <a:lnTo>
                  <a:pt x="351" y="479"/>
                </a:lnTo>
                <a:lnTo>
                  <a:pt x="351" y="469"/>
                </a:lnTo>
                <a:lnTo>
                  <a:pt x="344" y="469"/>
                </a:lnTo>
                <a:lnTo>
                  <a:pt x="337" y="372"/>
                </a:lnTo>
                <a:lnTo>
                  <a:pt x="341" y="372"/>
                </a:lnTo>
                <a:lnTo>
                  <a:pt x="341" y="348"/>
                </a:lnTo>
                <a:lnTo>
                  <a:pt x="341" y="309"/>
                </a:lnTo>
                <a:lnTo>
                  <a:pt x="320" y="309"/>
                </a:lnTo>
                <a:lnTo>
                  <a:pt x="320" y="348"/>
                </a:lnTo>
                <a:lnTo>
                  <a:pt x="320" y="372"/>
                </a:lnTo>
                <a:lnTo>
                  <a:pt x="324" y="372"/>
                </a:lnTo>
                <a:lnTo>
                  <a:pt x="324" y="374"/>
                </a:lnTo>
                <a:lnTo>
                  <a:pt x="317" y="469"/>
                </a:lnTo>
                <a:lnTo>
                  <a:pt x="312" y="469"/>
                </a:lnTo>
                <a:lnTo>
                  <a:pt x="312" y="472"/>
                </a:lnTo>
                <a:lnTo>
                  <a:pt x="312" y="479"/>
                </a:lnTo>
                <a:lnTo>
                  <a:pt x="312" y="481"/>
                </a:lnTo>
                <a:lnTo>
                  <a:pt x="317" y="481"/>
                </a:lnTo>
                <a:lnTo>
                  <a:pt x="305" y="610"/>
                </a:lnTo>
                <a:lnTo>
                  <a:pt x="295" y="566"/>
                </a:lnTo>
                <a:lnTo>
                  <a:pt x="295" y="561"/>
                </a:lnTo>
                <a:lnTo>
                  <a:pt x="298" y="561"/>
                </a:lnTo>
                <a:lnTo>
                  <a:pt x="298" y="547"/>
                </a:lnTo>
                <a:lnTo>
                  <a:pt x="290" y="547"/>
                </a:lnTo>
                <a:lnTo>
                  <a:pt x="290" y="547"/>
                </a:lnTo>
                <a:lnTo>
                  <a:pt x="290" y="547"/>
                </a:lnTo>
                <a:lnTo>
                  <a:pt x="286" y="547"/>
                </a:lnTo>
                <a:lnTo>
                  <a:pt x="286" y="554"/>
                </a:lnTo>
                <a:lnTo>
                  <a:pt x="286" y="554"/>
                </a:lnTo>
                <a:lnTo>
                  <a:pt x="286" y="569"/>
                </a:lnTo>
                <a:lnTo>
                  <a:pt x="288" y="569"/>
                </a:lnTo>
                <a:lnTo>
                  <a:pt x="276" y="622"/>
                </a:lnTo>
                <a:lnTo>
                  <a:pt x="276" y="622"/>
                </a:lnTo>
                <a:lnTo>
                  <a:pt x="274" y="627"/>
                </a:lnTo>
                <a:lnTo>
                  <a:pt x="274" y="676"/>
                </a:lnTo>
                <a:lnTo>
                  <a:pt x="269" y="693"/>
                </a:lnTo>
                <a:lnTo>
                  <a:pt x="269" y="693"/>
                </a:lnTo>
                <a:lnTo>
                  <a:pt x="269" y="693"/>
                </a:lnTo>
                <a:lnTo>
                  <a:pt x="269" y="695"/>
                </a:lnTo>
                <a:lnTo>
                  <a:pt x="269" y="695"/>
                </a:lnTo>
                <a:lnTo>
                  <a:pt x="269" y="695"/>
                </a:lnTo>
                <a:lnTo>
                  <a:pt x="269" y="695"/>
                </a:lnTo>
                <a:lnTo>
                  <a:pt x="269" y="746"/>
                </a:lnTo>
                <a:lnTo>
                  <a:pt x="261" y="756"/>
                </a:lnTo>
                <a:lnTo>
                  <a:pt x="261" y="756"/>
                </a:lnTo>
                <a:lnTo>
                  <a:pt x="261" y="758"/>
                </a:lnTo>
                <a:lnTo>
                  <a:pt x="261" y="758"/>
                </a:lnTo>
                <a:lnTo>
                  <a:pt x="252" y="758"/>
                </a:lnTo>
                <a:lnTo>
                  <a:pt x="252" y="748"/>
                </a:lnTo>
                <a:lnTo>
                  <a:pt x="244" y="748"/>
                </a:lnTo>
                <a:lnTo>
                  <a:pt x="244" y="712"/>
                </a:lnTo>
                <a:lnTo>
                  <a:pt x="244" y="710"/>
                </a:lnTo>
                <a:lnTo>
                  <a:pt x="240" y="710"/>
                </a:lnTo>
                <a:lnTo>
                  <a:pt x="225" y="574"/>
                </a:lnTo>
                <a:lnTo>
                  <a:pt x="225" y="574"/>
                </a:lnTo>
                <a:lnTo>
                  <a:pt x="232" y="574"/>
                </a:lnTo>
                <a:lnTo>
                  <a:pt x="232" y="537"/>
                </a:lnTo>
                <a:lnTo>
                  <a:pt x="215" y="537"/>
                </a:lnTo>
                <a:lnTo>
                  <a:pt x="215" y="574"/>
                </a:lnTo>
                <a:lnTo>
                  <a:pt x="220" y="574"/>
                </a:lnTo>
                <a:lnTo>
                  <a:pt x="208" y="710"/>
                </a:lnTo>
                <a:lnTo>
                  <a:pt x="208" y="710"/>
                </a:lnTo>
                <a:lnTo>
                  <a:pt x="208" y="710"/>
                </a:lnTo>
                <a:lnTo>
                  <a:pt x="201" y="710"/>
                </a:lnTo>
                <a:lnTo>
                  <a:pt x="201" y="748"/>
                </a:lnTo>
                <a:lnTo>
                  <a:pt x="194" y="748"/>
                </a:lnTo>
                <a:lnTo>
                  <a:pt x="194" y="758"/>
                </a:lnTo>
                <a:lnTo>
                  <a:pt x="179" y="758"/>
                </a:lnTo>
                <a:lnTo>
                  <a:pt x="179" y="758"/>
                </a:lnTo>
                <a:lnTo>
                  <a:pt x="174" y="746"/>
                </a:lnTo>
                <a:lnTo>
                  <a:pt x="174" y="688"/>
                </a:lnTo>
                <a:lnTo>
                  <a:pt x="174" y="688"/>
                </a:lnTo>
                <a:lnTo>
                  <a:pt x="174" y="688"/>
                </a:lnTo>
                <a:lnTo>
                  <a:pt x="172" y="688"/>
                </a:lnTo>
                <a:lnTo>
                  <a:pt x="172" y="685"/>
                </a:lnTo>
                <a:lnTo>
                  <a:pt x="172" y="685"/>
                </a:lnTo>
                <a:lnTo>
                  <a:pt x="172" y="685"/>
                </a:lnTo>
                <a:lnTo>
                  <a:pt x="169" y="683"/>
                </a:lnTo>
                <a:lnTo>
                  <a:pt x="169" y="617"/>
                </a:lnTo>
                <a:lnTo>
                  <a:pt x="169" y="617"/>
                </a:lnTo>
                <a:lnTo>
                  <a:pt x="169" y="615"/>
                </a:lnTo>
                <a:lnTo>
                  <a:pt x="167" y="615"/>
                </a:lnTo>
                <a:lnTo>
                  <a:pt x="167" y="615"/>
                </a:lnTo>
                <a:lnTo>
                  <a:pt x="167" y="610"/>
                </a:lnTo>
                <a:lnTo>
                  <a:pt x="167" y="610"/>
                </a:lnTo>
                <a:lnTo>
                  <a:pt x="167" y="610"/>
                </a:lnTo>
                <a:lnTo>
                  <a:pt x="165" y="610"/>
                </a:lnTo>
                <a:lnTo>
                  <a:pt x="165" y="610"/>
                </a:lnTo>
                <a:lnTo>
                  <a:pt x="155" y="569"/>
                </a:lnTo>
                <a:lnTo>
                  <a:pt x="157" y="569"/>
                </a:lnTo>
                <a:lnTo>
                  <a:pt x="157" y="557"/>
                </a:lnTo>
                <a:lnTo>
                  <a:pt x="155" y="557"/>
                </a:lnTo>
                <a:lnTo>
                  <a:pt x="155" y="547"/>
                </a:lnTo>
                <a:lnTo>
                  <a:pt x="148" y="547"/>
                </a:lnTo>
                <a:lnTo>
                  <a:pt x="148" y="547"/>
                </a:lnTo>
                <a:lnTo>
                  <a:pt x="148" y="547"/>
                </a:lnTo>
                <a:lnTo>
                  <a:pt x="143" y="547"/>
                </a:lnTo>
                <a:lnTo>
                  <a:pt x="143" y="561"/>
                </a:lnTo>
                <a:lnTo>
                  <a:pt x="145" y="561"/>
                </a:lnTo>
                <a:lnTo>
                  <a:pt x="136" y="603"/>
                </a:lnTo>
                <a:lnTo>
                  <a:pt x="123" y="479"/>
                </a:lnTo>
                <a:lnTo>
                  <a:pt x="131" y="476"/>
                </a:lnTo>
                <a:lnTo>
                  <a:pt x="131" y="476"/>
                </a:lnTo>
                <a:lnTo>
                  <a:pt x="131" y="467"/>
                </a:lnTo>
                <a:lnTo>
                  <a:pt x="128" y="464"/>
                </a:lnTo>
                <a:lnTo>
                  <a:pt x="123" y="464"/>
                </a:lnTo>
                <a:lnTo>
                  <a:pt x="116" y="370"/>
                </a:lnTo>
                <a:lnTo>
                  <a:pt x="116" y="370"/>
                </a:lnTo>
                <a:lnTo>
                  <a:pt x="121" y="370"/>
                </a:lnTo>
                <a:lnTo>
                  <a:pt x="121" y="343"/>
                </a:lnTo>
                <a:lnTo>
                  <a:pt x="121" y="304"/>
                </a:lnTo>
                <a:lnTo>
                  <a:pt x="99" y="304"/>
                </a:lnTo>
                <a:lnTo>
                  <a:pt x="99" y="343"/>
                </a:lnTo>
                <a:lnTo>
                  <a:pt x="99" y="370"/>
                </a:lnTo>
                <a:lnTo>
                  <a:pt x="104" y="370"/>
                </a:lnTo>
                <a:lnTo>
                  <a:pt x="97" y="464"/>
                </a:lnTo>
                <a:lnTo>
                  <a:pt x="90" y="464"/>
                </a:lnTo>
                <a:lnTo>
                  <a:pt x="90" y="474"/>
                </a:lnTo>
                <a:lnTo>
                  <a:pt x="90" y="474"/>
                </a:lnTo>
                <a:lnTo>
                  <a:pt x="90" y="476"/>
                </a:lnTo>
                <a:lnTo>
                  <a:pt x="94" y="476"/>
                </a:lnTo>
                <a:lnTo>
                  <a:pt x="82" y="603"/>
                </a:lnTo>
                <a:lnTo>
                  <a:pt x="75" y="569"/>
                </a:lnTo>
                <a:lnTo>
                  <a:pt x="75" y="569"/>
                </a:lnTo>
                <a:lnTo>
                  <a:pt x="75" y="554"/>
                </a:lnTo>
                <a:lnTo>
                  <a:pt x="70" y="554"/>
                </a:lnTo>
                <a:lnTo>
                  <a:pt x="70" y="549"/>
                </a:lnTo>
                <a:lnTo>
                  <a:pt x="65" y="549"/>
                </a:lnTo>
                <a:lnTo>
                  <a:pt x="65" y="547"/>
                </a:lnTo>
                <a:lnTo>
                  <a:pt x="65" y="549"/>
                </a:lnTo>
                <a:lnTo>
                  <a:pt x="60" y="549"/>
                </a:lnTo>
                <a:lnTo>
                  <a:pt x="60" y="561"/>
                </a:lnTo>
                <a:lnTo>
                  <a:pt x="63" y="561"/>
                </a:lnTo>
                <a:lnTo>
                  <a:pt x="51" y="610"/>
                </a:lnTo>
                <a:lnTo>
                  <a:pt x="51" y="610"/>
                </a:lnTo>
                <a:lnTo>
                  <a:pt x="48" y="610"/>
                </a:lnTo>
                <a:lnTo>
                  <a:pt x="46" y="610"/>
                </a:lnTo>
                <a:lnTo>
                  <a:pt x="46" y="683"/>
                </a:lnTo>
                <a:lnTo>
                  <a:pt x="41" y="685"/>
                </a:lnTo>
                <a:lnTo>
                  <a:pt x="41" y="700"/>
                </a:lnTo>
                <a:lnTo>
                  <a:pt x="41" y="746"/>
                </a:lnTo>
                <a:lnTo>
                  <a:pt x="34" y="756"/>
                </a:lnTo>
                <a:lnTo>
                  <a:pt x="34" y="758"/>
                </a:lnTo>
                <a:lnTo>
                  <a:pt x="19" y="758"/>
                </a:lnTo>
                <a:lnTo>
                  <a:pt x="17" y="746"/>
                </a:lnTo>
                <a:lnTo>
                  <a:pt x="17" y="739"/>
                </a:lnTo>
                <a:lnTo>
                  <a:pt x="17" y="739"/>
                </a:lnTo>
                <a:lnTo>
                  <a:pt x="12" y="739"/>
                </a:lnTo>
                <a:lnTo>
                  <a:pt x="12" y="746"/>
                </a:lnTo>
                <a:lnTo>
                  <a:pt x="7" y="836"/>
                </a:lnTo>
                <a:lnTo>
                  <a:pt x="7" y="848"/>
                </a:lnTo>
                <a:lnTo>
                  <a:pt x="5" y="851"/>
                </a:lnTo>
                <a:lnTo>
                  <a:pt x="10" y="365"/>
                </a:lnTo>
                <a:lnTo>
                  <a:pt x="12" y="306"/>
                </a:lnTo>
                <a:close/>
              </a:path>
            </a:pathLst>
          </a:custGeom>
          <a:solidFill>
            <a:srgbClr val="0B2951"/>
          </a:solidFill>
          <a:ln>
            <a:noFill/>
          </a:ln>
        </p:spPr>
        <p:txBody>
          <a:bodyPr vert="horz" wrap="square" lIns="91440" tIns="45720" rIns="91440" bIns="45720" numCol="1" anchor="t" anchorCtr="0" compatLnSpc="1">
            <a:prstTxWarp prst="textNoShape">
              <a:avLst/>
            </a:prstTxWarp>
          </a:bodyPr>
          <a:lstStyle/>
          <a:p>
            <a:endParaRPr lang="id-ID"/>
          </a:p>
        </p:txBody>
      </p:sp>
      <p:sp>
        <p:nvSpPr>
          <p:cNvPr id="7" name="Freeform 16"/>
          <p:cNvSpPr>
            <a:spLocks/>
          </p:cNvSpPr>
          <p:nvPr/>
        </p:nvSpPr>
        <p:spPr bwMode="auto">
          <a:xfrm>
            <a:off x="4070883" y="2652781"/>
            <a:ext cx="2027498" cy="2261074"/>
          </a:xfrm>
          <a:custGeom>
            <a:avLst/>
            <a:gdLst>
              <a:gd name="T0" fmla="*/ 1242 w 1276"/>
              <a:gd name="T1" fmla="*/ 529 h 1423"/>
              <a:gd name="T2" fmla="*/ 1225 w 1276"/>
              <a:gd name="T3" fmla="*/ 527 h 1423"/>
              <a:gd name="T4" fmla="*/ 1196 w 1276"/>
              <a:gd name="T5" fmla="*/ 505 h 1423"/>
              <a:gd name="T6" fmla="*/ 1172 w 1276"/>
              <a:gd name="T7" fmla="*/ 483 h 1423"/>
              <a:gd name="T8" fmla="*/ 1148 w 1276"/>
              <a:gd name="T9" fmla="*/ 461 h 1423"/>
              <a:gd name="T10" fmla="*/ 1126 w 1276"/>
              <a:gd name="T11" fmla="*/ 439 h 1423"/>
              <a:gd name="T12" fmla="*/ 1043 w 1276"/>
              <a:gd name="T13" fmla="*/ 434 h 1423"/>
              <a:gd name="T14" fmla="*/ 1005 w 1276"/>
              <a:gd name="T15" fmla="*/ 447 h 1423"/>
              <a:gd name="T16" fmla="*/ 985 w 1276"/>
              <a:gd name="T17" fmla="*/ 461 h 1423"/>
              <a:gd name="T18" fmla="*/ 981 w 1276"/>
              <a:gd name="T19" fmla="*/ 481 h 1423"/>
              <a:gd name="T20" fmla="*/ 959 w 1276"/>
              <a:gd name="T21" fmla="*/ 495 h 1423"/>
              <a:gd name="T22" fmla="*/ 939 w 1276"/>
              <a:gd name="T23" fmla="*/ 505 h 1423"/>
              <a:gd name="T24" fmla="*/ 937 w 1276"/>
              <a:gd name="T25" fmla="*/ 524 h 1423"/>
              <a:gd name="T26" fmla="*/ 913 w 1276"/>
              <a:gd name="T27" fmla="*/ 529 h 1423"/>
              <a:gd name="T28" fmla="*/ 840 w 1276"/>
              <a:gd name="T29" fmla="*/ 534 h 1423"/>
              <a:gd name="T30" fmla="*/ 840 w 1276"/>
              <a:gd name="T31" fmla="*/ 595 h 1423"/>
              <a:gd name="T32" fmla="*/ 765 w 1276"/>
              <a:gd name="T33" fmla="*/ 876 h 1423"/>
              <a:gd name="T34" fmla="*/ 763 w 1276"/>
              <a:gd name="T35" fmla="*/ 544 h 1423"/>
              <a:gd name="T36" fmla="*/ 690 w 1276"/>
              <a:gd name="T37" fmla="*/ 539 h 1423"/>
              <a:gd name="T38" fmla="*/ 668 w 1276"/>
              <a:gd name="T39" fmla="*/ 534 h 1423"/>
              <a:gd name="T40" fmla="*/ 661 w 1276"/>
              <a:gd name="T41" fmla="*/ 515 h 1423"/>
              <a:gd name="T42" fmla="*/ 646 w 1276"/>
              <a:gd name="T43" fmla="*/ 502 h 1423"/>
              <a:gd name="T44" fmla="*/ 625 w 1276"/>
              <a:gd name="T45" fmla="*/ 490 h 1423"/>
              <a:gd name="T46" fmla="*/ 617 w 1276"/>
              <a:gd name="T47" fmla="*/ 471 h 1423"/>
              <a:gd name="T48" fmla="*/ 600 w 1276"/>
              <a:gd name="T49" fmla="*/ 456 h 1423"/>
              <a:gd name="T50" fmla="*/ 559 w 1276"/>
              <a:gd name="T51" fmla="*/ 444 h 1423"/>
              <a:gd name="T52" fmla="*/ 482 w 1276"/>
              <a:gd name="T53" fmla="*/ 449 h 1423"/>
              <a:gd name="T54" fmla="*/ 460 w 1276"/>
              <a:gd name="T55" fmla="*/ 471 h 1423"/>
              <a:gd name="T56" fmla="*/ 436 w 1276"/>
              <a:gd name="T57" fmla="*/ 493 h 1423"/>
              <a:gd name="T58" fmla="*/ 411 w 1276"/>
              <a:gd name="T59" fmla="*/ 512 h 1423"/>
              <a:gd name="T60" fmla="*/ 385 w 1276"/>
              <a:gd name="T61" fmla="*/ 534 h 1423"/>
              <a:gd name="T62" fmla="*/ 382 w 1276"/>
              <a:gd name="T63" fmla="*/ 536 h 1423"/>
              <a:gd name="T64" fmla="*/ 322 w 1276"/>
              <a:gd name="T65" fmla="*/ 328 h 1423"/>
              <a:gd name="T66" fmla="*/ 264 w 1276"/>
              <a:gd name="T67" fmla="*/ 274 h 1423"/>
              <a:gd name="T68" fmla="*/ 201 w 1276"/>
              <a:gd name="T69" fmla="*/ 233 h 1423"/>
              <a:gd name="T70" fmla="*/ 179 w 1276"/>
              <a:gd name="T71" fmla="*/ 328 h 1423"/>
              <a:gd name="T72" fmla="*/ 181 w 1276"/>
              <a:gd name="T73" fmla="*/ 255 h 1423"/>
              <a:gd name="T74" fmla="*/ 179 w 1276"/>
              <a:gd name="T75" fmla="*/ 252 h 1423"/>
              <a:gd name="T76" fmla="*/ 181 w 1276"/>
              <a:gd name="T77" fmla="*/ 213 h 1423"/>
              <a:gd name="T78" fmla="*/ 179 w 1276"/>
              <a:gd name="T79" fmla="*/ 213 h 1423"/>
              <a:gd name="T80" fmla="*/ 181 w 1276"/>
              <a:gd name="T81" fmla="*/ 174 h 1423"/>
              <a:gd name="T82" fmla="*/ 179 w 1276"/>
              <a:gd name="T83" fmla="*/ 172 h 1423"/>
              <a:gd name="T84" fmla="*/ 116 w 1276"/>
              <a:gd name="T85" fmla="*/ 109 h 1423"/>
              <a:gd name="T86" fmla="*/ 29 w 1276"/>
              <a:gd name="T87" fmla="*/ 104 h 1423"/>
              <a:gd name="T88" fmla="*/ 29 w 1276"/>
              <a:gd name="T89" fmla="*/ 31 h 1423"/>
              <a:gd name="T90" fmla="*/ 29 w 1276"/>
              <a:gd name="T91" fmla="*/ 9 h 1423"/>
              <a:gd name="T92" fmla="*/ 29 w 1276"/>
              <a:gd name="T93" fmla="*/ 0 h 1423"/>
              <a:gd name="T94" fmla="*/ 0 w 1276"/>
              <a:gd name="T95" fmla="*/ 1423 h 1423"/>
              <a:gd name="T96" fmla="*/ 1276 w 1276"/>
              <a:gd name="T97" fmla="*/ 534 h 1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76" h="1423">
                <a:moveTo>
                  <a:pt x="1276" y="534"/>
                </a:moveTo>
                <a:lnTo>
                  <a:pt x="1242" y="529"/>
                </a:lnTo>
                <a:lnTo>
                  <a:pt x="1223" y="532"/>
                </a:lnTo>
                <a:lnTo>
                  <a:pt x="1225" y="527"/>
                </a:lnTo>
                <a:lnTo>
                  <a:pt x="1196" y="524"/>
                </a:lnTo>
                <a:lnTo>
                  <a:pt x="1196" y="505"/>
                </a:lnTo>
                <a:lnTo>
                  <a:pt x="1172" y="502"/>
                </a:lnTo>
                <a:lnTo>
                  <a:pt x="1172" y="483"/>
                </a:lnTo>
                <a:lnTo>
                  <a:pt x="1148" y="481"/>
                </a:lnTo>
                <a:lnTo>
                  <a:pt x="1148" y="461"/>
                </a:lnTo>
                <a:lnTo>
                  <a:pt x="1123" y="459"/>
                </a:lnTo>
                <a:lnTo>
                  <a:pt x="1126" y="439"/>
                </a:lnTo>
                <a:lnTo>
                  <a:pt x="1094" y="434"/>
                </a:lnTo>
                <a:lnTo>
                  <a:pt x="1043" y="434"/>
                </a:lnTo>
                <a:lnTo>
                  <a:pt x="1007" y="439"/>
                </a:lnTo>
                <a:lnTo>
                  <a:pt x="1005" y="447"/>
                </a:lnTo>
                <a:lnTo>
                  <a:pt x="1005" y="459"/>
                </a:lnTo>
                <a:lnTo>
                  <a:pt x="985" y="461"/>
                </a:lnTo>
                <a:lnTo>
                  <a:pt x="983" y="471"/>
                </a:lnTo>
                <a:lnTo>
                  <a:pt x="981" y="481"/>
                </a:lnTo>
                <a:lnTo>
                  <a:pt x="964" y="483"/>
                </a:lnTo>
                <a:lnTo>
                  <a:pt x="959" y="495"/>
                </a:lnTo>
                <a:lnTo>
                  <a:pt x="959" y="502"/>
                </a:lnTo>
                <a:lnTo>
                  <a:pt x="939" y="505"/>
                </a:lnTo>
                <a:lnTo>
                  <a:pt x="937" y="517"/>
                </a:lnTo>
                <a:lnTo>
                  <a:pt x="937" y="524"/>
                </a:lnTo>
                <a:lnTo>
                  <a:pt x="915" y="527"/>
                </a:lnTo>
                <a:lnTo>
                  <a:pt x="913" y="529"/>
                </a:lnTo>
                <a:lnTo>
                  <a:pt x="893" y="527"/>
                </a:lnTo>
                <a:lnTo>
                  <a:pt x="840" y="534"/>
                </a:lnTo>
                <a:lnTo>
                  <a:pt x="840" y="595"/>
                </a:lnTo>
                <a:lnTo>
                  <a:pt x="840" y="595"/>
                </a:lnTo>
                <a:lnTo>
                  <a:pt x="840" y="876"/>
                </a:lnTo>
                <a:lnTo>
                  <a:pt x="765" y="876"/>
                </a:lnTo>
                <a:lnTo>
                  <a:pt x="763" y="600"/>
                </a:lnTo>
                <a:lnTo>
                  <a:pt x="763" y="544"/>
                </a:lnTo>
                <a:lnTo>
                  <a:pt x="707" y="536"/>
                </a:lnTo>
                <a:lnTo>
                  <a:pt x="690" y="539"/>
                </a:lnTo>
                <a:lnTo>
                  <a:pt x="688" y="536"/>
                </a:lnTo>
                <a:lnTo>
                  <a:pt x="668" y="534"/>
                </a:lnTo>
                <a:lnTo>
                  <a:pt x="668" y="527"/>
                </a:lnTo>
                <a:lnTo>
                  <a:pt x="661" y="515"/>
                </a:lnTo>
                <a:lnTo>
                  <a:pt x="646" y="512"/>
                </a:lnTo>
                <a:lnTo>
                  <a:pt x="646" y="502"/>
                </a:lnTo>
                <a:lnTo>
                  <a:pt x="639" y="493"/>
                </a:lnTo>
                <a:lnTo>
                  <a:pt x="625" y="490"/>
                </a:lnTo>
                <a:lnTo>
                  <a:pt x="625" y="481"/>
                </a:lnTo>
                <a:lnTo>
                  <a:pt x="617" y="471"/>
                </a:lnTo>
                <a:lnTo>
                  <a:pt x="603" y="468"/>
                </a:lnTo>
                <a:lnTo>
                  <a:pt x="600" y="456"/>
                </a:lnTo>
                <a:lnTo>
                  <a:pt x="598" y="449"/>
                </a:lnTo>
                <a:lnTo>
                  <a:pt x="559" y="444"/>
                </a:lnTo>
                <a:lnTo>
                  <a:pt x="511" y="444"/>
                </a:lnTo>
                <a:lnTo>
                  <a:pt x="482" y="449"/>
                </a:lnTo>
                <a:lnTo>
                  <a:pt x="482" y="466"/>
                </a:lnTo>
                <a:lnTo>
                  <a:pt x="460" y="471"/>
                </a:lnTo>
                <a:lnTo>
                  <a:pt x="460" y="488"/>
                </a:lnTo>
                <a:lnTo>
                  <a:pt x="436" y="493"/>
                </a:lnTo>
                <a:lnTo>
                  <a:pt x="436" y="510"/>
                </a:lnTo>
                <a:lnTo>
                  <a:pt x="411" y="512"/>
                </a:lnTo>
                <a:lnTo>
                  <a:pt x="411" y="532"/>
                </a:lnTo>
                <a:lnTo>
                  <a:pt x="385" y="534"/>
                </a:lnTo>
                <a:lnTo>
                  <a:pt x="385" y="536"/>
                </a:lnTo>
                <a:lnTo>
                  <a:pt x="382" y="536"/>
                </a:lnTo>
                <a:lnTo>
                  <a:pt x="382" y="328"/>
                </a:lnTo>
                <a:lnTo>
                  <a:pt x="322" y="328"/>
                </a:lnTo>
                <a:lnTo>
                  <a:pt x="322" y="274"/>
                </a:lnTo>
                <a:lnTo>
                  <a:pt x="264" y="274"/>
                </a:lnTo>
                <a:lnTo>
                  <a:pt x="264" y="233"/>
                </a:lnTo>
                <a:lnTo>
                  <a:pt x="201" y="233"/>
                </a:lnTo>
                <a:lnTo>
                  <a:pt x="201" y="328"/>
                </a:lnTo>
                <a:lnTo>
                  <a:pt x="179" y="328"/>
                </a:lnTo>
                <a:lnTo>
                  <a:pt x="179" y="257"/>
                </a:lnTo>
                <a:lnTo>
                  <a:pt x="181" y="255"/>
                </a:lnTo>
                <a:lnTo>
                  <a:pt x="181" y="252"/>
                </a:lnTo>
                <a:lnTo>
                  <a:pt x="179" y="252"/>
                </a:lnTo>
                <a:lnTo>
                  <a:pt x="179" y="218"/>
                </a:lnTo>
                <a:lnTo>
                  <a:pt x="181" y="213"/>
                </a:lnTo>
                <a:lnTo>
                  <a:pt x="181" y="213"/>
                </a:lnTo>
                <a:lnTo>
                  <a:pt x="179" y="213"/>
                </a:lnTo>
                <a:lnTo>
                  <a:pt x="179" y="177"/>
                </a:lnTo>
                <a:lnTo>
                  <a:pt x="181" y="174"/>
                </a:lnTo>
                <a:lnTo>
                  <a:pt x="181" y="172"/>
                </a:lnTo>
                <a:lnTo>
                  <a:pt x="179" y="172"/>
                </a:lnTo>
                <a:lnTo>
                  <a:pt x="179" y="114"/>
                </a:lnTo>
                <a:lnTo>
                  <a:pt x="116" y="109"/>
                </a:lnTo>
                <a:lnTo>
                  <a:pt x="43" y="104"/>
                </a:lnTo>
                <a:lnTo>
                  <a:pt x="29" y="104"/>
                </a:lnTo>
                <a:lnTo>
                  <a:pt x="29" y="51"/>
                </a:lnTo>
                <a:lnTo>
                  <a:pt x="29" y="31"/>
                </a:lnTo>
                <a:lnTo>
                  <a:pt x="29" y="26"/>
                </a:lnTo>
                <a:lnTo>
                  <a:pt x="29" y="9"/>
                </a:lnTo>
                <a:lnTo>
                  <a:pt x="29" y="4"/>
                </a:lnTo>
                <a:lnTo>
                  <a:pt x="29" y="0"/>
                </a:lnTo>
                <a:lnTo>
                  <a:pt x="0" y="0"/>
                </a:lnTo>
                <a:lnTo>
                  <a:pt x="0" y="1423"/>
                </a:lnTo>
                <a:lnTo>
                  <a:pt x="1276" y="1423"/>
                </a:lnTo>
                <a:lnTo>
                  <a:pt x="1276" y="534"/>
                </a:lnTo>
                <a:close/>
              </a:path>
            </a:pathLst>
          </a:custGeom>
          <a:solidFill>
            <a:srgbClr val="0B2951"/>
          </a:solidFill>
          <a:ln>
            <a:noFill/>
          </a:ln>
        </p:spPr>
        <p:txBody>
          <a:bodyPr vert="horz" wrap="square" lIns="91440" tIns="45720" rIns="91440" bIns="45720" numCol="1" anchor="t" anchorCtr="0" compatLnSpc="1">
            <a:prstTxWarp prst="textNoShape">
              <a:avLst/>
            </a:prstTxWarp>
          </a:bodyPr>
          <a:lstStyle/>
          <a:p>
            <a:endParaRPr lang="id-ID"/>
          </a:p>
        </p:txBody>
      </p:sp>
      <p:sp>
        <p:nvSpPr>
          <p:cNvPr id="8" name="Freeform 17"/>
          <p:cNvSpPr>
            <a:spLocks/>
          </p:cNvSpPr>
          <p:nvPr/>
        </p:nvSpPr>
        <p:spPr bwMode="auto">
          <a:xfrm>
            <a:off x="2035441" y="2169741"/>
            <a:ext cx="2035444" cy="2744114"/>
          </a:xfrm>
          <a:custGeom>
            <a:avLst/>
            <a:gdLst>
              <a:gd name="T0" fmla="*/ 1281 w 1281"/>
              <a:gd name="T1" fmla="*/ 1727 h 1727"/>
              <a:gd name="T2" fmla="*/ 1194 w 1281"/>
              <a:gd name="T3" fmla="*/ 304 h 1727"/>
              <a:gd name="T4" fmla="*/ 1194 w 1281"/>
              <a:gd name="T5" fmla="*/ 284 h 1727"/>
              <a:gd name="T6" fmla="*/ 1194 w 1281"/>
              <a:gd name="T7" fmla="*/ 265 h 1727"/>
              <a:gd name="T8" fmla="*/ 1080 w 1281"/>
              <a:gd name="T9" fmla="*/ 126 h 1727"/>
              <a:gd name="T10" fmla="*/ 1073 w 1281"/>
              <a:gd name="T11" fmla="*/ 80 h 1727"/>
              <a:gd name="T12" fmla="*/ 1063 w 1281"/>
              <a:gd name="T13" fmla="*/ 92 h 1727"/>
              <a:gd name="T14" fmla="*/ 1063 w 1281"/>
              <a:gd name="T15" fmla="*/ 12 h 1727"/>
              <a:gd name="T16" fmla="*/ 1061 w 1281"/>
              <a:gd name="T17" fmla="*/ 0 h 1727"/>
              <a:gd name="T18" fmla="*/ 1053 w 1281"/>
              <a:gd name="T19" fmla="*/ 92 h 1727"/>
              <a:gd name="T20" fmla="*/ 1053 w 1281"/>
              <a:gd name="T21" fmla="*/ 12 h 1727"/>
              <a:gd name="T22" fmla="*/ 1048 w 1281"/>
              <a:gd name="T23" fmla="*/ 0 h 1727"/>
              <a:gd name="T24" fmla="*/ 1041 w 1281"/>
              <a:gd name="T25" fmla="*/ 92 h 1727"/>
              <a:gd name="T26" fmla="*/ 1041 w 1281"/>
              <a:gd name="T27" fmla="*/ 12 h 1727"/>
              <a:gd name="T28" fmla="*/ 1039 w 1281"/>
              <a:gd name="T29" fmla="*/ 0 h 1727"/>
              <a:gd name="T30" fmla="*/ 1031 w 1281"/>
              <a:gd name="T31" fmla="*/ 92 h 1727"/>
              <a:gd name="T32" fmla="*/ 1031 w 1281"/>
              <a:gd name="T33" fmla="*/ 12 h 1727"/>
              <a:gd name="T34" fmla="*/ 1027 w 1281"/>
              <a:gd name="T35" fmla="*/ 0 h 1727"/>
              <a:gd name="T36" fmla="*/ 1019 w 1281"/>
              <a:gd name="T37" fmla="*/ 92 h 1727"/>
              <a:gd name="T38" fmla="*/ 1019 w 1281"/>
              <a:gd name="T39" fmla="*/ 12 h 1727"/>
              <a:gd name="T40" fmla="*/ 1017 w 1281"/>
              <a:gd name="T41" fmla="*/ 0 h 1727"/>
              <a:gd name="T42" fmla="*/ 1010 w 1281"/>
              <a:gd name="T43" fmla="*/ 92 h 1727"/>
              <a:gd name="T44" fmla="*/ 1000 w 1281"/>
              <a:gd name="T45" fmla="*/ 80 h 1727"/>
              <a:gd name="T46" fmla="*/ 1000 w 1281"/>
              <a:gd name="T47" fmla="*/ 257 h 1727"/>
              <a:gd name="T48" fmla="*/ 1000 w 1281"/>
              <a:gd name="T49" fmla="*/ 282 h 1727"/>
              <a:gd name="T50" fmla="*/ 971 w 1281"/>
              <a:gd name="T51" fmla="*/ 304 h 1727"/>
              <a:gd name="T52" fmla="*/ 971 w 1281"/>
              <a:gd name="T53" fmla="*/ 313 h 1727"/>
              <a:gd name="T54" fmla="*/ 971 w 1281"/>
              <a:gd name="T55" fmla="*/ 335 h 1727"/>
              <a:gd name="T56" fmla="*/ 971 w 1281"/>
              <a:gd name="T57" fmla="*/ 403 h 1727"/>
              <a:gd name="T58" fmla="*/ 968 w 1281"/>
              <a:gd name="T59" fmla="*/ 413 h 1727"/>
              <a:gd name="T60" fmla="*/ 932 w 1281"/>
              <a:gd name="T61" fmla="*/ 738 h 1727"/>
              <a:gd name="T62" fmla="*/ 814 w 1281"/>
              <a:gd name="T63" fmla="*/ 515 h 1727"/>
              <a:gd name="T64" fmla="*/ 746 w 1281"/>
              <a:gd name="T65" fmla="*/ 386 h 1727"/>
              <a:gd name="T66" fmla="*/ 719 w 1281"/>
              <a:gd name="T67" fmla="*/ 515 h 1727"/>
              <a:gd name="T68" fmla="*/ 608 w 1281"/>
              <a:gd name="T69" fmla="*/ 386 h 1727"/>
              <a:gd name="T70" fmla="*/ 557 w 1281"/>
              <a:gd name="T71" fmla="*/ 515 h 1727"/>
              <a:gd name="T72" fmla="*/ 513 w 1281"/>
              <a:gd name="T73" fmla="*/ 1195 h 1727"/>
              <a:gd name="T74" fmla="*/ 458 w 1281"/>
              <a:gd name="T75" fmla="*/ 1200 h 1727"/>
              <a:gd name="T76" fmla="*/ 431 w 1281"/>
              <a:gd name="T77" fmla="*/ 1202 h 1727"/>
              <a:gd name="T78" fmla="*/ 412 w 1281"/>
              <a:gd name="T79" fmla="*/ 1180 h 1727"/>
              <a:gd name="T80" fmla="*/ 370 w 1281"/>
              <a:gd name="T81" fmla="*/ 1207 h 1727"/>
              <a:gd name="T82" fmla="*/ 370 w 1281"/>
              <a:gd name="T83" fmla="*/ 1210 h 1727"/>
              <a:gd name="T84" fmla="*/ 370 w 1281"/>
              <a:gd name="T85" fmla="*/ 1200 h 1727"/>
              <a:gd name="T86" fmla="*/ 322 w 1281"/>
              <a:gd name="T87" fmla="*/ 1188 h 1727"/>
              <a:gd name="T88" fmla="*/ 312 w 1281"/>
              <a:gd name="T89" fmla="*/ 1202 h 1727"/>
              <a:gd name="T90" fmla="*/ 269 w 1281"/>
              <a:gd name="T91" fmla="*/ 1197 h 1727"/>
              <a:gd name="T92" fmla="*/ 140 w 1281"/>
              <a:gd name="T93" fmla="*/ 1193 h 1727"/>
              <a:gd name="T94" fmla="*/ 0 w 1281"/>
              <a:gd name="T95" fmla="*/ 1210 h 1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81" h="1727">
                <a:moveTo>
                  <a:pt x="0" y="1727"/>
                </a:moveTo>
                <a:lnTo>
                  <a:pt x="1281" y="1727"/>
                </a:lnTo>
                <a:lnTo>
                  <a:pt x="1281" y="304"/>
                </a:lnTo>
                <a:lnTo>
                  <a:pt x="1194" y="304"/>
                </a:lnTo>
                <a:lnTo>
                  <a:pt x="1194" y="291"/>
                </a:lnTo>
                <a:lnTo>
                  <a:pt x="1194" y="284"/>
                </a:lnTo>
                <a:lnTo>
                  <a:pt x="1194" y="267"/>
                </a:lnTo>
                <a:lnTo>
                  <a:pt x="1194" y="265"/>
                </a:lnTo>
                <a:lnTo>
                  <a:pt x="1080" y="265"/>
                </a:lnTo>
                <a:lnTo>
                  <a:pt x="1080" y="126"/>
                </a:lnTo>
                <a:lnTo>
                  <a:pt x="1080" y="80"/>
                </a:lnTo>
                <a:lnTo>
                  <a:pt x="1073" y="80"/>
                </a:lnTo>
                <a:lnTo>
                  <a:pt x="1073" y="92"/>
                </a:lnTo>
                <a:lnTo>
                  <a:pt x="1063" y="92"/>
                </a:lnTo>
                <a:lnTo>
                  <a:pt x="1063" y="12"/>
                </a:lnTo>
                <a:lnTo>
                  <a:pt x="1063" y="12"/>
                </a:lnTo>
                <a:lnTo>
                  <a:pt x="1063" y="0"/>
                </a:lnTo>
                <a:lnTo>
                  <a:pt x="1061" y="0"/>
                </a:lnTo>
                <a:lnTo>
                  <a:pt x="1061" y="92"/>
                </a:lnTo>
                <a:lnTo>
                  <a:pt x="1053" y="92"/>
                </a:lnTo>
                <a:lnTo>
                  <a:pt x="1053" y="12"/>
                </a:lnTo>
                <a:lnTo>
                  <a:pt x="1053" y="12"/>
                </a:lnTo>
                <a:lnTo>
                  <a:pt x="1053" y="0"/>
                </a:lnTo>
                <a:lnTo>
                  <a:pt x="1048" y="0"/>
                </a:lnTo>
                <a:lnTo>
                  <a:pt x="1048" y="92"/>
                </a:lnTo>
                <a:lnTo>
                  <a:pt x="1041" y="92"/>
                </a:lnTo>
                <a:lnTo>
                  <a:pt x="1041" y="12"/>
                </a:lnTo>
                <a:lnTo>
                  <a:pt x="1041" y="12"/>
                </a:lnTo>
                <a:lnTo>
                  <a:pt x="1041" y="0"/>
                </a:lnTo>
                <a:lnTo>
                  <a:pt x="1039" y="0"/>
                </a:lnTo>
                <a:lnTo>
                  <a:pt x="1039" y="92"/>
                </a:lnTo>
                <a:lnTo>
                  <a:pt x="1031" y="92"/>
                </a:lnTo>
                <a:lnTo>
                  <a:pt x="1031" y="12"/>
                </a:lnTo>
                <a:lnTo>
                  <a:pt x="1031" y="12"/>
                </a:lnTo>
                <a:lnTo>
                  <a:pt x="1029" y="0"/>
                </a:lnTo>
                <a:lnTo>
                  <a:pt x="1027" y="0"/>
                </a:lnTo>
                <a:lnTo>
                  <a:pt x="1027" y="92"/>
                </a:lnTo>
                <a:lnTo>
                  <a:pt x="1019" y="92"/>
                </a:lnTo>
                <a:lnTo>
                  <a:pt x="1019" y="12"/>
                </a:lnTo>
                <a:lnTo>
                  <a:pt x="1019" y="12"/>
                </a:lnTo>
                <a:lnTo>
                  <a:pt x="1019" y="0"/>
                </a:lnTo>
                <a:lnTo>
                  <a:pt x="1017" y="0"/>
                </a:lnTo>
                <a:lnTo>
                  <a:pt x="1017" y="92"/>
                </a:lnTo>
                <a:lnTo>
                  <a:pt x="1010" y="92"/>
                </a:lnTo>
                <a:lnTo>
                  <a:pt x="1007" y="80"/>
                </a:lnTo>
                <a:lnTo>
                  <a:pt x="1000" y="80"/>
                </a:lnTo>
                <a:lnTo>
                  <a:pt x="1000" y="253"/>
                </a:lnTo>
                <a:lnTo>
                  <a:pt x="1000" y="257"/>
                </a:lnTo>
                <a:lnTo>
                  <a:pt x="1000" y="274"/>
                </a:lnTo>
                <a:lnTo>
                  <a:pt x="1000" y="282"/>
                </a:lnTo>
                <a:lnTo>
                  <a:pt x="1000" y="304"/>
                </a:lnTo>
                <a:lnTo>
                  <a:pt x="971" y="304"/>
                </a:lnTo>
                <a:lnTo>
                  <a:pt x="971" y="308"/>
                </a:lnTo>
                <a:lnTo>
                  <a:pt x="971" y="313"/>
                </a:lnTo>
                <a:lnTo>
                  <a:pt x="971" y="333"/>
                </a:lnTo>
                <a:lnTo>
                  <a:pt x="971" y="335"/>
                </a:lnTo>
                <a:lnTo>
                  <a:pt x="971" y="355"/>
                </a:lnTo>
                <a:lnTo>
                  <a:pt x="971" y="403"/>
                </a:lnTo>
                <a:lnTo>
                  <a:pt x="968" y="403"/>
                </a:lnTo>
                <a:lnTo>
                  <a:pt x="968" y="413"/>
                </a:lnTo>
                <a:lnTo>
                  <a:pt x="932" y="413"/>
                </a:lnTo>
                <a:lnTo>
                  <a:pt x="932" y="738"/>
                </a:lnTo>
                <a:lnTo>
                  <a:pt x="814" y="738"/>
                </a:lnTo>
                <a:lnTo>
                  <a:pt x="814" y="515"/>
                </a:lnTo>
                <a:lnTo>
                  <a:pt x="746" y="515"/>
                </a:lnTo>
                <a:lnTo>
                  <a:pt x="746" y="386"/>
                </a:lnTo>
                <a:lnTo>
                  <a:pt x="719" y="386"/>
                </a:lnTo>
                <a:lnTo>
                  <a:pt x="719" y="515"/>
                </a:lnTo>
                <a:lnTo>
                  <a:pt x="608" y="515"/>
                </a:lnTo>
                <a:lnTo>
                  <a:pt x="608" y="386"/>
                </a:lnTo>
                <a:lnTo>
                  <a:pt x="557" y="386"/>
                </a:lnTo>
                <a:lnTo>
                  <a:pt x="557" y="515"/>
                </a:lnTo>
                <a:lnTo>
                  <a:pt x="513" y="515"/>
                </a:lnTo>
                <a:lnTo>
                  <a:pt x="513" y="1195"/>
                </a:lnTo>
                <a:lnTo>
                  <a:pt x="475" y="1197"/>
                </a:lnTo>
                <a:lnTo>
                  <a:pt x="458" y="1200"/>
                </a:lnTo>
                <a:lnTo>
                  <a:pt x="433" y="1202"/>
                </a:lnTo>
                <a:lnTo>
                  <a:pt x="431" y="1202"/>
                </a:lnTo>
                <a:lnTo>
                  <a:pt x="421" y="1188"/>
                </a:lnTo>
                <a:lnTo>
                  <a:pt x="412" y="1180"/>
                </a:lnTo>
                <a:lnTo>
                  <a:pt x="373" y="1200"/>
                </a:lnTo>
                <a:lnTo>
                  <a:pt x="370" y="1207"/>
                </a:lnTo>
                <a:lnTo>
                  <a:pt x="370" y="1210"/>
                </a:lnTo>
                <a:lnTo>
                  <a:pt x="370" y="1210"/>
                </a:lnTo>
                <a:lnTo>
                  <a:pt x="370" y="1207"/>
                </a:lnTo>
                <a:lnTo>
                  <a:pt x="370" y="1200"/>
                </a:lnTo>
                <a:lnTo>
                  <a:pt x="332" y="1180"/>
                </a:lnTo>
                <a:lnTo>
                  <a:pt x="322" y="1188"/>
                </a:lnTo>
                <a:lnTo>
                  <a:pt x="312" y="1202"/>
                </a:lnTo>
                <a:lnTo>
                  <a:pt x="312" y="1202"/>
                </a:lnTo>
                <a:lnTo>
                  <a:pt x="288" y="1200"/>
                </a:lnTo>
                <a:lnTo>
                  <a:pt x="269" y="1197"/>
                </a:lnTo>
                <a:lnTo>
                  <a:pt x="160" y="1193"/>
                </a:lnTo>
                <a:lnTo>
                  <a:pt x="140" y="1193"/>
                </a:lnTo>
                <a:lnTo>
                  <a:pt x="22" y="1205"/>
                </a:lnTo>
                <a:lnTo>
                  <a:pt x="0" y="1210"/>
                </a:lnTo>
                <a:lnTo>
                  <a:pt x="0" y="1727"/>
                </a:lnTo>
                <a:close/>
              </a:path>
            </a:pathLst>
          </a:custGeom>
          <a:solidFill>
            <a:srgbClr val="0B2951"/>
          </a:solidFill>
          <a:ln>
            <a:noFill/>
          </a:ln>
        </p:spPr>
        <p:txBody>
          <a:bodyPr vert="horz" wrap="square" lIns="91440" tIns="45720" rIns="91440" bIns="45720" numCol="1" anchor="t" anchorCtr="0" compatLnSpc="1">
            <a:prstTxWarp prst="textNoShape">
              <a:avLst/>
            </a:prstTxWarp>
          </a:bodyPr>
          <a:lstStyle/>
          <a:p>
            <a:endParaRPr lang="id-ID"/>
          </a:p>
        </p:txBody>
      </p:sp>
      <p:sp>
        <p:nvSpPr>
          <p:cNvPr id="9" name="Freeform 18"/>
          <p:cNvSpPr>
            <a:spLocks noEditPoints="1"/>
          </p:cNvSpPr>
          <p:nvPr/>
        </p:nvSpPr>
        <p:spPr bwMode="auto">
          <a:xfrm>
            <a:off x="3175" y="2258722"/>
            <a:ext cx="2032266" cy="2655133"/>
          </a:xfrm>
          <a:custGeom>
            <a:avLst/>
            <a:gdLst>
              <a:gd name="T0" fmla="*/ 933 w 1279"/>
              <a:gd name="T1" fmla="*/ 988 h 1671"/>
              <a:gd name="T2" fmla="*/ 712 w 1279"/>
              <a:gd name="T3" fmla="*/ 933 h 1671"/>
              <a:gd name="T4" fmla="*/ 577 w 1279"/>
              <a:gd name="T5" fmla="*/ 1207 h 1671"/>
              <a:gd name="T6" fmla="*/ 303 w 1279"/>
              <a:gd name="T7" fmla="*/ 1336 h 1671"/>
              <a:gd name="T8" fmla="*/ 230 w 1279"/>
              <a:gd name="T9" fmla="*/ 517 h 1671"/>
              <a:gd name="T10" fmla="*/ 194 w 1279"/>
              <a:gd name="T11" fmla="*/ 505 h 1671"/>
              <a:gd name="T12" fmla="*/ 240 w 1279"/>
              <a:gd name="T13" fmla="*/ 498 h 1671"/>
              <a:gd name="T14" fmla="*/ 211 w 1279"/>
              <a:gd name="T15" fmla="*/ 486 h 1671"/>
              <a:gd name="T16" fmla="*/ 194 w 1279"/>
              <a:gd name="T17" fmla="*/ 481 h 1671"/>
              <a:gd name="T18" fmla="*/ 192 w 1279"/>
              <a:gd name="T19" fmla="*/ 432 h 1671"/>
              <a:gd name="T20" fmla="*/ 182 w 1279"/>
              <a:gd name="T21" fmla="*/ 427 h 1671"/>
              <a:gd name="T22" fmla="*/ 204 w 1279"/>
              <a:gd name="T23" fmla="*/ 425 h 1671"/>
              <a:gd name="T24" fmla="*/ 218 w 1279"/>
              <a:gd name="T25" fmla="*/ 425 h 1671"/>
              <a:gd name="T26" fmla="*/ 233 w 1279"/>
              <a:gd name="T27" fmla="*/ 418 h 1671"/>
              <a:gd name="T28" fmla="*/ 235 w 1279"/>
              <a:gd name="T29" fmla="*/ 410 h 1671"/>
              <a:gd name="T30" fmla="*/ 189 w 1279"/>
              <a:gd name="T31" fmla="*/ 398 h 1671"/>
              <a:gd name="T32" fmla="*/ 172 w 1279"/>
              <a:gd name="T33" fmla="*/ 379 h 1671"/>
              <a:gd name="T34" fmla="*/ 168 w 1279"/>
              <a:gd name="T35" fmla="*/ 245 h 1671"/>
              <a:gd name="T36" fmla="*/ 163 w 1279"/>
              <a:gd name="T37" fmla="*/ 146 h 1671"/>
              <a:gd name="T38" fmla="*/ 158 w 1279"/>
              <a:gd name="T39" fmla="*/ 63 h 1671"/>
              <a:gd name="T40" fmla="*/ 155 w 1279"/>
              <a:gd name="T41" fmla="*/ 0 h 1671"/>
              <a:gd name="T42" fmla="*/ 153 w 1279"/>
              <a:gd name="T43" fmla="*/ 0 h 1671"/>
              <a:gd name="T44" fmla="*/ 151 w 1279"/>
              <a:gd name="T45" fmla="*/ 65 h 1671"/>
              <a:gd name="T46" fmla="*/ 148 w 1279"/>
              <a:gd name="T47" fmla="*/ 146 h 1671"/>
              <a:gd name="T48" fmla="*/ 146 w 1279"/>
              <a:gd name="T49" fmla="*/ 374 h 1671"/>
              <a:gd name="T50" fmla="*/ 138 w 1279"/>
              <a:gd name="T51" fmla="*/ 386 h 1671"/>
              <a:gd name="T52" fmla="*/ 117 w 1279"/>
              <a:gd name="T53" fmla="*/ 401 h 1671"/>
              <a:gd name="T54" fmla="*/ 80 w 1279"/>
              <a:gd name="T55" fmla="*/ 418 h 1671"/>
              <a:gd name="T56" fmla="*/ 95 w 1279"/>
              <a:gd name="T57" fmla="*/ 425 h 1671"/>
              <a:gd name="T58" fmla="*/ 112 w 1279"/>
              <a:gd name="T59" fmla="*/ 427 h 1671"/>
              <a:gd name="T60" fmla="*/ 129 w 1279"/>
              <a:gd name="T61" fmla="*/ 427 h 1671"/>
              <a:gd name="T62" fmla="*/ 119 w 1279"/>
              <a:gd name="T63" fmla="*/ 439 h 1671"/>
              <a:gd name="T64" fmla="*/ 121 w 1279"/>
              <a:gd name="T65" fmla="*/ 481 h 1671"/>
              <a:gd name="T66" fmla="*/ 100 w 1279"/>
              <a:gd name="T67" fmla="*/ 486 h 1671"/>
              <a:gd name="T68" fmla="*/ 75 w 1279"/>
              <a:gd name="T69" fmla="*/ 498 h 1671"/>
              <a:gd name="T70" fmla="*/ 121 w 1279"/>
              <a:gd name="T71" fmla="*/ 507 h 1671"/>
              <a:gd name="T72" fmla="*/ 85 w 1279"/>
              <a:gd name="T73" fmla="*/ 520 h 1671"/>
              <a:gd name="T74" fmla="*/ 27 w 1279"/>
              <a:gd name="T75" fmla="*/ 1333 h 1671"/>
              <a:gd name="T76" fmla="*/ 126 w 1279"/>
              <a:gd name="T77" fmla="*/ 498 h 1671"/>
              <a:gd name="T78" fmla="*/ 121 w 1279"/>
              <a:gd name="T79" fmla="*/ 498 h 1671"/>
              <a:gd name="T80" fmla="*/ 121 w 1279"/>
              <a:gd name="T81" fmla="*/ 568 h 1671"/>
              <a:gd name="T82" fmla="*/ 119 w 1279"/>
              <a:gd name="T83" fmla="*/ 656 h 1671"/>
              <a:gd name="T84" fmla="*/ 138 w 1279"/>
              <a:gd name="T85" fmla="*/ 799 h 1671"/>
              <a:gd name="T86" fmla="*/ 124 w 1279"/>
              <a:gd name="T87" fmla="*/ 814 h 1671"/>
              <a:gd name="T88" fmla="*/ 119 w 1279"/>
              <a:gd name="T89" fmla="*/ 937 h 1671"/>
              <a:gd name="T90" fmla="*/ 141 w 1279"/>
              <a:gd name="T91" fmla="*/ 1071 h 1671"/>
              <a:gd name="T92" fmla="*/ 121 w 1279"/>
              <a:gd name="T93" fmla="*/ 1188 h 1671"/>
              <a:gd name="T94" fmla="*/ 129 w 1279"/>
              <a:gd name="T95" fmla="*/ 1185 h 1671"/>
              <a:gd name="T96" fmla="*/ 182 w 1279"/>
              <a:gd name="T97" fmla="*/ 656 h 1671"/>
              <a:gd name="T98" fmla="*/ 189 w 1279"/>
              <a:gd name="T99" fmla="*/ 799 h 1671"/>
              <a:gd name="T100" fmla="*/ 199 w 1279"/>
              <a:gd name="T101" fmla="*/ 937 h 1671"/>
              <a:gd name="T102" fmla="*/ 199 w 1279"/>
              <a:gd name="T103" fmla="*/ 957 h 1671"/>
              <a:gd name="T104" fmla="*/ 184 w 1279"/>
              <a:gd name="T105" fmla="*/ 1185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 h="1671">
                <a:moveTo>
                  <a:pt x="1279" y="1154"/>
                </a:moveTo>
                <a:lnTo>
                  <a:pt x="1182" y="1178"/>
                </a:lnTo>
                <a:lnTo>
                  <a:pt x="1100" y="1212"/>
                </a:lnTo>
                <a:lnTo>
                  <a:pt x="1063" y="1212"/>
                </a:lnTo>
                <a:lnTo>
                  <a:pt x="1063" y="988"/>
                </a:lnTo>
                <a:lnTo>
                  <a:pt x="933" y="988"/>
                </a:lnTo>
                <a:lnTo>
                  <a:pt x="933" y="933"/>
                </a:lnTo>
                <a:lnTo>
                  <a:pt x="894" y="933"/>
                </a:lnTo>
                <a:lnTo>
                  <a:pt x="894" y="877"/>
                </a:lnTo>
                <a:lnTo>
                  <a:pt x="783" y="877"/>
                </a:lnTo>
                <a:lnTo>
                  <a:pt x="783" y="933"/>
                </a:lnTo>
                <a:lnTo>
                  <a:pt x="712" y="933"/>
                </a:lnTo>
                <a:lnTo>
                  <a:pt x="712" y="988"/>
                </a:lnTo>
                <a:lnTo>
                  <a:pt x="671" y="988"/>
                </a:lnTo>
                <a:lnTo>
                  <a:pt x="671" y="1183"/>
                </a:lnTo>
                <a:lnTo>
                  <a:pt x="659" y="1180"/>
                </a:lnTo>
                <a:lnTo>
                  <a:pt x="618" y="1188"/>
                </a:lnTo>
                <a:lnTo>
                  <a:pt x="577" y="1207"/>
                </a:lnTo>
                <a:lnTo>
                  <a:pt x="543" y="1236"/>
                </a:lnTo>
                <a:lnTo>
                  <a:pt x="519" y="1275"/>
                </a:lnTo>
                <a:lnTo>
                  <a:pt x="506" y="1309"/>
                </a:lnTo>
                <a:lnTo>
                  <a:pt x="315" y="1309"/>
                </a:lnTo>
                <a:lnTo>
                  <a:pt x="303" y="1314"/>
                </a:lnTo>
                <a:lnTo>
                  <a:pt x="303" y="1336"/>
                </a:lnTo>
                <a:lnTo>
                  <a:pt x="247" y="1333"/>
                </a:lnTo>
                <a:lnTo>
                  <a:pt x="243" y="520"/>
                </a:lnTo>
                <a:lnTo>
                  <a:pt x="243" y="520"/>
                </a:lnTo>
                <a:lnTo>
                  <a:pt x="240" y="520"/>
                </a:lnTo>
                <a:lnTo>
                  <a:pt x="235" y="517"/>
                </a:lnTo>
                <a:lnTo>
                  <a:pt x="230" y="517"/>
                </a:lnTo>
                <a:lnTo>
                  <a:pt x="230" y="517"/>
                </a:lnTo>
                <a:lnTo>
                  <a:pt x="230" y="510"/>
                </a:lnTo>
                <a:lnTo>
                  <a:pt x="228" y="507"/>
                </a:lnTo>
                <a:lnTo>
                  <a:pt x="221" y="507"/>
                </a:lnTo>
                <a:lnTo>
                  <a:pt x="209" y="507"/>
                </a:lnTo>
                <a:lnTo>
                  <a:pt x="194" y="505"/>
                </a:lnTo>
                <a:lnTo>
                  <a:pt x="184" y="505"/>
                </a:lnTo>
                <a:lnTo>
                  <a:pt x="184" y="500"/>
                </a:lnTo>
                <a:lnTo>
                  <a:pt x="192" y="500"/>
                </a:lnTo>
                <a:lnTo>
                  <a:pt x="211" y="500"/>
                </a:lnTo>
                <a:lnTo>
                  <a:pt x="228" y="498"/>
                </a:lnTo>
                <a:lnTo>
                  <a:pt x="240" y="498"/>
                </a:lnTo>
                <a:lnTo>
                  <a:pt x="247" y="495"/>
                </a:lnTo>
                <a:lnTo>
                  <a:pt x="247" y="493"/>
                </a:lnTo>
                <a:lnTo>
                  <a:pt x="247" y="490"/>
                </a:lnTo>
                <a:lnTo>
                  <a:pt x="240" y="488"/>
                </a:lnTo>
                <a:lnTo>
                  <a:pt x="228" y="486"/>
                </a:lnTo>
                <a:lnTo>
                  <a:pt x="211" y="486"/>
                </a:lnTo>
                <a:lnTo>
                  <a:pt x="189" y="486"/>
                </a:lnTo>
                <a:lnTo>
                  <a:pt x="184" y="486"/>
                </a:lnTo>
                <a:lnTo>
                  <a:pt x="184" y="483"/>
                </a:lnTo>
                <a:lnTo>
                  <a:pt x="187" y="483"/>
                </a:lnTo>
                <a:lnTo>
                  <a:pt x="192" y="481"/>
                </a:lnTo>
                <a:lnTo>
                  <a:pt x="194" y="481"/>
                </a:lnTo>
                <a:lnTo>
                  <a:pt x="194" y="478"/>
                </a:lnTo>
                <a:lnTo>
                  <a:pt x="194" y="469"/>
                </a:lnTo>
                <a:lnTo>
                  <a:pt x="192" y="459"/>
                </a:lnTo>
                <a:lnTo>
                  <a:pt x="192" y="449"/>
                </a:lnTo>
                <a:lnTo>
                  <a:pt x="192" y="439"/>
                </a:lnTo>
                <a:lnTo>
                  <a:pt x="192" y="432"/>
                </a:lnTo>
                <a:lnTo>
                  <a:pt x="192" y="430"/>
                </a:lnTo>
                <a:lnTo>
                  <a:pt x="192" y="430"/>
                </a:lnTo>
                <a:lnTo>
                  <a:pt x="189" y="427"/>
                </a:lnTo>
                <a:lnTo>
                  <a:pt x="184" y="427"/>
                </a:lnTo>
                <a:lnTo>
                  <a:pt x="182" y="427"/>
                </a:lnTo>
                <a:lnTo>
                  <a:pt x="182" y="427"/>
                </a:lnTo>
                <a:lnTo>
                  <a:pt x="184" y="427"/>
                </a:lnTo>
                <a:lnTo>
                  <a:pt x="189" y="427"/>
                </a:lnTo>
                <a:lnTo>
                  <a:pt x="189" y="427"/>
                </a:lnTo>
                <a:lnTo>
                  <a:pt x="199" y="427"/>
                </a:lnTo>
                <a:lnTo>
                  <a:pt x="204" y="425"/>
                </a:lnTo>
                <a:lnTo>
                  <a:pt x="204" y="425"/>
                </a:lnTo>
                <a:lnTo>
                  <a:pt x="204" y="425"/>
                </a:lnTo>
                <a:lnTo>
                  <a:pt x="209" y="425"/>
                </a:lnTo>
                <a:lnTo>
                  <a:pt x="214" y="425"/>
                </a:lnTo>
                <a:lnTo>
                  <a:pt x="214" y="425"/>
                </a:lnTo>
                <a:lnTo>
                  <a:pt x="214" y="425"/>
                </a:lnTo>
                <a:lnTo>
                  <a:pt x="218" y="425"/>
                </a:lnTo>
                <a:lnTo>
                  <a:pt x="221" y="422"/>
                </a:lnTo>
                <a:lnTo>
                  <a:pt x="221" y="422"/>
                </a:lnTo>
                <a:lnTo>
                  <a:pt x="221" y="422"/>
                </a:lnTo>
                <a:lnTo>
                  <a:pt x="221" y="422"/>
                </a:lnTo>
                <a:lnTo>
                  <a:pt x="230" y="418"/>
                </a:lnTo>
                <a:lnTo>
                  <a:pt x="233" y="418"/>
                </a:lnTo>
                <a:lnTo>
                  <a:pt x="233" y="418"/>
                </a:lnTo>
                <a:lnTo>
                  <a:pt x="235" y="415"/>
                </a:lnTo>
                <a:lnTo>
                  <a:pt x="235" y="413"/>
                </a:lnTo>
                <a:lnTo>
                  <a:pt x="235" y="413"/>
                </a:lnTo>
                <a:lnTo>
                  <a:pt x="235" y="410"/>
                </a:lnTo>
                <a:lnTo>
                  <a:pt x="235" y="410"/>
                </a:lnTo>
                <a:lnTo>
                  <a:pt x="221" y="403"/>
                </a:lnTo>
                <a:lnTo>
                  <a:pt x="218" y="403"/>
                </a:lnTo>
                <a:lnTo>
                  <a:pt x="209" y="401"/>
                </a:lnTo>
                <a:lnTo>
                  <a:pt x="197" y="401"/>
                </a:lnTo>
                <a:lnTo>
                  <a:pt x="194" y="401"/>
                </a:lnTo>
                <a:lnTo>
                  <a:pt x="189" y="398"/>
                </a:lnTo>
                <a:lnTo>
                  <a:pt x="187" y="396"/>
                </a:lnTo>
                <a:lnTo>
                  <a:pt x="182" y="393"/>
                </a:lnTo>
                <a:lnTo>
                  <a:pt x="180" y="391"/>
                </a:lnTo>
                <a:lnTo>
                  <a:pt x="177" y="386"/>
                </a:lnTo>
                <a:lnTo>
                  <a:pt x="175" y="381"/>
                </a:lnTo>
                <a:lnTo>
                  <a:pt x="172" y="379"/>
                </a:lnTo>
                <a:lnTo>
                  <a:pt x="170" y="374"/>
                </a:lnTo>
                <a:lnTo>
                  <a:pt x="170" y="374"/>
                </a:lnTo>
                <a:lnTo>
                  <a:pt x="168" y="374"/>
                </a:lnTo>
                <a:lnTo>
                  <a:pt x="168" y="374"/>
                </a:lnTo>
                <a:lnTo>
                  <a:pt x="168" y="245"/>
                </a:lnTo>
                <a:lnTo>
                  <a:pt x="168" y="245"/>
                </a:lnTo>
                <a:lnTo>
                  <a:pt x="165" y="243"/>
                </a:lnTo>
                <a:lnTo>
                  <a:pt x="165" y="243"/>
                </a:lnTo>
                <a:lnTo>
                  <a:pt x="163" y="243"/>
                </a:lnTo>
                <a:lnTo>
                  <a:pt x="163" y="146"/>
                </a:lnTo>
                <a:lnTo>
                  <a:pt x="163" y="146"/>
                </a:lnTo>
                <a:lnTo>
                  <a:pt x="163" y="146"/>
                </a:lnTo>
                <a:lnTo>
                  <a:pt x="160" y="146"/>
                </a:lnTo>
                <a:lnTo>
                  <a:pt x="160" y="146"/>
                </a:lnTo>
                <a:lnTo>
                  <a:pt x="160" y="65"/>
                </a:lnTo>
                <a:lnTo>
                  <a:pt x="160" y="63"/>
                </a:lnTo>
                <a:lnTo>
                  <a:pt x="158" y="63"/>
                </a:lnTo>
                <a:lnTo>
                  <a:pt x="158" y="63"/>
                </a:lnTo>
                <a:lnTo>
                  <a:pt x="158" y="63"/>
                </a:lnTo>
                <a:lnTo>
                  <a:pt x="158" y="0"/>
                </a:lnTo>
                <a:lnTo>
                  <a:pt x="158" y="0"/>
                </a:lnTo>
                <a:lnTo>
                  <a:pt x="155" y="0"/>
                </a:lnTo>
                <a:lnTo>
                  <a:pt x="155" y="0"/>
                </a:lnTo>
                <a:lnTo>
                  <a:pt x="155" y="0"/>
                </a:lnTo>
                <a:lnTo>
                  <a:pt x="155" y="0"/>
                </a:lnTo>
                <a:lnTo>
                  <a:pt x="155" y="0"/>
                </a:lnTo>
                <a:lnTo>
                  <a:pt x="155" y="0"/>
                </a:lnTo>
                <a:lnTo>
                  <a:pt x="153" y="0"/>
                </a:lnTo>
                <a:lnTo>
                  <a:pt x="153" y="0"/>
                </a:lnTo>
                <a:lnTo>
                  <a:pt x="153" y="0"/>
                </a:lnTo>
                <a:lnTo>
                  <a:pt x="153" y="2"/>
                </a:lnTo>
                <a:lnTo>
                  <a:pt x="153" y="2"/>
                </a:lnTo>
                <a:lnTo>
                  <a:pt x="153" y="63"/>
                </a:lnTo>
                <a:lnTo>
                  <a:pt x="153" y="63"/>
                </a:lnTo>
                <a:lnTo>
                  <a:pt x="153" y="63"/>
                </a:lnTo>
                <a:lnTo>
                  <a:pt x="151" y="65"/>
                </a:lnTo>
                <a:lnTo>
                  <a:pt x="151" y="65"/>
                </a:lnTo>
                <a:lnTo>
                  <a:pt x="151" y="65"/>
                </a:lnTo>
                <a:lnTo>
                  <a:pt x="151" y="146"/>
                </a:lnTo>
                <a:lnTo>
                  <a:pt x="151" y="146"/>
                </a:lnTo>
                <a:lnTo>
                  <a:pt x="151" y="146"/>
                </a:lnTo>
                <a:lnTo>
                  <a:pt x="148" y="146"/>
                </a:lnTo>
                <a:lnTo>
                  <a:pt x="148" y="146"/>
                </a:lnTo>
                <a:lnTo>
                  <a:pt x="148" y="243"/>
                </a:lnTo>
                <a:lnTo>
                  <a:pt x="148" y="243"/>
                </a:lnTo>
                <a:lnTo>
                  <a:pt x="146" y="245"/>
                </a:lnTo>
                <a:lnTo>
                  <a:pt x="146" y="245"/>
                </a:lnTo>
                <a:lnTo>
                  <a:pt x="146" y="374"/>
                </a:lnTo>
                <a:lnTo>
                  <a:pt x="146" y="374"/>
                </a:lnTo>
                <a:lnTo>
                  <a:pt x="143" y="374"/>
                </a:lnTo>
                <a:lnTo>
                  <a:pt x="143" y="374"/>
                </a:lnTo>
                <a:lnTo>
                  <a:pt x="141" y="379"/>
                </a:lnTo>
                <a:lnTo>
                  <a:pt x="141" y="384"/>
                </a:lnTo>
                <a:lnTo>
                  <a:pt x="138" y="386"/>
                </a:lnTo>
                <a:lnTo>
                  <a:pt x="136" y="391"/>
                </a:lnTo>
                <a:lnTo>
                  <a:pt x="131" y="393"/>
                </a:lnTo>
                <a:lnTo>
                  <a:pt x="129" y="396"/>
                </a:lnTo>
                <a:lnTo>
                  <a:pt x="124" y="398"/>
                </a:lnTo>
                <a:lnTo>
                  <a:pt x="121" y="401"/>
                </a:lnTo>
                <a:lnTo>
                  <a:pt x="117" y="401"/>
                </a:lnTo>
                <a:lnTo>
                  <a:pt x="105" y="403"/>
                </a:lnTo>
                <a:lnTo>
                  <a:pt x="97" y="403"/>
                </a:lnTo>
                <a:lnTo>
                  <a:pt x="92" y="405"/>
                </a:lnTo>
                <a:lnTo>
                  <a:pt x="80" y="413"/>
                </a:lnTo>
                <a:lnTo>
                  <a:pt x="80" y="413"/>
                </a:lnTo>
                <a:lnTo>
                  <a:pt x="80" y="418"/>
                </a:lnTo>
                <a:lnTo>
                  <a:pt x="80" y="418"/>
                </a:lnTo>
                <a:lnTo>
                  <a:pt x="80" y="420"/>
                </a:lnTo>
                <a:lnTo>
                  <a:pt x="85" y="420"/>
                </a:lnTo>
                <a:lnTo>
                  <a:pt x="95" y="425"/>
                </a:lnTo>
                <a:lnTo>
                  <a:pt x="95" y="425"/>
                </a:lnTo>
                <a:lnTo>
                  <a:pt x="95" y="425"/>
                </a:lnTo>
                <a:lnTo>
                  <a:pt x="100" y="425"/>
                </a:lnTo>
                <a:lnTo>
                  <a:pt x="100" y="425"/>
                </a:lnTo>
                <a:lnTo>
                  <a:pt x="102" y="425"/>
                </a:lnTo>
                <a:lnTo>
                  <a:pt x="102" y="425"/>
                </a:lnTo>
                <a:lnTo>
                  <a:pt x="107" y="427"/>
                </a:lnTo>
                <a:lnTo>
                  <a:pt x="112" y="427"/>
                </a:lnTo>
                <a:lnTo>
                  <a:pt x="112" y="427"/>
                </a:lnTo>
                <a:lnTo>
                  <a:pt x="119" y="427"/>
                </a:lnTo>
                <a:lnTo>
                  <a:pt x="124" y="427"/>
                </a:lnTo>
                <a:lnTo>
                  <a:pt x="124" y="427"/>
                </a:lnTo>
                <a:lnTo>
                  <a:pt x="124" y="427"/>
                </a:lnTo>
                <a:lnTo>
                  <a:pt x="129" y="427"/>
                </a:lnTo>
                <a:lnTo>
                  <a:pt x="129" y="427"/>
                </a:lnTo>
                <a:lnTo>
                  <a:pt x="126" y="430"/>
                </a:lnTo>
                <a:lnTo>
                  <a:pt x="121" y="430"/>
                </a:lnTo>
                <a:lnTo>
                  <a:pt x="119" y="430"/>
                </a:lnTo>
                <a:lnTo>
                  <a:pt x="119" y="432"/>
                </a:lnTo>
                <a:lnTo>
                  <a:pt x="119" y="439"/>
                </a:lnTo>
                <a:lnTo>
                  <a:pt x="119" y="449"/>
                </a:lnTo>
                <a:lnTo>
                  <a:pt x="119" y="459"/>
                </a:lnTo>
                <a:lnTo>
                  <a:pt x="119" y="469"/>
                </a:lnTo>
                <a:lnTo>
                  <a:pt x="119" y="478"/>
                </a:lnTo>
                <a:lnTo>
                  <a:pt x="119" y="481"/>
                </a:lnTo>
                <a:lnTo>
                  <a:pt x="121" y="481"/>
                </a:lnTo>
                <a:lnTo>
                  <a:pt x="124" y="483"/>
                </a:lnTo>
                <a:lnTo>
                  <a:pt x="129" y="483"/>
                </a:lnTo>
                <a:lnTo>
                  <a:pt x="131" y="483"/>
                </a:lnTo>
                <a:lnTo>
                  <a:pt x="131" y="486"/>
                </a:lnTo>
                <a:lnTo>
                  <a:pt x="119" y="486"/>
                </a:lnTo>
                <a:lnTo>
                  <a:pt x="100" y="486"/>
                </a:lnTo>
                <a:lnTo>
                  <a:pt x="83" y="488"/>
                </a:lnTo>
                <a:lnTo>
                  <a:pt x="73" y="490"/>
                </a:lnTo>
                <a:lnTo>
                  <a:pt x="66" y="490"/>
                </a:lnTo>
                <a:lnTo>
                  <a:pt x="66" y="495"/>
                </a:lnTo>
                <a:lnTo>
                  <a:pt x="68" y="498"/>
                </a:lnTo>
                <a:lnTo>
                  <a:pt x="75" y="498"/>
                </a:lnTo>
                <a:lnTo>
                  <a:pt x="88" y="500"/>
                </a:lnTo>
                <a:lnTo>
                  <a:pt x="105" y="500"/>
                </a:lnTo>
                <a:lnTo>
                  <a:pt x="124" y="500"/>
                </a:lnTo>
                <a:lnTo>
                  <a:pt x="131" y="500"/>
                </a:lnTo>
                <a:lnTo>
                  <a:pt x="131" y="505"/>
                </a:lnTo>
                <a:lnTo>
                  <a:pt x="121" y="507"/>
                </a:lnTo>
                <a:lnTo>
                  <a:pt x="107" y="507"/>
                </a:lnTo>
                <a:lnTo>
                  <a:pt x="95" y="507"/>
                </a:lnTo>
                <a:lnTo>
                  <a:pt x="88" y="510"/>
                </a:lnTo>
                <a:lnTo>
                  <a:pt x="88" y="510"/>
                </a:lnTo>
                <a:lnTo>
                  <a:pt x="88" y="520"/>
                </a:lnTo>
                <a:lnTo>
                  <a:pt x="85" y="520"/>
                </a:lnTo>
                <a:lnTo>
                  <a:pt x="80" y="520"/>
                </a:lnTo>
                <a:lnTo>
                  <a:pt x="75" y="520"/>
                </a:lnTo>
                <a:lnTo>
                  <a:pt x="73" y="520"/>
                </a:lnTo>
                <a:lnTo>
                  <a:pt x="73" y="520"/>
                </a:lnTo>
                <a:lnTo>
                  <a:pt x="78" y="1331"/>
                </a:lnTo>
                <a:lnTo>
                  <a:pt x="27" y="1333"/>
                </a:lnTo>
                <a:lnTo>
                  <a:pt x="27" y="1350"/>
                </a:lnTo>
                <a:lnTo>
                  <a:pt x="0" y="1353"/>
                </a:lnTo>
                <a:lnTo>
                  <a:pt x="0" y="1671"/>
                </a:lnTo>
                <a:lnTo>
                  <a:pt x="1279" y="1671"/>
                </a:lnTo>
                <a:lnTo>
                  <a:pt x="1279" y="1154"/>
                </a:lnTo>
                <a:close/>
                <a:moveTo>
                  <a:pt x="126" y="498"/>
                </a:moveTo>
                <a:lnTo>
                  <a:pt x="124" y="498"/>
                </a:lnTo>
                <a:lnTo>
                  <a:pt x="121" y="498"/>
                </a:lnTo>
                <a:lnTo>
                  <a:pt x="119" y="498"/>
                </a:lnTo>
                <a:lnTo>
                  <a:pt x="117" y="498"/>
                </a:lnTo>
                <a:lnTo>
                  <a:pt x="119" y="498"/>
                </a:lnTo>
                <a:lnTo>
                  <a:pt x="121" y="498"/>
                </a:lnTo>
                <a:lnTo>
                  <a:pt x="124" y="498"/>
                </a:lnTo>
                <a:lnTo>
                  <a:pt x="126" y="498"/>
                </a:lnTo>
                <a:lnTo>
                  <a:pt x="131" y="498"/>
                </a:lnTo>
                <a:lnTo>
                  <a:pt x="126" y="498"/>
                </a:lnTo>
                <a:close/>
                <a:moveTo>
                  <a:pt x="117" y="568"/>
                </a:moveTo>
                <a:lnTo>
                  <a:pt x="121" y="568"/>
                </a:lnTo>
                <a:lnTo>
                  <a:pt x="131" y="568"/>
                </a:lnTo>
                <a:lnTo>
                  <a:pt x="138" y="568"/>
                </a:lnTo>
                <a:lnTo>
                  <a:pt x="138" y="656"/>
                </a:lnTo>
                <a:lnTo>
                  <a:pt x="134" y="656"/>
                </a:lnTo>
                <a:lnTo>
                  <a:pt x="124" y="656"/>
                </a:lnTo>
                <a:lnTo>
                  <a:pt x="119" y="656"/>
                </a:lnTo>
                <a:lnTo>
                  <a:pt x="117" y="568"/>
                </a:lnTo>
                <a:close/>
                <a:moveTo>
                  <a:pt x="119" y="673"/>
                </a:moveTo>
                <a:lnTo>
                  <a:pt x="126" y="673"/>
                </a:lnTo>
                <a:lnTo>
                  <a:pt x="136" y="673"/>
                </a:lnTo>
                <a:lnTo>
                  <a:pt x="138" y="673"/>
                </a:lnTo>
                <a:lnTo>
                  <a:pt x="138" y="799"/>
                </a:lnTo>
                <a:lnTo>
                  <a:pt x="136" y="799"/>
                </a:lnTo>
                <a:lnTo>
                  <a:pt x="126" y="799"/>
                </a:lnTo>
                <a:lnTo>
                  <a:pt x="119" y="799"/>
                </a:lnTo>
                <a:lnTo>
                  <a:pt x="119" y="673"/>
                </a:lnTo>
                <a:close/>
                <a:moveTo>
                  <a:pt x="119" y="814"/>
                </a:moveTo>
                <a:lnTo>
                  <a:pt x="124" y="814"/>
                </a:lnTo>
                <a:lnTo>
                  <a:pt x="136" y="814"/>
                </a:lnTo>
                <a:lnTo>
                  <a:pt x="141" y="814"/>
                </a:lnTo>
                <a:lnTo>
                  <a:pt x="141" y="937"/>
                </a:lnTo>
                <a:lnTo>
                  <a:pt x="136" y="937"/>
                </a:lnTo>
                <a:lnTo>
                  <a:pt x="129" y="937"/>
                </a:lnTo>
                <a:lnTo>
                  <a:pt x="119" y="937"/>
                </a:lnTo>
                <a:lnTo>
                  <a:pt x="119" y="814"/>
                </a:lnTo>
                <a:close/>
                <a:moveTo>
                  <a:pt x="119" y="957"/>
                </a:moveTo>
                <a:lnTo>
                  <a:pt x="126" y="957"/>
                </a:lnTo>
                <a:lnTo>
                  <a:pt x="136" y="957"/>
                </a:lnTo>
                <a:lnTo>
                  <a:pt x="141" y="957"/>
                </a:lnTo>
                <a:lnTo>
                  <a:pt x="141" y="1071"/>
                </a:lnTo>
                <a:lnTo>
                  <a:pt x="138" y="1071"/>
                </a:lnTo>
                <a:lnTo>
                  <a:pt x="129" y="1071"/>
                </a:lnTo>
                <a:lnTo>
                  <a:pt x="121" y="1073"/>
                </a:lnTo>
                <a:lnTo>
                  <a:pt x="119" y="957"/>
                </a:lnTo>
                <a:close/>
                <a:moveTo>
                  <a:pt x="129" y="1185"/>
                </a:moveTo>
                <a:lnTo>
                  <a:pt x="121" y="1188"/>
                </a:lnTo>
                <a:lnTo>
                  <a:pt x="121" y="1095"/>
                </a:lnTo>
                <a:lnTo>
                  <a:pt x="126" y="1095"/>
                </a:lnTo>
                <a:lnTo>
                  <a:pt x="136" y="1095"/>
                </a:lnTo>
                <a:lnTo>
                  <a:pt x="141" y="1095"/>
                </a:lnTo>
                <a:lnTo>
                  <a:pt x="141" y="1185"/>
                </a:lnTo>
                <a:lnTo>
                  <a:pt x="129" y="1185"/>
                </a:lnTo>
                <a:close/>
                <a:moveTo>
                  <a:pt x="182" y="568"/>
                </a:moveTo>
                <a:lnTo>
                  <a:pt x="189" y="568"/>
                </a:lnTo>
                <a:lnTo>
                  <a:pt x="197" y="568"/>
                </a:lnTo>
                <a:lnTo>
                  <a:pt x="197" y="656"/>
                </a:lnTo>
                <a:lnTo>
                  <a:pt x="194" y="656"/>
                </a:lnTo>
                <a:lnTo>
                  <a:pt x="182" y="656"/>
                </a:lnTo>
                <a:lnTo>
                  <a:pt x="182" y="568"/>
                </a:lnTo>
                <a:close/>
                <a:moveTo>
                  <a:pt x="182" y="673"/>
                </a:moveTo>
                <a:lnTo>
                  <a:pt x="189" y="673"/>
                </a:lnTo>
                <a:lnTo>
                  <a:pt x="197" y="673"/>
                </a:lnTo>
                <a:lnTo>
                  <a:pt x="199" y="799"/>
                </a:lnTo>
                <a:lnTo>
                  <a:pt x="189" y="799"/>
                </a:lnTo>
                <a:lnTo>
                  <a:pt x="182" y="799"/>
                </a:lnTo>
                <a:lnTo>
                  <a:pt x="182" y="673"/>
                </a:lnTo>
                <a:close/>
                <a:moveTo>
                  <a:pt x="182" y="814"/>
                </a:moveTo>
                <a:lnTo>
                  <a:pt x="194" y="814"/>
                </a:lnTo>
                <a:lnTo>
                  <a:pt x="199" y="814"/>
                </a:lnTo>
                <a:lnTo>
                  <a:pt x="199" y="937"/>
                </a:lnTo>
                <a:lnTo>
                  <a:pt x="192" y="937"/>
                </a:lnTo>
                <a:lnTo>
                  <a:pt x="184" y="937"/>
                </a:lnTo>
                <a:lnTo>
                  <a:pt x="182" y="814"/>
                </a:lnTo>
                <a:close/>
                <a:moveTo>
                  <a:pt x="184" y="957"/>
                </a:moveTo>
                <a:lnTo>
                  <a:pt x="194" y="957"/>
                </a:lnTo>
                <a:lnTo>
                  <a:pt x="199" y="957"/>
                </a:lnTo>
                <a:lnTo>
                  <a:pt x="199" y="1071"/>
                </a:lnTo>
                <a:lnTo>
                  <a:pt x="192" y="1071"/>
                </a:lnTo>
                <a:lnTo>
                  <a:pt x="184" y="1071"/>
                </a:lnTo>
                <a:lnTo>
                  <a:pt x="184" y="957"/>
                </a:lnTo>
                <a:close/>
                <a:moveTo>
                  <a:pt x="199" y="1188"/>
                </a:moveTo>
                <a:lnTo>
                  <a:pt x="184" y="1185"/>
                </a:lnTo>
                <a:lnTo>
                  <a:pt x="184" y="1098"/>
                </a:lnTo>
                <a:lnTo>
                  <a:pt x="197" y="1098"/>
                </a:lnTo>
                <a:lnTo>
                  <a:pt x="199" y="1098"/>
                </a:lnTo>
                <a:lnTo>
                  <a:pt x="201" y="1188"/>
                </a:lnTo>
                <a:lnTo>
                  <a:pt x="199" y="1188"/>
                </a:lnTo>
                <a:close/>
              </a:path>
            </a:pathLst>
          </a:custGeom>
          <a:solidFill>
            <a:srgbClr val="0B2951"/>
          </a:solidFill>
          <a:ln>
            <a:noFill/>
          </a:ln>
        </p:spPr>
        <p:txBody>
          <a:bodyPr vert="horz" wrap="square" lIns="91440" tIns="45720" rIns="91440" bIns="45720" numCol="1" anchor="t" anchorCtr="0" compatLnSpc="1">
            <a:prstTxWarp prst="textNoShape">
              <a:avLst/>
            </a:prstTxWarp>
          </a:bodyPr>
          <a:lstStyle/>
          <a:p>
            <a:endParaRPr lang="id-ID"/>
          </a:p>
        </p:txBody>
      </p:sp>
      <p:sp>
        <p:nvSpPr>
          <p:cNvPr id="10" name="Rectangle 9"/>
          <p:cNvSpPr/>
          <p:nvPr/>
        </p:nvSpPr>
        <p:spPr>
          <a:xfrm>
            <a:off x="0" y="4554422"/>
            <a:ext cx="12192000" cy="2303578"/>
          </a:xfrm>
          <a:prstGeom prst="rect">
            <a:avLst/>
          </a:prstGeom>
          <a:solidFill>
            <a:srgbClr val="0B29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cxnSp>
        <p:nvCxnSpPr>
          <p:cNvPr id="25" name="Straight Connector 24"/>
          <p:cNvCxnSpPr/>
          <p:nvPr/>
        </p:nvCxnSpPr>
        <p:spPr>
          <a:xfrm>
            <a:off x="7979275" y="4931231"/>
            <a:ext cx="0" cy="1562907"/>
          </a:xfrm>
          <a:prstGeom prst="line">
            <a:avLst/>
          </a:prstGeom>
          <a:ln>
            <a:solidFill>
              <a:schemeClr val="bg1"/>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8227114" y="4853364"/>
            <a:ext cx="3453440" cy="738664"/>
          </a:xfrm>
          <a:prstGeom prst="rect">
            <a:avLst/>
          </a:prstGeom>
          <a:noFill/>
        </p:spPr>
        <p:txBody>
          <a:bodyPr wrap="square" lIns="91440" tIns="45720" rIns="91440" bIns="45720" rtlCol="0" anchor="t">
            <a:spAutoFit/>
          </a:bodyPr>
          <a:lstStyle/>
          <a:p>
            <a:r>
              <a:rPr lang="id-ID" sz="1400">
                <a:solidFill>
                  <a:schemeClr val="bg1"/>
                </a:solidFill>
              </a:rPr>
              <a:t>4</a:t>
            </a:r>
            <a:r>
              <a:rPr lang="en-IN" sz="1400" err="1">
                <a:solidFill>
                  <a:schemeClr val="bg1"/>
                </a:solidFill>
              </a:rPr>
              <a:t>th</a:t>
            </a:r>
            <a:r>
              <a:rPr lang="en-IN" sz="1400">
                <a:solidFill>
                  <a:schemeClr val="bg1"/>
                </a:solidFill>
              </a:rPr>
              <a:t> Floor, Urban Complex, Near </a:t>
            </a:r>
            <a:r>
              <a:rPr lang="en-IN" sz="1400" err="1">
                <a:solidFill>
                  <a:schemeClr val="bg1"/>
                </a:solidFill>
              </a:rPr>
              <a:t>Panch-mukhi</a:t>
            </a:r>
            <a:r>
              <a:rPr lang="en-IN" sz="1400">
                <a:solidFill>
                  <a:schemeClr val="bg1"/>
                </a:solidFill>
              </a:rPr>
              <a:t> Hanuman, Vasna-</a:t>
            </a:r>
            <a:r>
              <a:rPr lang="en-IN" sz="1400" err="1">
                <a:solidFill>
                  <a:schemeClr val="bg1"/>
                </a:solidFill>
              </a:rPr>
              <a:t>Bhayali</a:t>
            </a:r>
            <a:r>
              <a:rPr lang="en-IN" sz="1400">
                <a:solidFill>
                  <a:schemeClr val="bg1"/>
                </a:solidFill>
              </a:rPr>
              <a:t> Road, Baroda – 390012</a:t>
            </a:r>
            <a:endParaRPr lang="en-IN" sz="1400">
              <a:solidFill>
                <a:schemeClr val="bg1"/>
              </a:solidFill>
              <a:cs typeface="Calibri"/>
            </a:endParaRPr>
          </a:p>
        </p:txBody>
      </p:sp>
      <p:grpSp>
        <p:nvGrpSpPr>
          <p:cNvPr id="64" name="Group 63"/>
          <p:cNvGrpSpPr/>
          <p:nvPr/>
        </p:nvGrpSpPr>
        <p:grpSpPr>
          <a:xfrm>
            <a:off x="8335983" y="5689358"/>
            <a:ext cx="3515775" cy="327652"/>
            <a:chOff x="8335983" y="5689358"/>
            <a:chExt cx="3515775" cy="327652"/>
          </a:xfrm>
        </p:grpSpPr>
        <p:sp>
          <p:nvSpPr>
            <p:cNvPr id="34" name="TextBox 33"/>
            <p:cNvSpPr txBox="1"/>
            <p:nvPr/>
          </p:nvSpPr>
          <p:spPr>
            <a:xfrm>
              <a:off x="8637080" y="5689358"/>
              <a:ext cx="3214678" cy="307777"/>
            </a:xfrm>
            <a:prstGeom prst="rect">
              <a:avLst/>
            </a:prstGeom>
            <a:noFill/>
          </p:spPr>
          <p:txBody>
            <a:bodyPr wrap="square" rtlCol="0">
              <a:spAutoFit/>
            </a:bodyPr>
            <a:lstStyle/>
            <a:p>
              <a:r>
                <a:rPr lang="id-ID" sz="1400" err="1">
                  <a:solidFill>
                    <a:schemeClr val="bg1"/>
                  </a:solidFill>
                </a:rPr>
                <a:t>project</a:t>
              </a:r>
              <a:r>
                <a:rPr lang="id-ID" sz="1400">
                  <a:solidFill>
                    <a:schemeClr val="bg1"/>
                  </a:solidFill>
                </a:rPr>
                <a:t>@</a:t>
              </a:r>
              <a:r>
                <a:rPr lang="en-US" sz="1400" err="1">
                  <a:solidFill>
                    <a:schemeClr val="bg1"/>
                  </a:solidFill>
                </a:rPr>
                <a:t>orena.solutions</a:t>
              </a:r>
              <a:endParaRPr lang="id-ID" sz="1400">
                <a:solidFill>
                  <a:schemeClr val="bg1"/>
                </a:solidFill>
              </a:endParaRPr>
            </a:p>
          </p:txBody>
        </p:sp>
        <p:grpSp>
          <p:nvGrpSpPr>
            <p:cNvPr id="38" name="Group 37"/>
            <p:cNvGrpSpPr/>
            <p:nvPr/>
          </p:nvGrpSpPr>
          <p:grpSpPr>
            <a:xfrm>
              <a:off x="8335983" y="5733107"/>
              <a:ext cx="283903" cy="283903"/>
              <a:chOff x="4752975" y="3660776"/>
              <a:chExt cx="365125" cy="365125"/>
            </a:xfrm>
            <a:solidFill>
              <a:schemeClr val="bg1"/>
            </a:solidFill>
          </p:grpSpPr>
          <p:sp>
            <p:nvSpPr>
              <p:cNvPr id="36" name="Freeform 51"/>
              <p:cNvSpPr>
                <a:spLocks/>
              </p:cNvSpPr>
              <p:nvPr/>
            </p:nvSpPr>
            <p:spPr bwMode="auto">
              <a:xfrm>
                <a:off x="4843463" y="3775076"/>
                <a:ext cx="274637" cy="250825"/>
              </a:xfrm>
              <a:custGeom>
                <a:avLst/>
                <a:gdLst>
                  <a:gd name="T0" fmla="*/ 40 w 48"/>
                  <a:gd name="T1" fmla="*/ 0 h 44"/>
                  <a:gd name="T2" fmla="*/ 36 w 48"/>
                  <a:gd name="T3" fmla="*/ 0 h 44"/>
                  <a:gd name="T4" fmla="*/ 36 w 48"/>
                  <a:gd name="T5" fmla="*/ 4 h 44"/>
                  <a:gd name="T6" fmla="*/ 24 w 48"/>
                  <a:gd name="T7" fmla="*/ 16 h 44"/>
                  <a:gd name="T8" fmla="*/ 6 w 48"/>
                  <a:gd name="T9" fmla="*/ 16 h 44"/>
                  <a:gd name="T10" fmla="*/ 0 w 48"/>
                  <a:gd name="T11" fmla="*/ 22 h 44"/>
                  <a:gd name="T12" fmla="*/ 0 w 48"/>
                  <a:gd name="T13" fmla="*/ 24 h 44"/>
                  <a:gd name="T14" fmla="*/ 8 w 48"/>
                  <a:gd name="T15" fmla="*/ 32 h 44"/>
                  <a:gd name="T16" fmla="*/ 28 w 48"/>
                  <a:gd name="T17" fmla="*/ 32 h 44"/>
                  <a:gd name="T18" fmla="*/ 40 w 48"/>
                  <a:gd name="T19" fmla="*/ 44 h 44"/>
                  <a:gd name="T20" fmla="*/ 40 w 48"/>
                  <a:gd name="T21" fmla="*/ 32 h 44"/>
                  <a:gd name="T22" fmla="*/ 48 w 48"/>
                  <a:gd name="T23" fmla="*/ 24 h 44"/>
                  <a:gd name="T24" fmla="*/ 48 w 48"/>
                  <a:gd name="T25" fmla="*/ 8 h 44"/>
                  <a:gd name="T26" fmla="*/ 40 w 48"/>
                  <a:gd name="T2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4">
                    <a:moveTo>
                      <a:pt x="40" y="0"/>
                    </a:moveTo>
                    <a:cubicBezTo>
                      <a:pt x="36" y="0"/>
                      <a:pt x="36" y="0"/>
                      <a:pt x="36" y="0"/>
                    </a:cubicBezTo>
                    <a:cubicBezTo>
                      <a:pt x="36" y="4"/>
                      <a:pt x="36" y="4"/>
                      <a:pt x="36" y="4"/>
                    </a:cubicBezTo>
                    <a:cubicBezTo>
                      <a:pt x="36" y="10"/>
                      <a:pt x="30" y="16"/>
                      <a:pt x="24" y="16"/>
                    </a:cubicBezTo>
                    <a:cubicBezTo>
                      <a:pt x="6" y="16"/>
                      <a:pt x="6" y="16"/>
                      <a:pt x="6" y="16"/>
                    </a:cubicBezTo>
                    <a:cubicBezTo>
                      <a:pt x="0" y="22"/>
                      <a:pt x="0" y="22"/>
                      <a:pt x="0" y="22"/>
                    </a:cubicBezTo>
                    <a:cubicBezTo>
                      <a:pt x="0" y="24"/>
                      <a:pt x="0" y="24"/>
                      <a:pt x="0" y="24"/>
                    </a:cubicBezTo>
                    <a:cubicBezTo>
                      <a:pt x="0" y="28"/>
                      <a:pt x="4" y="32"/>
                      <a:pt x="8" y="32"/>
                    </a:cubicBezTo>
                    <a:cubicBezTo>
                      <a:pt x="28" y="32"/>
                      <a:pt x="28" y="32"/>
                      <a:pt x="28" y="32"/>
                    </a:cubicBezTo>
                    <a:cubicBezTo>
                      <a:pt x="40" y="44"/>
                      <a:pt x="40" y="44"/>
                      <a:pt x="40" y="44"/>
                    </a:cubicBezTo>
                    <a:cubicBezTo>
                      <a:pt x="40" y="32"/>
                      <a:pt x="40" y="32"/>
                      <a:pt x="40" y="32"/>
                    </a:cubicBezTo>
                    <a:cubicBezTo>
                      <a:pt x="44" y="32"/>
                      <a:pt x="48" y="28"/>
                      <a:pt x="48" y="24"/>
                    </a:cubicBezTo>
                    <a:cubicBezTo>
                      <a:pt x="48" y="8"/>
                      <a:pt x="48" y="8"/>
                      <a:pt x="48" y="8"/>
                    </a:cubicBezTo>
                    <a:cubicBezTo>
                      <a:pt x="48" y="4"/>
                      <a:pt x="44" y="0"/>
                      <a:pt x="4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7" name="Freeform 52"/>
              <p:cNvSpPr>
                <a:spLocks/>
              </p:cNvSpPr>
              <p:nvPr/>
            </p:nvSpPr>
            <p:spPr bwMode="auto">
              <a:xfrm>
                <a:off x="4752975" y="3660776"/>
                <a:ext cx="273050" cy="250825"/>
              </a:xfrm>
              <a:custGeom>
                <a:avLst/>
                <a:gdLst>
                  <a:gd name="T0" fmla="*/ 20 w 48"/>
                  <a:gd name="T1" fmla="*/ 32 h 44"/>
                  <a:gd name="T2" fmla="*/ 40 w 48"/>
                  <a:gd name="T3" fmla="*/ 32 h 44"/>
                  <a:gd name="T4" fmla="*/ 48 w 48"/>
                  <a:gd name="T5" fmla="*/ 24 h 44"/>
                  <a:gd name="T6" fmla="*/ 48 w 48"/>
                  <a:gd name="T7" fmla="*/ 8 h 44"/>
                  <a:gd name="T8" fmla="*/ 40 w 48"/>
                  <a:gd name="T9" fmla="*/ 0 h 44"/>
                  <a:gd name="T10" fmla="*/ 8 w 48"/>
                  <a:gd name="T11" fmla="*/ 0 h 44"/>
                  <a:gd name="T12" fmla="*/ 0 w 48"/>
                  <a:gd name="T13" fmla="*/ 8 h 44"/>
                  <a:gd name="T14" fmla="*/ 0 w 48"/>
                  <a:gd name="T15" fmla="*/ 24 h 44"/>
                  <a:gd name="T16" fmla="*/ 8 w 48"/>
                  <a:gd name="T17" fmla="*/ 32 h 44"/>
                  <a:gd name="T18" fmla="*/ 8 w 48"/>
                  <a:gd name="T19" fmla="*/ 44 h 44"/>
                  <a:gd name="T20" fmla="*/ 20 w 48"/>
                  <a:gd name="T21" fmla="*/ 3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 h="44">
                    <a:moveTo>
                      <a:pt x="20" y="32"/>
                    </a:moveTo>
                    <a:cubicBezTo>
                      <a:pt x="40" y="32"/>
                      <a:pt x="40" y="32"/>
                      <a:pt x="40" y="32"/>
                    </a:cubicBezTo>
                    <a:cubicBezTo>
                      <a:pt x="44" y="32"/>
                      <a:pt x="48" y="28"/>
                      <a:pt x="48" y="24"/>
                    </a:cubicBezTo>
                    <a:cubicBezTo>
                      <a:pt x="48" y="8"/>
                      <a:pt x="48" y="8"/>
                      <a:pt x="48" y="8"/>
                    </a:cubicBezTo>
                    <a:cubicBezTo>
                      <a:pt x="48" y="4"/>
                      <a:pt x="44" y="0"/>
                      <a:pt x="40" y="0"/>
                    </a:cubicBezTo>
                    <a:cubicBezTo>
                      <a:pt x="8" y="0"/>
                      <a:pt x="8" y="0"/>
                      <a:pt x="8" y="0"/>
                    </a:cubicBezTo>
                    <a:cubicBezTo>
                      <a:pt x="4" y="0"/>
                      <a:pt x="0" y="4"/>
                      <a:pt x="0" y="8"/>
                    </a:cubicBezTo>
                    <a:cubicBezTo>
                      <a:pt x="0" y="24"/>
                      <a:pt x="0" y="24"/>
                      <a:pt x="0" y="24"/>
                    </a:cubicBezTo>
                    <a:cubicBezTo>
                      <a:pt x="0" y="28"/>
                      <a:pt x="4" y="32"/>
                      <a:pt x="8" y="32"/>
                    </a:cubicBezTo>
                    <a:cubicBezTo>
                      <a:pt x="8" y="44"/>
                      <a:pt x="8" y="44"/>
                      <a:pt x="8" y="44"/>
                    </a:cubicBezTo>
                    <a:lnTo>
                      <a:pt x="20"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63" name="Group 62"/>
          <p:cNvGrpSpPr/>
          <p:nvPr/>
        </p:nvGrpSpPr>
        <p:grpSpPr>
          <a:xfrm>
            <a:off x="8397950" y="6154289"/>
            <a:ext cx="3518191" cy="307777"/>
            <a:chOff x="8333567" y="6088567"/>
            <a:chExt cx="3518191" cy="307777"/>
          </a:xfrm>
        </p:grpSpPr>
        <p:sp>
          <p:nvSpPr>
            <p:cNvPr id="35" name="TextBox 34"/>
            <p:cNvSpPr txBox="1"/>
            <p:nvPr/>
          </p:nvSpPr>
          <p:spPr>
            <a:xfrm>
              <a:off x="8637080" y="6088567"/>
              <a:ext cx="3214678" cy="307777"/>
            </a:xfrm>
            <a:prstGeom prst="rect">
              <a:avLst/>
            </a:prstGeom>
            <a:noFill/>
          </p:spPr>
          <p:txBody>
            <a:bodyPr wrap="square" rtlCol="0">
              <a:spAutoFit/>
            </a:bodyPr>
            <a:lstStyle/>
            <a:p>
              <a:r>
                <a:rPr lang="id-ID" sz="1400">
                  <a:solidFill>
                    <a:schemeClr val="bg1"/>
                  </a:solidFill>
                </a:rPr>
                <a:t>+91 98243 47721</a:t>
              </a:r>
            </a:p>
          </p:txBody>
        </p:sp>
        <p:grpSp>
          <p:nvGrpSpPr>
            <p:cNvPr id="41" name="Group 40"/>
            <p:cNvGrpSpPr/>
            <p:nvPr/>
          </p:nvGrpSpPr>
          <p:grpSpPr>
            <a:xfrm>
              <a:off x="8333567" y="6088567"/>
              <a:ext cx="198350" cy="288737"/>
              <a:chOff x="2678113" y="3660776"/>
              <a:chExt cx="250825" cy="365125"/>
            </a:xfrm>
            <a:solidFill>
              <a:schemeClr val="bg1"/>
            </a:solidFill>
          </p:grpSpPr>
          <p:sp>
            <p:nvSpPr>
              <p:cNvPr id="42" name="Rectangle 36"/>
              <p:cNvSpPr>
                <a:spLocks noChangeArrowheads="1"/>
              </p:cNvSpPr>
              <p:nvPr/>
            </p:nvSpPr>
            <p:spPr bwMode="auto">
              <a:xfrm>
                <a:off x="2722563" y="3751263"/>
                <a:ext cx="160337" cy="1381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3" name="Rectangle 37"/>
              <p:cNvSpPr>
                <a:spLocks noChangeArrowheads="1"/>
              </p:cNvSpPr>
              <p:nvPr/>
            </p:nvSpPr>
            <p:spPr bwMode="auto">
              <a:xfrm>
                <a:off x="2768600" y="3706813"/>
                <a:ext cx="6826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4" name="Freeform 38"/>
              <p:cNvSpPr>
                <a:spLocks noEditPoints="1"/>
              </p:cNvSpPr>
              <p:nvPr/>
            </p:nvSpPr>
            <p:spPr bwMode="auto">
              <a:xfrm>
                <a:off x="2678113" y="3660776"/>
                <a:ext cx="250825" cy="365125"/>
              </a:xfrm>
              <a:custGeom>
                <a:avLst/>
                <a:gdLst>
                  <a:gd name="T0" fmla="*/ 36 w 44"/>
                  <a:gd name="T1" fmla="*/ 0 h 64"/>
                  <a:gd name="T2" fmla="*/ 8 w 44"/>
                  <a:gd name="T3" fmla="*/ 0 h 64"/>
                  <a:gd name="T4" fmla="*/ 0 w 44"/>
                  <a:gd name="T5" fmla="*/ 8 h 64"/>
                  <a:gd name="T6" fmla="*/ 0 w 44"/>
                  <a:gd name="T7" fmla="*/ 56 h 64"/>
                  <a:gd name="T8" fmla="*/ 8 w 44"/>
                  <a:gd name="T9" fmla="*/ 64 h 64"/>
                  <a:gd name="T10" fmla="*/ 36 w 44"/>
                  <a:gd name="T11" fmla="*/ 64 h 64"/>
                  <a:gd name="T12" fmla="*/ 44 w 44"/>
                  <a:gd name="T13" fmla="*/ 56 h 64"/>
                  <a:gd name="T14" fmla="*/ 44 w 44"/>
                  <a:gd name="T15" fmla="*/ 8 h 64"/>
                  <a:gd name="T16" fmla="*/ 36 w 44"/>
                  <a:gd name="T17" fmla="*/ 0 h 64"/>
                  <a:gd name="T18" fmla="*/ 40 w 44"/>
                  <a:gd name="T19" fmla="*/ 56 h 64"/>
                  <a:gd name="T20" fmla="*/ 36 w 44"/>
                  <a:gd name="T21" fmla="*/ 60 h 64"/>
                  <a:gd name="T22" fmla="*/ 8 w 44"/>
                  <a:gd name="T23" fmla="*/ 60 h 64"/>
                  <a:gd name="T24" fmla="*/ 4 w 44"/>
                  <a:gd name="T25" fmla="*/ 56 h 64"/>
                  <a:gd name="T26" fmla="*/ 4 w 44"/>
                  <a:gd name="T27" fmla="*/ 8 h 64"/>
                  <a:gd name="T28" fmla="*/ 8 w 44"/>
                  <a:gd name="T29" fmla="*/ 4 h 64"/>
                  <a:gd name="T30" fmla="*/ 36 w 44"/>
                  <a:gd name="T31" fmla="*/ 4 h 64"/>
                  <a:gd name="T32" fmla="*/ 40 w 44"/>
                  <a:gd name="T33" fmla="*/ 8 h 64"/>
                  <a:gd name="T34" fmla="*/ 40 w 44"/>
                  <a:gd name="T35" fmla="*/ 5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4" h="64">
                    <a:moveTo>
                      <a:pt x="36" y="0"/>
                    </a:moveTo>
                    <a:cubicBezTo>
                      <a:pt x="8" y="0"/>
                      <a:pt x="8" y="0"/>
                      <a:pt x="8" y="0"/>
                    </a:cubicBezTo>
                    <a:cubicBezTo>
                      <a:pt x="4" y="0"/>
                      <a:pt x="0" y="4"/>
                      <a:pt x="0" y="8"/>
                    </a:cubicBezTo>
                    <a:cubicBezTo>
                      <a:pt x="0" y="56"/>
                      <a:pt x="0" y="56"/>
                      <a:pt x="0" y="56"/>
                    </a:cubicBezTo>
                    <a:cubicBezTo>
                      <a:pt x="0" y="60"/>
                      <a:pt x="4" y="64"/>
                      <a:pt x="8" y="64"/>
                    </a:cubicBezTo>
                    <a:cubicBezTo>
                      <a:pt x="36" y="64"/>
                      <a:pt x="36" y="64"/>
                      <a:pt x="36" y="64"/>
                    </a:cubicBezTo>
                    <a:cubicBezTo>
                      <a:pt x="40" y="64"/>
                      <a:pt x="44" y="60"/>
                      <a:pt x="44" y="56"/>
                    </a:cubicBezTo>
                    <a:cubicBezTo>
                      <a:pt x="44" y="8"/>
                      <a:pt x="44" y="8"/>
                      <a:pt x="44" y="8"/>
                    </a:cubicBezTo>
                    <a:cubicBezTo>
                      <a:pt x="44" y="4"/>
                      <a:pt x="40" y="0"/>
                      <a:pt x="36" y="0"/>
                    </a:cubicBezTo>
                    <a:close/>
                    <a:moveTo>
                      <a:pt x="40" y="56"/>
                    </a:moveTo>
                    <a:cubicBezTo>
                      <a:pt x="40" y="58"/>
                      <a:pt x="38" y="60"/>
                      <a:pt x="36" y="60"/>
                    </a:cubicBezTo>
                    <a:cubicBezTo>
                      <a:pt x="8" y="60"/>
                      <a:pt x="8" y="60"/>
                      <a:pt x="8" y="60"/>
                    </a:cubicBezTo>
                    <a:cubicBezTo>
                      <a:pt x="6" y="60"/>
                      <a:pt x="4" y="58"/>
                      <a:pt x="4" y="56"/>
                    </a:cubicBezTo>
                    <a:cubicBezTo>
                      <a:pt x="4" y="8"/>
                      <a:pt x="4" y="8"/>
                      <a:pt x="4" y="8"/>
                    </a:cubicBezTo>
                    <a:cubicBezTo>
                      <a:pt x="4" y="6"/>
                      <a:pt x="6" y="4"/>
                      <a:pt x="8" y="4"/>
                    </a:cubicBezTo>
                    <a:cubicBezTo>
                      <a:pt x="36" y="4"/>
                      <a:pt x="36" y="4"/>
                      <a:pt x="36" y="4"/>
                    </a:cubicBezTo>
                    <a:cubicBezTo>
                      <a:pt x="38" y="4"/>
                      <a:pt x="40" y="6"/>
                      <a:pt x="40" y="8"/>
                    </a:cubicBezTo>
                    <a:lnTo>
                      <a:pt x="4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5" name="Rectangle 39"/>
              <p:cNvSpPr>
                <a:spLocks noChangeArrowheads="1"/>
              </p:cNvSpPr>
              <p:nvPr/>
            </p:nvSpPr>
            <p:spPr bwMode="auto">
              <a:xfrm>
                <a:off x="2722563" y="3957638"/>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6" name="Rectangle 40"/>
              <p:cNvSpPr>
                <a:spLocks noChangeArrowheads="1"/>
              </p:cNvSpPr>
              <p:nvPr/>
            </p:nvSpPr>
            <p:spPr bwMode="auto">
              <a:xfrm>
                <a:off x="2768600" y="3957638"/>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7" name="Rectangle 41"/>
              <p:cNvSpPr>
                <a:spLocks noChangeArrowheads="1"/>
              </p:cNvSpPr>
              <p:nvPr/>
            </p:nvSpPr>
            <p:spPr bwMode="auto">
              <a:xfrm>
                <a:off x="2814638" y="3957638"/>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8" name="Rectangle 42"/>
              <p:cNvSpPr>
                <a:spLocks noChangeArrowheads="1"/>
              </p:cNvSpPr>
              <p:nvPr/>
            </p:nvSpPr>
            <p:spPr bwMode="auto">
              <a:xfrm>
                <a:off x="2860675" y="3957638"/>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9" name="Rectangle 43"/>
              <p:cNvSpPr>
                <a:spLocks noChangeArrowheads="1"/>
              </p:cNvSpPr>
              <p:nvPr/>
            </p:nvSpPr>
            <p:spPr bwMode="auto">
              <a:xfrm>
                <a:off x="2722563" y="3911601"/>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0" name="Rectangle 44"/>
              <p:cNvSpPr>
                <a:spLocks noChangeArrowheads="1"/>
              </p:cNvSpPr>
              <p:nvPr/>
            </p:nvSpPr>
            <p:spPr bwMode="auto">
              <a:xfrm>
                <a:off x="2768600" y="3911601"/>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1" name="Rectangle 45"/>
              <p:cNvSpPr>
                <a:spLocks noChangeArrowheads="1"/>
              </p:cNvSpPr>
              <p:nvPr/>
            </p:nvSpPr>
            <p:spPr bwMode="auto">
              <a:xfrm>
                <a:off x="2814638" y="3911601"/>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2" name="Rectangle 46"/>
              <p:cNvSpPr>
                <a:spLocks noChangeArrowheads="1"/>
              </p:cNvSpPr>
              <p:nvPr/>
            </p:nvSpPr>
            <p:spPr bwMode="auto">
              <a:xfrm>
                <a:off x="2860675" y="3911601"/>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sp>
        <p:nvSpPr>
          <p:cNvPr id="53" name="TextBox 52"/>
          <p:cNvSpPr txBox="1"/>
          <p:nvPr/>
        </p:nvSpPr>
        <p:spPr>
          <a:xfrm>
            <a:off x="5219186" y="6017010"/>
            <a:ext cx="2272865" cy="369332"/>
          </a:xfrm>
          <a:prstGeom prst="rect">
            <a:avLst/>
          </a:prstGeom>
          <a:noFill/>
        </p:spPr>
        <p:txBody>
          <a:bodyPr wrap="none" rtlCol="0">
            <a:spAutoFit/>
          </a:bodyPr>
          <a:lstStyle/>
          <a:p>
            <a:pPr algn="r"/>
            <a:r>
              <a:rPr lang="id-ID" b="1" dirty="0">
                <a:solidFill>
                  <a:schemeClr val="bg1"/>
                </a:solidFill>
                <a:latin typeface="+mj-lt"/>
              </a:rPr>
              <a:t>www.orena.solutions</a:t>
            </a:r>
            <a:endParaRPr lang="en-US" b="1" dirty="0">
              <a:solidFill>
                <a:schemeClr val="bg1"/>
              </a:solidFill>
              <a:latin typeface="+mj-lt"/>
            </a:endParaRPr>
          </a:p>
        </p:txBody>
      </p:sp>
      <p:sp>
        <p:nvSpPr>
          <p:cNvPr id="54" name="TextBox 53"/>
          <p:cNvSpPr txBox="1"/>
          <p:nvPr/>
        </p:nvSpPr>
        <p:spPr>
          <a:xfrm>
            <a:off x="4741027" y="5433239"/>
            <a:ext cx="2821350" cy="646331"/>
          </a:xfrm>
          <a:prstGeom prst="rect">
            <a:avLst/>
          </a:prstGeom>
          <a:noFill/>
        </p:spPr>
        <p:txBody>
          <a:bodyPr wrap="none" lIns="91440" tIns="45720" rIns="91440" bIns="45720" rtlCol="0" anchor="t">
            <a:spAutoFit/>
          </a:bodyPr>
          <a:lstStyle/>
          <a:p>
            <a:pPr algn="r"/>
            <a:r>
              <a:rPr lang="en-US" sz="3600" b="1" dirty="0">
                <a:ln w="6350">
                  <a:noFill/>
                </a:ln>
                <a:solidFill>
                  <a:schemeClr val="bg1"/>
                </a:solidFill>
                <a:latin typeface="Segoe UI"/>
                <a:cs typeface="Segoe UI"/>
              </a:rPr>
              <a:t>Reach us at-</a:t>
            </a:r>
          </a:p>
        </p:txBody>
      </p:sp>
      <p:pic>
        <p:nvPicPr>
          <p:cNvPr id="3" name="Picture 2" descr="Orena_Logo_Final.png">
            <a:extLst>
              <a:ext uri="{FF2B5EF4-FFF2-40B4-BE49-F238E27FC236}">
                <a16:creationId xmlns:a16="http://schemas.microsoft.com/office/drawing/2014/main" id="{5604C893-E55A-43B7-9AE1-030DAA702668}"/>
              </a:ext>
            </a:extLst>
          </p:cNvPr>
          <p:cNvPicPr>
            <a:picLocks noChangeAspect="1"/>
          </p:cNvPicPr>
          <p:nvPr/>
        </p:nvPicPr>
        <p:blipFill>
          <a:blip r:embed="rId3" cstate="screen"/>
          <a:stretch>
            <a:fillRect/>
          </a:stretch>
        </p:blipFill>
        <p:spPr>
          <a:xfrm>
            <a:off x="96045" y="4201249"/>
            <a:ext cx="3974838" cy="2508749"/>
          </a:xfrm>
          <a:prstGeom prst="rect">
            <a:avLst/>
          </a:prstGeom>
        </p:spPr>
      </p:pic>
    </p:spTree>
    <p:extLst>
      <p:ext uri="{BB962C8B-B14F-4D97-AF65-F5344CB8AC3E}">
        <p14:creationId xmlns:p14="http://schemas.microsoft.com/office/powerpoint/2010/main" val="346684811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10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20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3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40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50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60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par>
                          <p:cTn id="33" fill="hold">
                            <p:stCondLst>
                              <p:cond delay="1100"/>
                            </p:stCondLst>
                            <p:childTnLst>
                              <p:par>
                                <p:cTn id="34" presetID="10" presetClass="entr" presetSubtype="0" fill="hold" grpId="0" nodeType="afterEffect">
                                  <p:stCondLst>
                                    <p:cond delay="0"/>
                                  </p:stCondLst>
                                  <p:childTnLst>
                                    <p:set>
                                      <p:cBhvr>
                                        <p:cTn id="35" dur="1" fill="hold">
                                          <p:stCondLst>
                                            <p:cond delay="0"/>
                                          </p:stCondLst>
                                        </p:cTn>
                                        <p:tgtEl>
                                          <p:spTgt spid="54"/>
                                        </p:tgtEl>
                                        <p:attrNameLst>
                                          <p:attrName>style.visibility</p:attrName>
                                        </p:attrNameLst>
                                      </p:cBhvr>
                                      <p:to>
                                        <p:strVal val="visible"/>
                                      </p:to>
                                    </p:set>
                                    <p:animEffect transition="in" filter="fade">
                                      <p:cBhvr>
                                        <p:cTn id="36" dur="500"/>
                                        <p:tgtEl>
                                          <p:spTgt spid="54"/>
                                        </p:tgtEl>
                                      </p:cBhvr>
                                    </p:animEffect>
                                  </p:childTnLst>
                                </p:cTn>
                              </p:par>
                            </p:childTnLst>
                          </p:cTn>
                        </p:par>
                        <p:par>
                          <p:cTn id="37" fill="hold">
                            <p:stCondLst>
                              <p:cond delay="1600"/>
                            </p:stCondLst>
                            <p:childTnLst>
                              <p:par>
                                <p:cTn id="38" presetID="10" presetClass="entr" presetSubtype="0" fill="hold" grpId="0" nodeType="after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fade">
                                      <p:cBhvr>
                                        <p:cTn id="40" dur="500"/>
                                        <p:tgtEl>
                                          <p:spTgt spid="53"/>
                                        </p:tgtEl>
                                      </p:cBhvr>
                                    </p:animEffect>
                                  </p:childTnLst>
                                </p:cTn>
                              </p:par>
                            </p:childTnLst>
                          </p:cTn>
                        </p:par>
                        <p:par>
                          <p:cTn id="41" fill="hold">
                            <p:stCondLst>
                              <p:cond delay="2100"/>
                            </p:stCondLst>
                            <p:childTnLst>
                              <p:par>
                                <p:cTn id="42" presetID="10" presetClass="entr" presetSubtype="0" fill="hold" nodeType="after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500"/>
                                        <p:tgtEl>
                                          <p:spTgt spid="25"/>
                                        </p:tgtEl>
                                      </p:cBhvr>
                                    </p:animEffect>
                                  </p:childTnLst>
                                </p:cTn>
                              </p:par>
                            </p:childTnLst>
                          </p:cTn>
                        </p:par>
                        <p:par>
                          <p:cTn id="45" fill="hold">
                            <p:stCondLst>
                              <p:cond delay="2600"/>
                            </p:stCondLst>
                            <p:childTnLst>
                              <p:par>
                                <p:cTn id="46" presetID="10" presetClass="entr" presetSubtype="0" fill="hold" grpId="0" nodeType="after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500"/>
                                        <p:tgtEl>
                                          <p:spTgt spid="31"/>
                                        </p:tgtEl>
                                      </p:cBhvr>
                                    </p:animEffect>
                                  </p:childTnLst>
                                </p:cTn>
                              </p:par>
                            </p:childTnLst>
                          </p:cTn>
                        </p:par>
                        <p:par>
                          <p:cTn id="49" fill="hold">
                            <p:stCondLst>
                              <p:cond delay="3100"/>
                            </p:stCondLst>
                            <p:childTnLst>
                              <p:par>
                                <p:cTn id="50" presetID="10" presetClass="entr" presetSubtype="0" fill="hold" nodeType="afterEffect">
                                  <p:stCondLst>
                                    <p:cond delay="0"/>
                                  </p:stCondLst>
                                  <p:childTnLst>
                                    <p:set>
                                      <p:cBhvr>
                                        <p:cTn id="51" dur="1" fill="hold">
                                          <p:stCondLst>
                                            <p:cond delay="0"/>
                                          </p:stCondLst>
                                        </p:cTn>
                                        <p:tgtEl>
                                          <p:spTgt spid="64"/>
                                        </p:tgtEl>
                                        <p:attrNameLst>
                                          <p:attrName>style.visibility</p:attrName>
                                        </p:attrNameLst>
                                      </p:cBhvr>
                                      <p:to>
                                        <p:strVal val="visible"/>
                                      </p:to>
                                    </p:set>
                                    <p:animEffect transition="in" filter="fade">
                                      <p:cBhvr>
                                        <p:cTn id="52" dur="500"/>
                                        <p:tgtEl>
                                          <p:spTgt spid="64"/>
                                        </p:tgtEl>
                                      </p:cBhvr>
                                    </p:animEffect>
                                  </p:childTnLst>
                                </p:cTn>
                              </p:par>
                            </p:childTnLst>
                          </p:cTn>
                        </p:par>
                        <p:par>
                          <p:cTn id="53" fill="hold">
                            <p:stCondLst>
                              <p:cond delay="3600"/>
                            </p:stCondLst>
                            <p:childTnLst>
                              <p:par>
                                <p:cTn id="54" presetID="10" presetClass="entr" presetSubtype="0" fill="hold" nodeType="afterEffect">
                                  <p:stCondLst>
                                    <p:cond delay="0"/>
                                  </p:stCondLst>
                                  <p:childTnLst>
                                    <p:set>
                                      <p:cBhvr>
                                        <p:cTn id="55" dur="1" fill="hold">
                                          <p:stCondLst>
                                            <p:cond delay="0"/>
                                          </p:stCondLst>
                                        </p:cTn>
                                        <p:tgtEl>
                                          <p:spTgt spid="63"/>
                                        </p:tgtEl>
                                        <p:attrNameLst>
                                          <p:attrName>style.visibility</p:attrName>
                                        </p:attrNameLst>
                                      </p:cBhvr>
                                      <p:to>
                                        <p:strVal val="visible"/>
                                      </p:to>
                                    </p:set>
                                    <p:animEffect transition="in" filter="fade">
                                      <p:cBhvr>
                                        <p:cTn id="56"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31" grpId="0"/>
      <p:bldP spid="53" grpId="0"/>
      <p:bldP spid="5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1"/>
          <p:cNvSpPr txBox="1">
            <a:spLocks/>
          </p:cNvSpPr>
          <p:nvPr/>
        </p:nvSpPr>
        <p:spPr>
          <a:xfrm>
            <a:off x="152400" y="152400"/>
            <a:ext cx="12192000" cy="5399088"/>
          </a:xfrm>
          <a:prstGeom prst="rect">
            <a:avLst/>
          </a:prstGeom>
        </p:spPr>
      </p:sp>
      <p:pic>
        <p:nvPicPr>
          <p:cNvPr id="4" name="Picture 3" descr="Orena_Logo_Final.png"/>
          <p:cNvPicPr>
            <a:picLocks noChangeAspect="1"/>
          </p:cNvPicPr>
          <p:nvPr/>
        </p:nvPicPr>
        <p:blipFill>
          <a:blip r:embed="rId2" cstate="screen"/>
          <a:stretch>
            <a:fillRect/>
          </a:stretch>
        </p:blipFill>
        <p:spPr>
          <a:xfrm>
            <a:off x="10164138" y="5460064"/>
            <a:ext cx="1932071" cy="1207206"/>
          </a:xfrm>
          <a:prstGeom prst="rect">
            <a:avLst/>
          </a:prstGeom>
        </p:spPr>
      </p:pic>
      <p:pic>
        <p:nvPicPr>
          <p:cNvPr id="10" name="Picture 9" descr="Linkedin logo.png"/>
          <p:cNvPicPr>
            <a:picLocks noChangeAspect="1"/>
          </p:cNvPicPr>
          <p:nvPr/>
        </p:nvPicPr>
        <p:blipFill>
          <a:blip r:embed="rId3"/>
          <a:stretch>
            <a:fillRect/>
          </a:stretch>
        </p:blipFill>
        <p:spPr>
          <a:xfrm>
            <a:off x="1174750" y="1623524"/>
            <a:ext cx="730250" cy="730250"/>
          </a:xfrm>
          <a:prstGeom prst="rect">
            <a:avLst/>
          </a:prstGeom>
        </p:spPr>
      </p:pic>
      <p:sp>
        <p:nvSpPr>
          <p:cNvPr id="15" name="TextBox 14"/>
          <p:cNvSpPr txBox="1"/>
          <p:nvPr/>
        </p:nvSpPr>
        <p:spPr>
          <a:xfrm>
            <a:off x="1879601" y="1820374"/>
            <a:ext cx="989502" cy="369332"/>
          </a:xfrm>
          <a:prstGeom prst="rect">
            <a:avLst/>
          </a:prstGeom>
          <a:noFill/>
        </p:spPr>
        <p:txBody>
          <a:bodyPr wrap="none" rtlCol="0">
            <a:spAutoFit/>
          </a:bodyPr>
          <a:lstStyle/>
          <a:p>
            <a:r>
              <a:rPr lang="en-US" b="1" dirty="0"/>
              <a:t>LinkedIn</a:t>
            </a:r>
          </a:p>
        </p:txBody>
      </p:sp>
      <p:pic>
        <p:nvPicPr>
          <p:cNvPr id="22" name="Picture 21" descr="Fb logo.png"/>
          <p:cNvPicPr>
            <a:picLocks noChangeAspect="1"/>
          </p:cNvPicPr>
          <p:nvPr/>
        </p:nvPicPr>
        <p:blipFill>
          <a:blip r:embed="rId4"/>
          <a:stretch>
            <a:fillRect/>
          </a:stretch>
        </p:blipFill>
        <p:spPr>
          <a:xfrm>
            <a:off x="7990417" y="1733591"/>
            <a:ext cx="594783" cy="594783"/>
          </a:xfrm>
          <a:prstGeom prst="rect">
            <a:avLst/>
          </a:prstGeom>
        </p:spPr>
      </p:pic>
      <p:sp>
        <p:nvSpPr>
          <p:cNvPr id="23" name="TextBox 22"/>
          <p:cNvSpPr txBox="1"/>
          <p:nvPr/>
        </p:nvSpPr>
        <p:spPr>
          <a:xfrm>
            <a:off x="8610599" y="1888109"/>
            <a:ext cx="1430866" cy="372533"/>
          </a:xfrm>
          <a:prstGeom prst="rect">
            <a:avLst/>
          </a:prstGeom>
          <a:noFill/>
        </p:spPr>
        <p:txBody>
          <a:bodyPr wrap="square" rtlCol="0">
            <a:spAutoFit/>
          </a:bodyPr>
          <a:lstStyle/>
          <a:p>
            <a:r>
              <a:rPr lang="en-US" b="1" dirty="0"/>
              <a:t>Facebook</a:t>
            </a:r>
          </a:p>
        </p:txBody>
      </p:sp>
      <p:sp>
        <p:nvSpPr>
          <p:cNvPr id="24" name="TextBox 23"/>
          <p:cNvSpPr txBox="1"/>
          <p:nvPr/>
        </p:nvSpPr>
        <p:spPr>
          <a:xfrm>
            <a:off x="7865532" y="2599307"/>
            <a:ext cx="2523067" cy="646331"/>
          </a:xfrm>
          <a:prstGeom prst="rect">
            <a:avLst/>
          </a:prstGeom>
          <a:noFill/>
        </p:spPr>
        <p:txBody>
          <a:bodyPr wrap="square" rtlCol="0">
            <a:spAutoFit/>
          </a:bodyPr>
          <a:lstStyle/>
          <a:p>
            <a:pPr lvl="0"/>
            <a:r>
              <a:rPr lang="en-US" dirty="0">
                <a:hlinkClick r:id="rId5"/>
              </a:rPr>
              <a:t>Orena</a:t>
            </a:r>
            <a:r>
              <a:rPr lang="en-US" b="1" dirty="0">
                <a:hlinkClick r:id="rId5"/>
              </a:rPr>
              <a:t> </a:t>
            </a:r>
            <a:r>
              <a:rPr lang="en-US" dirty="0">
                <a:hlinkClick r:id="rId5"/>
              </a:rPr>
              <a:t>Solutions</a:t>
            </a:r>
            <a:r>
              <a:rPr lang="en-US" b="1" dirty="0">
                <a:hlinkClick r:id="rId5"/>
              </a:rPr>
              <a:t> </a:t>
            </a:r>
            <a:r>
              <a:rPr lang="en-US" dirty="0">
                <a:hlinkClick r:id="rId5"/>
              </a:rPr>
              <a:t>Pvt</a:t>
            </a:r>
            <a:r>
              <a:rPr lang="en-US" b="1" dirty="0">
                <a:hlinkClick r:id="rId5"/>
              </a:rPr>
              <a:t>. </a:t>
            </a:r>
            <a:r>
              <a:rPr lang="en-US" dirty="0">
                <a:hlinkClick r:id="rId5"/>
              </a:rPr>
              <a:t>Ltd</a:t>
            </a:r>
            <a:r>
              <a:rPr lang="en-US" b="1" dirty="0">
                <a:hlinkClick r:id="rId5"/>
              </a:rPr>
              <a:t>.</a:t>
            </a:r>
            <a:endParaRPr lang="en-US" dirty="0"/>
          </a:p>
          <a:p>
            <a:r>
              <a:rPr lang="en-US" b="1" dirty="0"/>
              <a:t>           </a:t>
            </a:r>
            <a:endParaRPr lang="en-US" dirty="0"/>
          </a:p>
        </p:txBody>
      </p:sp>
      <p:pic>
        <p:nvPicPr>
          <p:cNvPr id="28" name="Picture 27" descr="Ig logo.jpg"/>
          <p:cNvPicPr>
            <a:picLocks noChangeAspect="1"/>
          </p:cNvPicPr>
          <p:nvPr/>
        </p:nvPicPr>
        <p:blipFill>
          <a:blip r:embed="rId6"/>
          <a:stretch>
            <a:fillRect/>
          </a:stretch>
        </p:blipFill>
        <p:spPr>
          <a:xfrm>
            <a:off x="4476751" y="1581191"/>
            <a:ext cx="781050" cy="781050"/>
          </a:xfrm>
          <a:prstGeom prst="rect">
            <a:avLst/>
          </a:prstGeom>
        </p:spPr>
      </p:pic>
      <p:sp>
        <p:nvSpPr>
          <p:cNvPr id="30" name="TextBox 29"/>
          <p:cNvSpPr txBox="1"/>
          <p:nvPr/>
        </p:nvSpPr>
        <p:spPr>
          <a:xfrm>
            <a:off x="5198533" y="1845774"/>
            <a:ext cx="1464734" cy="369332"/>
          </a:xfrm>
          <a:prstGeom prst="rect">
            <a:avLst/>
          </a:prstGeom>
          <a:noFill/>
        </p:spPr>
        <p:txBody>
          <a:bodyPr wrap="square" rtlCol="0">
            <a:spAutoFit/>
          </a:bodyPr>
          <a:lstStyle/>
          <a:p>
            <a:r>
              <a:rPr lang="en-US" b="1" dirty="0"/>
              <a:t>Instagram</a:t>
            </a:r>
          </a:p>
        </p:txBody>
      </p:sp>
      <p:sp>
        <p:nvSpPr>
          <p:cNvPr id="33" name="TextBox 32"/>
          <p:cNvSpPr txBox="1"/>
          <p:nvPr/>
        </p:nvSpPr>
        <p:spPr>
          <a:xfrm>
            <a:off x="7865531" y="3259708"/>
            <a:ext cx="2912533" cy="369332"/>
          </a:xfrm>
          <a:prstGeom prst="rect">
            <a:avLst/>
          </a:prstGeom>
          <a:noFill/>
        </p:spPr>
        <p:txBody>
          <a:bodyPr wrap="square" rtlCol="0">
            <a:spAutoFit/>
          </a:bodyPr>
          <a:lstStyle/>
          <a:p>
            <a:pPr lvl="0" fontAlgn="base">
              <a:spcBef>
                <a:spcPct val="0"/>
              </a:spcBef>
              <a:spcAft>
                <a:spcPct val="0"/>
              </a:spcAft>
            </a:pPr>
            <a:r>
              <a:rPr lang="en-US" dirty="0">
                <a:hlinkClick r:id="rId7"/>
              </a:rPr>
              <a:t>Orena</a:t>
            </a:r>
            <a:r>
              <a:rPr lang="en-US" sz="1400" b="1" dirty="0">
                <a:latin typeface="Calibri" pitchFamily="34" charset="0"/>
                <a:ea typeface="Calibri" pitchFamily="34" charset="0"/>
                <a:cs typeface="Times New Roman" pitchFamily="18" charset="0"/>
                <a:hlinkClick r:id="rId7"/>
              </a:rPr>
              <a:t> </a:t>
            </a:r>
            <a:r>
              <a:rPr lang="en-US" dirty="0">
                <a:hlinkClick r:id="rId7"/>
              </a:rPr>
              <a:t>Foreign</a:t>
            </a:r>
            <a:r>
              <a:rPr lang="en-US" sz="1400" b="1" dirty="0">
                <a:latin typeface="Calibri" pitchFamily="34" charset="0"/>
                <a:ea typeface="Calibri" pitchFamily="34" charset="0"/>
                <a:cs typeface="Times New Roman" pitchFamily="18" charset="0"/>
                <a:hlinkClick r:id="rId7"/>
              </a:rPr>
              <a:t> </a:t>
            </a:r>
            <a:r>
              <a:rPr lang="en-US" dirty="0">
                <a:hlinkClick r:id="rId7"/>
              </a:rPr>
              <a:t>Collaboration</a:t>
            </a:r>
          </a:p>
        </p:txBody>
      </p:sp>
      <p:sp>
        <p:nvSpPr>
          <p:cNvPr id="34" name="TextBox 33"/>
          <p:cNvSpPr txBox="1"/>
          <p:nvPr/>
        </p:nvSpPr>
        <p:spPr>
          <a:xfrm>
            <a:off x="7865531" y="4089441"/>
            <a:ext cx="2565400" cy="646331"/>
          </a:xfrm>
          <a:prstGeom prst="rect">
            <a:avLst/>
          </a:prstGeom>
          <a:noFill/>
        </p:spPr>
        <p:txBody>
          <a:bodyPr wrap="square" rtlCol="0">
            <a:spAutoFit/>
          </a:bodyPr>
          <a:lstStyle/>
          <a:p>
            <a:pPr fontAlgn="base">
              <a:spcBef>
                <a:spcPct val="0"/>
              </a:spcBef>
              <a:spcAft>
                <a:spcPct val="0"/>
              </a:spcAft>
            </a:pPr>
            <a:r>
              <a:rPr lang="en-US" dirty="0">
                <a:hlinkClick r:id="rId8"/>
              </a:rPr>
              <a:t>Orena Solutions Product Selling</a:t>
            </a:r>
            <a:endParaRPr lang="en-US" dirty="0">
              <a:hlinkClick r:id="rId7"/>
            </a:endParaRPr>
          </a:p>
        </p:txBody>
      </p:sp>
      <p:sp>
        <p:nvSpPr>
          <p:cNvPr id="35" name="TextBox 34"/>
          <p:cNvSpPr txBox="1"/>
          <p:nvPr/>
        </p:nvSpPr>
        <p:spPr>
          <a:xfrm>
            <a:off x="7857073" y="4919174"/>
            <a:ext cx="3039533" cy="369332"/>
          </a:xfrm>
          <a:prstGeom prst="rect">
            <a:avLst/>
          </a:prstGeom>
          <a:noFill/>
        </p:spPr>
        <p:txBody>
          <a:bodyPr wrap="square" rtlCol="0">
            <a:spAutoFit/>
          </a:bodyPr>
          <a:lstStyle/>
          <a:p>
            <a:pPr fontAlgn="base">
              <a:spcBef>
                <a:spcPct val="0"/>
              </a:spcBef>
              <a:spcAft>
                <a:spcPct val="0"/>
              </a:spcAft>
            </a:pPr>
            <a:r>
              <a:rPr lang="en-US" dirty="0">
                <a:hlinkClick r:id="rId9"/>
              </a:rPr>
              <a:t>Orena Solutions Development</a:t>
            </a:r>
            <a:endParaRPr lang="en-US" dirty="0">
              <a:hlinkClick r:id="rId8"/>
            </a:endParaRPr>
          </a:p>
        </p:txBody>
      </p:sp>
      <p:sp>
        <p:nvSpPr>
          <p:cNvPr id="36" name="TextBox 35"/>
          <p:cNvSpPr txBox="1"/>
          <p:nvPr/>
        </p:nvSpPr>
        <p:spPr>
          <a:xfrm>
            <a:off x="1185333" y="2540041"/>
            <a:ext cx="2675467" cy="923330"/>
          </a:xfrm>
          <a:prstGeom prst="rect">
            <a:avLst/>
          </a:prstGeom>
          <a:noFill/>
        </p:spPr>
        <p:txBody>
          <a:bodyPr wrap="square" rtlCol="0">
            <a:spAutoFit/>
          </a:bodyPr>
          <a:lstStyle/>
          <a:p>
            <a:pPr lvl="0"/>
            <a:r>
              <a:rPr lang="en-US" dirty="0">
                <a:hlinkClick r:id="rId10"/>
              </a:rPr>
              <a:t>Orena Solutions Pvt. Ltd. (Admin Page)</a:t>
            </a:r>
            <a:endParaRPr lang="en-US" dirty="0"/>
          </a:p>
          <a:p>
            <a:endParaRPr lang="en-US" dirty="0"/>
          </a:p>
        </p:txBody>
      </p:sp>
      <p:sp>
        <p:nvSpPr>
          <p:cNvPr id="37" name="TextBox 36"/>
          <p:cNvSpPr txBox="1"/>
          <p:nvPr/>
        </p:nvSpPr>
        <p:spPr>
          <a:xfrm>
            <a:off x="1176868" y="3285107"/>
            <a:ext cx="3149600" cy="646331"/>
          </a:xfrm>
          <a:prstGeom prst="rect">
            <a:avLst/>
          </a:prstGeom>
          <a:noFill/>
        </p:spPr>
        <p:txBody>
          <a:bodyPr wrap="square" rtlCol="0">
            <a:spAutoFit/>
          </a:bodyPr>
          <a:lstStyle/>
          <a:p>
            <a:pPr lvl="0"/>
            <a:r>
              <a:rPr lang="en-US" dirty="0">
                <a:hlinkClick r:id="rId11"/>
              </a:rPr>
              <a:t>Orena Solutions (Business Page)</a:t>
            </a:r>
            <a:endParaRPr lang="en-US" dirty="0"/>
          </a:p>
        </p:txBody>
      </p:sp>
      <p:sp>
        <p:nvSpPr>
          <p:cNvPr id="38" name="TextBox 37"/>
          <p:cNvSpPr txBox="1"/>
          <p:nvPr/>
        </p:nvSpPr>
        <p:spPr>
          <a:xfrm>
            <a:off x="1176868" y="4080974"/>
            <a:ext cx="3556000" cy="646331"/>
          </a:xfrm>
          <a:prstGeom prst="rect">
            <a:avLst/>
          </a:prstGeom>
          <a:noFill/>
        </p:spPr>
        <p:txBody>
          <a:bodyPr wrap="square" rtlCol="0">
            <a:spAutoFit/>
          </a:bodyPr>
          <a:lstStyle/>
          <a:p>
            <a:pPr lvl="0"/>
            <a:r>
              <a:rPr lang="en-US" dirty="0">
                <a:hlinkClick r:id="rId12"/>
              </a:rPr>
              <a:t>Orena Solutions Pvt. Ltd. Development</a:t>
            </a:r>
            <a:endParaRPr lang="en-US" dirty="0"/>
          </a:p>
        </p:txBody>
      </p:sp>
      <p:sp>
        <p:nvSpPr>
          <p:cNvPr id="39" name="TextBox 38"/>
          <p:cNvSpPr txBox="1"/>
          <p:nvPr/>
        </p:nvSpPr>
        <p:spPr>
          <a:xfrm>
            <a:off x="1193799" y="4978440"/>
            <a:ext cx="2997200" cy="369332"/>
          </a:xfrm>
          <a:prstGeom prst="rect">
            <a:avLst/>
          </a:prstGeom>
          <a:noFill/>
        </p:spPr>
        <p:txBody>
          <a:bodyPr wrap="square" rtlCol="0">
            <a:spAutoFit/>
          </a:bodyPr>
          <a:lstStyle/>
          <a:p>
            <a:pPr lvl="0"/>
            <a:r>
              <a:rPr lang="en-US" dirty="0">
                <a:hlinkClick r:id="rId13"/>
              </a:rPr>
              <a:t>Orena Foreign Collaboration</a:t>
            </a:r>
            <a:endParaRPr lang="en-US" dirty="0"/>
          </a:p>
        </p:txBody>
      </p:sp>
      <p:sp>
        <p:nvSpPr>
          <p:cNvPr id="40" name="TextBox 39"/>
          <p:cNvSpPr txBox="1"/>
          <p:nvPr/>
        </p:nvSpPr>
        <p:spPr>
          <a:xfrm>
            <a:off x="1176870" y="5604975"/>
            <a:ext cx="3191933" cy="369332"/>
          </a:xfrm>
          <a:prstGeom prst="rect">
            <a:avLst/>
          </a:prstGeom>
          <a:noFill/>
        </p:spPr>
        <p:txBody>
          <a:bodyPr wrap="square" rtlCol="0">
            <a:spAutoFit/>
          </a:bodyPr>
          <a:lstStyle/>
          <a:p>
            <a:pPr lvl="0"/>
            <a:r>
              <a:rPr lang="en-US" dirty="0">
                <a:hlinkClick r:id="rId14"/>
              </a:rPr>
              <a:t>LinkedIn Product Selling</a:t>
            </a:r>
            <a:endParaRPr lang="en-US" dirty="0"/>
          </a:p>
        </p:txBody>
      </p:sp>
      <p:sp>
        <p:nvSpPr>
          <p:cNvPr id="41" name="TextBox 40"/>
          <p:cNvSpPr txBox="1"/>
          <p:nvPr/>
        </p:nvSpPr>
        <p:spPr>
          <a:xfrm>
            <a:off x="4275667" y="2590841"/>
            <a:ext cx="2921000" cy="369332"/>
          </a:xfrm>
          <a:prstGeom prst="rect">
            <a:avLst/>
          </a:prstGeom>
          <a:noFill/>
        </p:spPr>
        <p:txBody>
          <a:bodyPr wrap="square" rtlCol="0">
            <a:spAutoFit/>
          </a:bodyPr>
          <a:lstStyle/>
          <a:p>
            <a:pPr lvl="0"/>
            <a:r>
              <a:rPr lang="en-US" dirty="0">
                <a:hlinkClick r:id="rId15"/>
              </a:rPr>
              <a:t>Orena Foreign Collaboration</a:t>
            </a:r>
            <a:endParaRPr lang="en-US" dirty="0"/>
          </a:p>
        </p:txBody>
      </p:sp>
      <p:sp>
        <p:nvSpPr>
          <p:cNvPr id="42" name="TextBox 41"/>
          <p:cNvSpPr txBox="1"/>
          <p:nvPr/>
        </p:nvSpPr>
        <p:spPr>
          <a:xfrm>
            <a:off x="4309531" y="3259707"/>
            <a:ext cx="2658533" cy="369332"/>
          </a:xfrm>
          <a:prstGeom prst="rect">
            <a:avLst/>
          </a:prstGeom>
          <a:noFill/>
        </p:spPr>
        <p:txBody>
          <a:bodyPr wrap="square" rtlCol="0">
            <a:spAutoFit/>
          </a:bodyPr>
          <a:lstStyle/>
          <a:p>
            <a:pPr lvl="0"/>
            <a:r>
              <a:rPr lang="en-US" dirty="0">
                <a:hlinkClick r:id="rId16"/>
              </a:rPr>
              <a:t>Orena Product Selling </a:t>
            </a:r>
            <a:endParaRPr lang="en-US" dirty="0"/>
          </a:p>
        </p:txBody>
      </p:sp>
      <p:sp>
        <p:nvSpPr>
          <p:cNvPr id="47" name="TextBox 46"/>
          <p:cNvSpPr txBox="1"/>
          <p:nvPr/>
        </p:nvSpPr>
        <p:spPr>
          <a:xfrm>
            <a:off x="4309530" y="4106374"/>
            <a:ext cx="2489200" cy="369332"/>
          </a:xfrm>
          <a:prstGeom prst="rect">
            <a:avLst/>
          </a:prstGeom>
          <a:noFill/>
        </p:spPr>
        <p:txBody>
          <a:bodyPr wrap="square" rtlCol="0">
            <a:spAutoFit/>
          </a:bodyPr>
          <a:lstStyle/>
          <a:p>
            <a:pPr lvl="0"/>
            <a:r>
              <a:rPr lang="en-US" dirty="0">
                <a:hlinkClick r:id="rId17"/>
              </a:rPr>
              <a:t>Orena Solutions Pvt. Ltd </a:t>
            </a:r>
            <a:endParaRPr lang="en-US" dirty="0"/>
          </a:p>
        </p:txBody>
      </p:sp>
      <p:sp>
        <p:nvSpPr>
          <p:cNvPr id="48" name="TextBox 47"/>
          <p:cNvSpPr txBox="1"/>
          <p:nvPr/>
        </p:nvSpPr>
        <p:spPr>
          <a:xfrm>
            <a:off x="4309531" y="4826041"/>
            <a:ext cx="3352800" cy="369332"/>
          </a:xfrm>
          <a:prstGeom prst="rect">
            <a:avLst/>
          </a:prstGeom>
          <a:noFill/>
        </p:spPr>
        <p:txBody>
          <a:bodyPr wrap="square" rtlCol="0">
            <a:spAutoFit/>
          </a:bodyPr>
          <a:lstStyle/>
          <a:p>
            <a:r>
              <a:rPr lang="en-US" dirty="0">
                <a:hlinkClick r:id="rId17"/>
              </a:rPr>
              <a:t>Orena</a:t>
            </a:r>
            <a:r>
              <a:rPr lang="en-US" dirty="0">
                <a:solidFill>
                  <a:schemeClr val="accent1">
                    <a:lumMod val="75000"/>
                  </a:schemeClr>
                </a:solidFill>
              </a:rPr>
              <a:t> </a:t>
            </a:r>
            <a:r>
              <a:rPr lang="en-US" dirty="0">
                <a:hlinkClick r:id="rId17"/>
              </a:rPr>
              <a:t>Development</a:t>
            </a:r>
          </a:p>
        </p:txBody>
      </p:sp>
      <p:sp>
        <p:nvSpPr>
          <p:cNvPr id="26" name="TextBox 25"/>
          <p:cNvSpPr txBox="1"/>
          <p:nvPr/>
        </p:nvSpPr>
        <p:spPr>
          <a:xfrm>
            <a:off x="656823" y="393373"/>
            <a:ext cx="10251583" cy="646331"/>
          </a:xfrm>
          <a:prstGeom prst="rect">
            <a:avLst/>
          </a:prstGeom>
          <a:noFill/>
          <a:ln w="57150">
            <a:solidFill>
              <a:schemeClr val="bg1"/>
            </a:solidFill>
          </a:ln>
        </p:spPr>
        <p:txBody>
          <a:bodyPr wrap="square" lIns="91440" tIns="45720" rIns="91440" bIns="45720" rtlCol="0" anchor="t">
            <a:spAutoFit/>
          </a:bodyPr>
          <a:lstStyle/>
          <a:p>
            <a:pPr algn="ctr"/>
            <a:r>
              <a:rPr lang="en-US" sz="3600" b="1" dirty="0">
                <a:ln w="6350">
                  <a:noFill/>
                </a:ln>
                <a:solidFill>
                  <a:schemeClr val="tx2"/>
                </a:solidFill>
                <a:latin typeface="Segoe UI"/>
                <a:cs typeface="Segoe UI"/>
              </a:rPr>
              <a:t>Follow Us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anim calcmode="lin" valueType="num">
                                      <p:cBhvr>
                                        <p:cTn id="8" dur="500" fill="hold"/>
                                        <p:tgtEl>
                                          <p:spTgt spid="26"/>
                                        </p:tgtEl>
                                        <p:attrNameLst>
                                          <p:attrName>ppt_x</p:attrName>
                                        </p:attrNameLst>
                                      </p:cBhvr>
                                      <p:tavLst>
                                        <p:tav tm="0">
                                          <p:val>
                                            <p:strVal val="#ppt_x"/>
                                          </p:val>
                                        </p:tav>
                                        <p:tav tm="100000">
                                          <p:val>
                                            <p:strVal val="#ppt_x"/>
                                          </p:val>
                                        </p:tav>
                                      </p:tavLst>
                                    </p:anim>
                                    <p:anim calcmode="lin" valueType="num">
                                      <p:cBhvr>
                                        <p:cTn id="9" dur="5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136" name="Rectangle 135"/>
          <p:cNvSpPr/>
          <p:nvPr/>
        </p:nvSpPr>
        <p:spPr>
          <a:xfrm rot="16200000">
            <a:off x="-2412993" y="2413007"/>
            <a:ext cx="6857987" cy="2032000"/>
          </a:xfrm>
          <a:prstGeom prst="rect">
            <a:avLst/>
          </a:prstGeom>
          <a:gradFill>
            <a:gsLst>
              <a:gs pos="0">
                <a:schemeClr val="accent6">
                  <a:lumMod val="50000"/>
                </a:schemeClr>
              </a:gs>
              <a:gs pos="100000">
                <a:schemeClr val="accent6"/>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3" name="Rectangle 112"/>
          <p:cNvSpPr/>
          <p:nvPr/>
        </p:nvSpPr>
        <p:spPr>
          <a:xfrm rot="16200000">
            <a:off x="-380992" y="2413005"/>
            <a:ext cx="6857987" cy="2032000"/>
          </a:xfrm>
          <a:prstGeom prst="rect">
            <a:avLst/>
          </a:prstGeom>
          <a:gradFill>
            <a:gsLst>
              <a:gs pos="0">
                <a:schemeClr val="accent1">
                  <a:lumMod val="50000"/>
                </a:schemeClr>
              </a:gs>
              <a:gs pos="100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4" name="Rectangle 113"/>
          <p:cNvSpPr/>
          <p:nvPr/>
        </p:nvSpPr>
        <p:spPr>
          <a:xfrm rot="16200000">
            <a:off x="1651010" y="2413005"/>
            <a:ext cx="6857982" cy="2032000"/>
          </a:xfrm>
          <a:prstGeom prst="rect">
            <a:avLst/>
          </a:prstGeom>
          <a:gradFill>
            <a:gsLst>
              <a:gs pos="0">
                <a:schemeClr val="accent2">
                  <a:lumMod val="50000"/>
                </a:schemeClr>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5" name="Rectangle 114"/>
          <p:cNvSpPr/>
          <p:nvPr/>
        </p:nvSpPr>
        <p:spPr>
          <a:xfrm rot="16200000">
            <a:off x="3683002" y="2412998"/>
            <a:ext cx="6857998" cy="2032000"/>
          </a:xfrm>
          <a:prstGeom prst="rect">
            <a:avLst/>
          </a:prstGeom>
          <a:gradFill>
            <a:gsLst>
              <a:gs pos="0">
                <a:schemeClr val="accent3">
                  <a:lumMod val="50000"/>
                </a:schemeClr>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6" name="Rectangle 115"/>
          <p:cNvSpPr/>
          <p:nvPr/>
        </p:nvSpPr>
        <p:spPr>
          <a:xfrm rot="16200000">
            <a:off x="5715002" y="2412997"/>
            <a:ext cx="6857998" cy="2032000"/>
          </a:xfrm>
          <a:prstGeom prst="rect">
            <a:avLst/>
          </a:prstGeom>
          <a:gradFill>
            <a:gsLst>
              <a:gs pos="0">
                <a:schemeClr val="accent4">
                  <a:lumMod val="50000"/>
                </a:schemeClr>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7" name="Rectangle 116"/>
          <p:cNvSpPr/>
          <p:nvPr/>
        </p:nvSpPr>
        <p:spPr>
          <a:xfrm rot="16200000">
            <a:off x="7747042" y="2413040"/>
            <a:ext cx="6857916" cy="2032000"/>
          </a:xfrm>
          <a:prstGeom prst="rect">
            <a:avLst/>
          </a:prstGeom>
          <a:gradFill>
            <a:gsLst>
              <a:gs pos="0">
                <a:schemeClr val="accent5">
                  <a:lumMod val="50000"/>
                </a:schemeClr>
              </a:gs>
              <a:gs pos="10000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31" name="Group 30"/>
          <p:cNvGrpSpPr/>
          <p:nvPr/>
        </p:nvGrpSpPr>
        <p:grpSpPr>
          <a:xfrm>
            <a:off x="2" y="6762305"/>
            <a:ext cx="12191999" cy="342082"/>
            <a:chOff x="2" y="2110197"/>
            <a:chExt cx="12191999" cy="134339"/>
          </a:xfrm>
        </p:grpSpPr>
        <p:sp>
          <p:nvSpPr>
            <p:cNvPr id="32" name="Rectangle 31"/>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3" name="Rectangle 32"/>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4" name="Rectangle 33"/>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6" name="Rectangle 35"/>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7" name="Rectangle 36"/>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2" name="TextBox 1"/>
          <p:cNvSpPr txBox="1"/>
          <p:nvPr/>
        </p:nvSpPr>
        <p:spPr>
          <a:xfrm>
            <a:off x="2913177" y="2691682"/>
            <a:ext cx="6694462" cy="1323439"/>
          </a:xfrm>
          <a:prstGeom prst="rect">
            <a:avLst/>
          </a:prstGeom>
          <a:noFill/>
        </p:spPr>
        <p:txBody>
          <a:bodyPr wrap="square" lIns="91440" tIns="45720" rIns="91440" bIns="45720" rtlCol="0" anchor="t">
            <a:spAutoFit/>
          </a:bodyPr>
          <a:lstStyle/>
          <a:p>
            <a:r>
              <a:rPr lang="id-ID" sz="8000" b="1" dirty="0">
                <a:ln w="6350">
                  <a:noFill/>
                </a:ln>
                <a:solidFill>
                  <a:schemeClr val="bg1"/>
                </a:solidFill>
                <a:latin typeface="Segoe UI"/>
                <a:cs typeface="Segoe UI"/>
              </a:rPr>
              <a:t>THANK</a:t>
            </a:r>
            <a:r>
              <a:rPr lang="en-US" sz="8000" b="1" dirty="0">
                <a:ln w="6350">
                  <a:noFill/>
                </a:ln>
                <a:solidFill>
                  <a:schemeClr val="bg1"/>
                </a:solidFill>
                <a:latin typeface="Segoe UI"/>
                <a:cs typeface="Segoe UI"/>
              </a:rPr>
              <a:t> YOU. </a:t>
            </a:r>
            <a:endParaRPr lang="id-ID" sz="8000" b="1" dirty="0">
              <a:ln w="6350">
                <a:noFill/>
              </a:ln>
              <a:solidFill>
                <a:schemeClr val="bg1"/>
              </a:solidFill>
              <a:latin typeface="Segoe UI"/>
              <a:cs typeface="Segoe UI"/>
            </a:endParaRPr>
          </a:p>
        </p:txBody>
      </p:sp>
    </p:spTree>
    <p:extLst>
      <p:ext uri="{BB962C8B-B14F-4D97-AF65-F5344CB8AC3E}">
        <p14:creationId xmlns:p14="http://schemas.microsoft.com/office/powerpoint/2010/main" val="208526965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withEffect">
                                  <p:stCondLst>
                                    <p:cond delay="100"/>
                                  </p:stCondLst>
                                  <p:childTnLst>
                                    <p:set>
                                      <p:cBhvr>
                                        <p:cTn id="6" dur="1" fill="hold">
                                          <p:stCondLst>
                                            <p:cond delay="0"/>
                                          </p:stCondLst>
                                        </p:cTn>
                                        <p:tgtEl>
                                          <p:spTgt spid="136"/>
                                        </p:tgtEl>
                                        <p:attrNameLst>
                                          <p:attrName>style.visibility</p:attrName>
                                        </p:attrNameLst>
                                      </p:cBhvr>
                                      <p:to>
                                        <p:strVal val="visible"/>
                                      </p:to>
                                    </p:set>
                                    <p:animEffect transition="in" filter="fade">
                                      <p:cBhvr>
                                        <p:cTn id="7" dur="1000"/>
                                        <p:tgtEl>
                                          <p:spTgt spid="136"/>
                                        </p:tgtEl>
                                      </p:cBhvr>
                                    </p:animEffect>
                                    <p:anim calcmode="lin" valueType="num">
                                      <p:cBhvr>
                                        <p:cTn id="8" dur="1000" fill="hold"/>
                                        <p:tgtEl>
                                          <p:spTgt spid="136"/>
                                        </p:tgtEl>
                                        <p:attrNameLst>
                                          <p:attrName>ppt_x</p:attrName>
                                        </p:attrNameLst>
                                      </p:cBhvr>
                                      <p:tavLst>
                                        <p:tav tm="0">
                                          <p:val>
                                            <p:strVal val="#ppt_x"/>
                                          </p:val>
                                        </p:tav>
                                        <p:tav tm="100000">
                                          <p:val>
                                            <p:strVal val="#ppt_x"/>
                                          </p:val>
                                        </p:tav>
                                      </p:tavLst>
                                    </p:anim>
                                    <p:anim calcmode="lin" valueType="num">
                                      <p:cBhvr>
                                        <p:cTn id="9" dur="900" decel="100000" fill="hold"/>
                                        <p:tgtEl>
                                          <p:spTgt spid="136"/>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36"/>
                                        </p:tgtEl>
                                        <p:attrNameLst>
                                          <p:attrName>ppt_y</p:attrName>
                                        </p:attrNameLst>
                                      </p:cBhvr>
                                      <p:tavLst>
                                        <p:tav tm="0">
                                          <p:val>
                                            <p:strVal val="#ppt_y-.03"/>
                                          </p:val>
                                        </p:tav>
                                        <p:tav tm="100000">
                                          <p:val>
                                            <p:strVal val="#ppt_y"/>
                                          </p:val>
                                        </p:tav>
                                      </p:tavLst>
                                    </p:anim>
                                  </p:childTnLst>
                                </p:cTn>
                              </p:par>
                              <p:par>
                                <p:cTn id="11" presetID="37" presetClass="entr" presetSubtype="0" fill="hold" grpId="0" nodeType="withEffect">
                                  <p:stCondLst>
                                    <p:cond delay="300"/>
                                  </p:stCondLst>
                                  <p:childTnLst>
                                    <p:set>
                                      <p:cBhvr>
                                        <p:cTn id="12" dur="1" fill="hold">
                                          <p:stCondLst>
                                            <p:cond delay="0"/>
                                          </p:stCondLst>
                                        </p:cTn>
                                        <p:tgtEl>
                                          <p:spTgt spid="113"/>
                                        </p:tgtEl>
                                        <p:attrNameLst>
                                          <p:attrName>style.visibility</p:attrName>
                                        </p:attrNameLst>
                                      </p:cBhvr>
                                      <p:to>
                                        <p:strVal val="visible"/>
                                      </p:to>
                                    </p:set>
                                    <p:animEffect transition="in" filter="fade">
                                      <p:cBhvr>
                                        <p:cTn id="13" dur="1000"/>
                                        <p:tgtEl>
                                          <p:spTgt spid="113"/>
                                        </p:tgtEl>
                                      </p:cBhvr>
                                    </p:animEffect>
                                    <p:anim calcmode="lin" valueType="num">
                                      <p:cBhvr>
                                        <p:cTn id="14" dur="1000" fill="hold"/>
                                        <p:tgtEl>
                                          <p:spTgt spid="113"/>
                                        </p:tgtEl>
                                        <p:attrNameLst>
                                          <p:attrName>ppt_x</p:attrName>
                                        </p:attrNameLst>
                                      </p:cBhvr>
                                      <p:tavLst>
                                        <p:tav tm="0">
                                          <p:val>
                                            <p:strVal val="#ppt_x"/>
                                          </p:val>
                                        </p:tav>
                                        <p:tav tm="100000">
                                          <p:val>
                                            <p:strVal val="#ppt_x"/>
                                          </p:val>
                                        </p:tav>
                                      </p:tavLst>
                                    </p:anim>
                                    <p:anim calcmode="lin" valueType="num">
                                      <p:cBhvr>
                                        <p:cTn id="15" dur="900" decel="100000" fill="hold"/>
                                        <p:tgtEl>
                                          <p:spTgt spid="113"/>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113"/>
                                        </p:tgtEl>
                                        <p:attrNameLst>
                                          <p:attrName>ppt_y</p:attrName>
                                        </p:attrNameLst>
                                      </p:cBhvr>
                                      <p:tavLst>
                                        <p:tav tm="0">
                                          <p:val>
                                            <p:strVal val="#ppt_y-.03"/>
                                          </p:val>
                                        </p:tav>
                                        <p:tav tm="100000">
                                          <p:val>
                                            <p:strVal val="#ppt_y"/>
                                          </p:val>
                                        </p:tav>
                                      </p:tavLst>
                                    </p:anim>
                                  </p:childTnLst>
                                </p:cTn>
                              </p:par>
                              <p:par>
                                <p:cTn id="17" presetID="37" presetClass="entr" presetSubtype="0" fill="hold" grpId="0" nodeType="withEffect">
                                  <p:stCondLst>
                                    <p:cond delay="500"/>
                                  </p:stCondLst>
                                  <p:childTnLst>
                                    <p:set>
                                      <p:cBhvr>
                                        <p:cTn id="18" dur="1" fill="hold">
                                          <p:stCondLst>
                                            <p:cond delay="0"/>
                                          </p:stCondLst>
                                        </p:cTn>
                                        <p:tgtEl>
                                          <p:spTgt spid="114"/>
                                        </p:tgtEl>
                                        <p:attrNameLst>
                                          <p:attrName>style.visibility</p:attrName>
                                        </p:attrNameLst>
                                      </p:cBhvr>
                                      <p:to>
                                        <p:strVal val="visible"/>
                                      </p:to>
                                    </p:set>
                                    <p:animEffect transition="in" filter="fade">
                                      <p:cBhvr>
                                        <p:cTn id="19" dur="1000"/>
                                        <p:tgtEl>
                                          <p:spTgt spid="114"/>
                                        </p:tgtEl>
                                      </p:cBhvr>
                                    </p:animEffect>
                                    <p:anim calcmode="lin" valueType="num">
                                      <p:cBhvr>
                                        <p:cTn id="20" dur="1000" fill="hold"/>
                                        <p:tgtEl>
                                          <p:spTgt spid="114"/>
                                        </p:tgtEl>
                                        <p:attrNameLst>
                                          <p:attrName>ppt_x</p:attrName>
                                        </p:attrNameLst>
                                      </p:cBhvr>
                                      <p:tavLst>
                                        <p:tav tm="0">
                                          <p:val>
                                            <p:strVal val="#ppt_x"/>
                                          </p:val>
                                        </p:tav>
                                        <p:tav tm="100000">
                                          <p:val>
                                            <p:strVal val="#ppt_x"/>
                                          </p:val>
                                        </p:tav>
                                      </p:tavLst>
                                    </p:anim>
                                    <p:anim calcmode="lin" valueType="num">
                                      <p:cBhvr>
                                        <p:cTn id="21" dur="900" decel="100000" fill="hold"/>
                                        <p:tgtEl>
                                          <p:spTgt spid="114"/>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114"/>
                                        </p:tgtEl>
                                        <p:attrNameLst>
                                          <p:attrName>ppt_y</p:attrName>
                                        </p:attrNameLst>
                                      </p:cBhvr>
                                      <p:tavLst>
                                        <p:tav tm="0">
                                          <p:val>
                                            <p:strVal val="#ppt_y-.03"/>
                                          </p:val>
                                        </p:tav>
                                        <p:tav tm="100000">
                                          <p:val>
                                            <p:strVal val="#ppt_y"/>
                                          </p:val>
                                        </p:tav>
                                      </p:tavLst>
                                    </p:anim>
                                  </p:childTnLst>
                                </p:cTn>
                              </p:par>
                              <p:par>
                                <p:cTn id="23" presetID="37" presetClass="entr" presetSubtype="0" fill="hold" grpId="0" nodeType="withEffect">
                                  <p:stCondLst>
                                    <p:cond delay="700"/>
                                  </p:stCondLst>
                                  <p:childTnLst>
                                    <p:set>
                                      <p:cBhvr>
                                        <p:cTn id="24" dur="1" fill="hold">
                                          <p:stCondLst>
                                            <p:cond delay="0"/>
                                          </p:stCondLst>
                                        </p:cTn>
                                        <p:tgtEl>
                                          <p:spTgt spid="115"/>
                                        </p:tgtEl>
                                        <p:attrNameLst>
                                          <p:attrName>style.visibility</p:attrName>
                                        </p:attrNameLst>
                                      </p:cBhvr>
                                      <p:to>
                                        <p:strVal val="visible"/>
                                      </p:to>
                                    </p:set>
                                    <p:animEffect transition="in" filter="fade">
                                      <p:cBhvr>
                                        <p:cTn id="25" dur="1000"/>
                                        <p:tgtEl>
                                          <p:spTgt spid="115"/>
                                        </p:tgtEl>
                                      </p:cBhvr>
                                    </p:animEffect>
                                    <p:anim calcmode="lin" valueType="num">
                                      <p:cBhvr>
                                        <p:cTn id="26" dur="1000" fill="hold"/>
                                        <p:tgtEl>
                                          <p:spTgt spid="115"/>
                                        </p:tgtEl>
                                        <p:attrNameLst>
                                          <p:attrName>ppt_x</p:attrName>
                                        </p:attrNameLst>
                                      </p:cBhvr>
                                      <p:tavLst>
                                        <p:tav tm="0">
                                          <p:val>
                                            <p:strVal val="#ppt_x"/>
                                          </p:val>
                                        </p:tav>
                                        <p:tav tm="100000">
                                          <p:val>
                                            <p:strVal val="#ppt_x"/>
                                          </p:val>
                                        </p:tav>
                                      </p:tavLst>
                                    </p:anim>
                                    <p:anim calcmode="lin" valueType="num">
                                      <p:cBhvr>
                                        <p:cTn id="27" dur="900" decel="100000" fill="hold"/>
                                        <p:tgtEl>
                                          <p:spTgt spid="115"/>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115"/>
                                        </p:tgtEl>
                                        <p:attrNameLst>
                                          <p:attrName>ppt_y</p:attrName>
                                        </p:attrNameLst>
                                      </p:cBhvr>
                                      <p:tavLst>
                                        <p:tav tm="0">
                                          <p:val>
                                            <p:strVal val="#ppt_y-.03"/>
                                          </p:val>
                                        </p:tav>
                                        <p:tav tm="100000">
                                          <p:val>
                                            <p:strVal val="#ppt_y"/>
                                          </p:val>
                                        </p:tav>
                                      </p:tavLst>
                                    </p:anim>
                                  </p:childTnLst>
                                </p:cTn>
                              </p:par>
                              <p:par>
                                <p:cTn id="29" presetID="37" presetClass="entr" presetSubtype="0" fill="hold" grpId="0" nodeType="withEffect">
                                  <p:stCondLst>
                                    <p:cond delay="900"/>
                                  </p:stCondLst>
                                  <p:childTnLst>
                                    <p:set>
                                      <p:cBhvr>
                                        <p:cTn id="30" dur="1" fill="hold">
                                          <p:stCondLst>
                                            <p:cond delay="0"/>
                                          </p:stCondLst>
                                        </p:cTn>
                                        <p:tgtEl>
                                          <p:spTgt spid="116"/>
                                        </p:tgtEl>
                                        <p:attrNameLst>
                                          <p:attrName>style.visibility</p:attrName>
                                        </p:attrNameLst>
                                      </p:cBhvr>
                                      <p:to>
                                        <p:strVal val="visible"/>
                                      </p:to>
                                    </p:set>
                                    <p:animEffect transition="in" filter="fade">
                                      <p:cBhvr>
                                        <p:cTn id="31" dur="1000"/>
                                        <p:tgtEl>
                                          <p:spTgt spid="116"/>
                                        </p:tgtEl>
                                      </p:cBhvr>
                                    </p:animEffect>
                                    <p:anim calcmode="lin" valueType="num">
                                      <p:cBhvr>
                                        <p:cTn id="32" dur="1000" fill="hold"/>
                                        <p:tgtEl>
                                          <p:spTgt spid="116"/>
                                        </p:tgtEl>
                                        <p:attrNameLst>
                                          <p:attrName>ppt_x</p:attrName>
                                        </p:attrNameLst>
                                      </p:cBhvr>
                                      <p:tavLst>
                                        <p:tav tm="0">
                                          <p:val>
                                            <p:strVal val="#ppt_x"/>
                                          </p:val>
                                        </p:tav>
                                        <p:tav tm="100000">
                                          <p:val>
                                            <p:strVal val="#ppt_x"/>
                                          </p:val>
                                        </p:tav>
                                      </p:tavLst>
                                    </p:anim>
                                    <p:anim calcmode="lin" valueType="num">
                                      <p:cBhvr>
                                        <p:cTn id="33" dur="900" decel="100000" fill="hold"/>
                                        <p:tgtEl>
                                          <p:spTgt spid="116"/>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116"/>
                                        </p:tgtEl>
                                        <p:attrNameLst>
                                          <p:attrName>ppt_y</p:attrName>
                                        </p:attrNameLst>
                                      </p:cBhvr>
                                      <p:tavLst>
                                        <p:tav tm="0">
                                          <p:val>
                                            <p:strVal val="#ppt_y-.03"/>
                                          </p:val>
                                        </p:tav>
                                        <p:tav tm="100000">
                                          <p:val>
                                            <p:strVal val="#ppt_y"/>
                                          </p:val>
                                        </p:tav>
                                      </p:tavLst>
                                    </p:anim>
                                  </p:childTnLst>
                                </p:cTn>
                              </p:par>
                              <p:par>
                                <p:cTn id="35" presetID="37" presetClass="entr" presetSubtype="0" fill="hold" grpId="0" nodeType="withEffect">
                                  <p:stCondLst>
                                    <p:cond delay="1100"/>
                                  </p:stCondLst>
                                  <p:childTnLst>
                                    <p:set>
                                      <p:cBhvr>
                                        <p:cTn id="36" dur="1" fill="hold">
                                          <p:stCondLst>
                                            <p:cond delay="0"/>
                                          </p:stCondLst>
                                        </p:cTn>
                                        <p:tgtEl>
                                          <p:spTgt spid="117"/>
                                        </p:tgtEl>
                                        <p:attrNameLst>
                                          <p:attrName>style.visibility</p:attrName>
                                        </p:attrNameLst>
                                      </p:cBhvr>
                                      <p:to>
                                        <p:strVal val="visible"/>
                                      </p:to>
                                    </p:set>
                                    <p:animEffect transition="in" filter="fade">
                                      <p:cBhvr>
                                        <p:cTn id="37" dur="1000"/>
                                        <p:tgtEl>
                                          <p:spTgt spid="117"/>
                                        </p:tgtEl>
                                      </p:cBhvr>
                                    </p:animEffect>
                                    <p:anim calcmode="lin" valueType="num">
                                      <p:cBhvr>
                                        <p:cTn id="38" dur="1000" fill="hold"/>
                                        <p:tgtEl>
                                          <p:spTgt spid="117"/>
                                        </p:tgtEl>
                                        <p:attrNameLst>
                                          <p:attrName>ppt_x</p:attrName>
                                        </p:attrNameLst>
                                      </p:cBhvr>
                                      <p:tavLst>
                                        <p:tav tm="0">
                                          <p:val>
                                            <p:strVal val="#ppt_x"/>
                                          </p:val>
                                        </p:tav>
                                        <p:tav tm="100000">
                                          <p:val>
                                            <p:strVal val="#ppt_x"/>
                                          </p:val>
                                        </p:tav>
                                      </p:tavLst>
                                    </p:anim>
                                    <p:anim calcmode="lin" valueType="num">
                                      <p:cBhvr>
                                        <p:cTn id="39" dur="900" decel="100000" fill="hold"/>
                                        <p:tgtEl>
                                          <p:spTgt spid="117"/>
                                        </p:tgtEl>
                                        <p:attrNameLst>
                                          <p:attrName>ppt_y</p:attrName>
                                        </p:attrNameLst>
                                      </p:cBhvr>
                                      <p:tavLst>
                                        <p:tav tm="0">
                                          <p:val>
                                            <p:strVal val="#ppt_y+1"/>
                                          </p:val>
                                        </p:tav>
                                        <p:tav tm="100000">
                                          <p:val>
                                            <p:strVal val="#ppt_y-.03"/>
                                          </p:val>
                                        </p:tav>
                                      </p:tavLst>
                                    </p:anim>
                                    <p:anim calcmode="lin" valueType="num">
                                      <p:cBhvr>
                                        <p:cTn id="40" dur="100" accel="100000" fill="hold">
                                          <p:stCondLst>
                                            <p:cond delay="900"/>
                                          </p:stCondLst>
                                        </p:cTn>
                                        <p:tgtEl>
                                          <p:spTgt spid="117"/>
                                        </p:tgtEl>
                                        <p:attrNameLst>
                                          <p:attrName>ppt_y</p:attrName>
                                        </p:attrNameLst>
                                      </p:cBhvr>
                                      <p:tavLst>
                                        <p:tav tm="0">
                                          <p:val>
                                            <p:strVal val="#ppt_y-.03"/>
                                          </p:val>
                                        </p:tav>
                                        <p:tav tm="100000">
                                          <p:val>
                                            <p:strVal val="#ppt_y"/>
                                          </p:val>
                                        </p:tav>
                                      </p:tavLst>
                                    </p:anim>
                                  </p:childTnLst>
                                </p:cTn>
                              </p:par>
                            </p:childTnLst>
                          </p:cTn>
                        </p:par>
                        <p:par>
                          <p:cTn id="41" fill="hold">
                            <p:stCondLst>
                              <p:cond delay="2100"/>
                            </p:stCondLst>
                            <p:childTnLst>
                              <p:par>
                                <p:cTn id="42" presetID="10" presetClass="entr" presetSubtype="0" fill="hold" grpId="0" nodeType="after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fade">
                                      <p:cBhvr>
                                        <p:cTn id="4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animBg="1"/>
      <p:bldP spid="113" grpId="0" animBg="1"/>
      <p:bldP spid="114" grpId="0" animBg="1"/>
      <p:bldP spid="115" grpId="0" animBg="1"/>
      <p:bldP spid="116" grpId="0" animBg="1"/>
      <p:bldP spid="117" grpId="0" animBg="1"/>
      <p:bldP spid="2" grpId="0"/>
    </p:bldLst>
  </p:timing>
</p:sld>
</file>

<file path=ppt/theme/theme1.xml><?xml version="1.0" encoding="utf-8"?>
<a:theme xmlns:a="http://schemas.openxmlformats.org/drawingml/2006/main" name="Office Theme">
  <a:themeElements>
    <a:clrScheme name="Ever- Colored">
      <a:dk1>
        <a:sysClr val="windowText" lastClr="000000"/>
      </a:dk1>
      <a:lt1>
        <a:sysClr val="window" lastClr="FFFFFF"/>
      </a:lt1>
      <a:dk2>
        <a:srgbClr val="44546A"/>
      </a:dk2>
      <a:lt2>
        <a:srgbClr val="E7E6E6"/>
      </a:lt2>
      <a:accent1>
        <a:srgbClr val="2980B9"/>
      </a:accent1>
      <a:accent2>
        <a:srgbClr val="16A085"/>
      </a:accent2>
      <a:accent3>
        <a:srgbClr val="9BBB59"/>
      </a:accent3>
      <a:accent4>
        <a:srgbClr val="F39C12"/>
      </a:accent4>
      <a:accent5>
        <a:srgbClr val="C0392B"/>
      </a:accent5>
      <a:accent6>
        <a:srgbClr val="2C3F50"/>
      </a:accent6>
      <a:hlink>
        <a:srgbClr val="0563C1"/>
      </a:hlink>
      <a:folHlink>
        <a:srgbClr val="954F72"/>
      </a:folHlink>
    </a:clrScheme>
    <a:fontScheme name="Custom 1">
      <a:majorFont>
        <a:latin typeface="Source Sans Pro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30">
      <a:dk1>
        <a:sysClr val="windowText" lastClr="000000"/>
      </a:dk1>
      <a:lt1>
        <a:sysClr val="window" lastClr="FFFFFF"/>
      </a:lt1>
      <a:dk2>
        <a:srgbClr val="00292E"/>
      </a:dk2>
      <a:lt2>
        <a:srgbClr val="64B2C1"/>
      </a:lt2>
      <a:accent1>
        <a:srgbClr val="F0CDA1"/>
      </a:accent1>
      <a:accent2>
        <a:srgbClr val="107082"/>
      </a:accent2>
      <a:accent3>
        <a:srgbClr val="054854"/>
      </a:accent3>
      <a:accent4>
        <a:srgbClr val="00AEEF"/>
      </a:accent4>
      <a:accent5>
        <a:srgbClr val="F99927"/>
      </a:accent5>
      <a:accent6>
        <a:srgbClr val="EC7216"/>
      </a:accent6>
      <a:hlink>
        <a:srgbClr val="000000"/>
      </a:hlink>
      <a:folHlink>
        <a:srgbClr val="000000"/>
      </a:folHlink>
    </a:clrScheme>
    <a:fontScheme name="Custom 25">
      <a:majorFont>
        <a:latin typeface="Gill Sans MT"/>
        <a:ea typeface=""/>
        <a:cs typeface=""/>
      </a:majorFont>
      <a:minorFont>
        <a:latin typeface="Arial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23188392_Professional services pitch deck_SL_V1.potx" id="{A16A60D7-542B-43C6-BB27-7BA8168B4019}" vid="{8C6CFC53-4DED-4518-8264-5814B6A3711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8737</TotalTime>
  <Words>1143</Words>
  <Application>Microsoft Office PowerPoint</Application>
  <PresentationFormat>Widescreen</PresentationFormat>
  <Paragraphs>282</Paragraphs>
  <Slides>29</Slides>
  <Notes>3</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29</vt:i4>
      </vt:variant>
    </vt:vector>
  </HeadingPairs>
  <TitlesOfParts>
    <vt:vector size="46" baseType="lpstr">
      <vt:lpstr>Arial</vt:lpstr>
      <vt:lpstr>Arial</vt:lpstr>
      <vt:lpstr>Arial </vt:lpstr>
      <vt:lpstr>Calibri</vt:lpstr>
      <vt:lpstr>Courier New</vt:lpstr>
      <vt:lpstr>docs-Calibri</vt:lpstr>
      <vt:lpstr>Gill Sans MT</vt:lpstr>
      <vt:lpstr>Open Sans</vt:lpstr>
      <vt:lpstr>Raavi</vt:lpstr>
      <vt:lpstr>Segoe UI</vt:lpstr>
      <vt:lpstr>Segoe UI Black</vt:lpstr>
      <vt:lpstr>Signika Negative</vt:lpstr>
      <vt:lpstr>Source Sans Pro Light</vt:lpstr>
      <vt:lpstr>Times New Roman</vt:lpstr>
      <vt:lpstr>Wingdings</vt:lpstr>
      <vt:lpstr>Office Theme</vt:lpstr>
      <vt:lpstr>1_Office Theme</vt:lpstr>
      <vt:lpstr>PowerPoint Presentation</vt:lpstr>
      <vt:lpstr>INDUSTRY OUTLOOK – Higher Education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REVENUE MODEL</vt:lpstr>
      <vt:lpstr>PowerPoint Presentation</vt:lpstr>
      <vt:lpstr>PowerPoint Presentation</vt:lpstr>
      <vt:lpstr>PowerPoint Presentation</vt:lpstr>
      <vt:lpstr>PowerPoint Presentation</vt:lpstr>
      <vt:lpstr>PowerPoint Presentation</vt:lpstr>
    </vt:vector>
  </TitlesOfParts>
  <Company>SignAddict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AbuSina</dc:creator>
  <cp:lastModifiedBy>Ekata Mehul Shah - Orena Solutions</cp:lastModifiedBy>
  <cp:revision>1269</cp:revision>
  <dcterms:created xsi:type="dcterms:W3CDTF">2014-09-15T07:14:39Z</dcterms:created>
  <dcterms:modified xsi:type="dcterms:W3CDTF">2024-07-15T09:56:37Z</dcterms:modified>
</cp:coreProperties>
</file>